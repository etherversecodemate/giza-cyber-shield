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43_9326A345.xml" ContentType="application/vnd.ms-powerpoint.comments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7_8C960664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48_B77C3E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modernComment_144_EE4FBE66.xml" ContentType="application/vnd.ms-powerpoint.comments+xml"/>
  <Override PartName="/ppt/notesSlides/notesSlide21.xml" ContentType="application/vnd.openxmlformats-officedocument.presentationml.notesSlide+xml"/>
  <Override PartName="/ppt/comments/modernComment_142_AB5EFA53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4"/>
  </p:sldMasterIdLst>
  <p:notesMasterIdLst>
    <p:notesMasterId r:id="rId27"/>
  </p:notesMasterIdLst>
  <p:sldIdLst>
    <p:sldId id="256" r:id="rId5"/>
    <p:sldId id="258" r:id="rId6"/>
    <p:sldId id="323" r:id="rId7"/>
    <p:sldId id="320" r:id="rId8"/>
    <p:sldId id="259" r:id="rId9"/>
    <p:sldId id="344" r:id="rId10"/>
    <p:sldId id="327" r:id="rId11"/>
    <p:sldId id="260" r:id="rId12"/>
    <p:sldId id="263" r:id="rId13"/>
    <p:sldId id="329" r:id="rId14"/>
    <p:sldId id="328" r:id="rId15"/>
    <p:sldId id="332" r:id="rId16"/>
    <p:sldId id="335" r:id="rId17"/>
    <p:sldId id="333" r:id="rId18"/>
    <p:sldId id="336" r:id="rId19"/>
    <p:sldId id="337" r:id="rId20"/>
    <p:sldId id="338" r:id="rId21"/>
    <p:sldId id="339" r:id="rId22"/>
    <p:sldId id="342" r:id="rId23"/>
    <p:sldId id="341" r:id="rId24"/>
    <p:sldId id="324" r:id="rId25"/>
    <p:sldId id="322" r:id="rId26"/>
  </p:sldIdLst>
  <p:sldSz cx="9144000" cy="5143500" type="screen16x9"/>
  <p:notesSz cx="6858000" cy="9144000"/>
  <p:embeddedFontLst>
    <p:embeddedFont>
      <p:font typeface="Prompt" panose="00000500000000000000" pitchFamily="2" charset="-34"/>
      <p:regular r:id="rId28"/>
      <p:bold r:id="rId29"/>
      <p:italic r:id="rId30"/>
      <p:boldItalic r:id="rId31"/>
    </p:embeddedFont>
    <p:embeddedFont>
      <p:font typeface="Space Grotesk" panose="020B060402020202020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17682C-BE78-8A74-D45A-78DA7579409C}" name="Edwards, Jonathan D" initials="EJ" userId="S::jedwards4@albany.edu::ea6a2801-a059-4868-a63a-4723fa3b569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AFFF"/>
    <a:srgbClr val="350F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17E69-2307-FA15-A01F-9E5DFEB0458B}" v="1" dt="2025-10-03T00:09:11.643"/>
    <p1510:client id="{5B9C749E-005F-3E29-D313-E7CCF1A73DF3}" v="2" dt="2025-10-03T17:13:04.585"/>
    <p1510:client id="{8FDB207D-6755-BA5C-19A8-66B072CEEE7A}" v="27" dt="2025-10-02T20:01:07.088"/>
    <p1510:client id="{BB466C84-6056-424C-6B72-3C48EAE9E2AC}" v="831" dt="2025-10-02T17:04:45.291"/>
  </p1510:revLst>
</p1510:revInfo>
</file>

<file path=ppt/tableStyles.xml><?xml version="1.0" encoding="utf-8"?>
<a:tblStyleLst xmlns:a="http://schemas.openxmlformats.org/drawingml/2006/main" def="{38BEEAEB-FBBD-4400-9C94-327AD269C9B0}">
  <a:tblStyle styleId="{38BEEAEB-FBBD-4400-9C94-327AD269C9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D6C9E0F-6554-480D-B64F-D9F6EF45096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omments/modernComment_107_8C96066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13FA1E-D3EF-422B-96C8-C143BD68E128}" authorId="{6A17682C-BE78-8A74-D45A-78DA7579409C}" created="2025-07-13T04:59:30.438">
    <pc:sldMkLst xmlns:pc="http://schemas.microsoft.com/office/powerpoint/2013/main/command">
      <pc:docMk/>
      <pc:sldMk cId="2358642276" sldId="263"/>
    </pc:sldMkLst>
    <p188:txBody>
      <a:bodyPr/>
      <a:lstStyle/>
      <a:p>
        <a:r>
          <a:rPr lang="en-US"/>
          <a:t>Change this slide</a:t>
        </a:r>
      </a:p>
    </p188:txBody>
  </p188:cm>
</p188:cmLst>
</file>

<file path=ppt/comments/modernComment_142_AB5EFA5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1F282D-EA3A-40F1-963D-90B83F5F600B}" authorId="{6A17682C-BE78-8A74-D45A-78DA7579409C}" created="2025-07-13T05:00:20.580">
    <pc:sldMkLst xmlns:pc="http://schemas.microsoft.com/office/powerpoint/2013/main/command">
      <pc:docMk/>
      <pc:sldMk cId="2875128403" sldId="322"/>
    </pc:sldMkLst>
    <p188:txBody>
      <a:bodyPr/>
      <a:lstStyle/>
      <a:p>
        <a:r>
          <a:rPr lang="en-US"/>
          <a:t>Change this</a:t>
        </a:r>
      </a:p>
    </p188:txBody>
  </p188:cm>
</p188:cmLst>
</file>

<file path=ppt/comments/modernComment_143_9326A34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E53EF0-5874-4601-BDAF-7A1166047A78}" authorId="{6A17682C-BE78-8A74-D45A-78DA7579409C}" created="2025-07-13T05:16:05.830">
    <pc:sldMkLst xmlns:pc="http://schemas.microsoft.com/office/powerpoint/2013/main/command">
      <pc:docMk/>
      <pc:sldMk cId="2468782917" sldId="323"/>
    </pc:sldMkLst>
    <p188:txBody>
      <a:bodyPr/>
      <a:lstStyle/>
      <a:p>
        <a:r>
          <a:rPr lang="en-US"/>
          <a:t>Add QR Code</a:t>
        </a:r>
      </a:p>
    </p188:txBody>
  </p188:cm>
</p188:cmLst>
</file>

<file path=ppt/comments/modernComment_144_EE4FBE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2BB005-6E87-44DD-845C-94164D702781}" authorId="{6A17682C-BE78-8A74-D45A-78DA7579409C}" created="2025-07-13T05:00:25.721">
    <pc:sldMkLst xmlns:pc="http://schemas.microsoft.com/office/powerpoint/2013/main/command">
      <pc:docMk/>
      <pc:sldMk cId="3998203494" sldId="324"/>
    </pc:sldMkLst>
    <p188:txBody>
      <a:bodyPr/>
      <a:lstStyle/>
      <a:p>
        <a:r>
          <a:rPr lang="en-US"/>
          <a:t>Change this</a:t>
        </a:r>
      </a:p>
    </p188:txBody>
  </p188:cm>
</p188:cmLst>
</file>

<file path=ppt/comments/modernComment_148_B77C3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A56386E-9C3C-45DB-9E9B-935E9ABE59BF}" authorId="{6A17682C-BE78-8A74-D45A-78DA7579409C}" created="2025-07-13T04:59:45.517">
    <pc:sldMkLst xmlns:pc="http://schemas.microsoft.com/office/powerpoint/2013/main/command">
      <pc:docMk/>
      <pc:sldMk cId="12024894" sldId="328"/>
    </pc:sldMkLst>
    <p188:txBody>
      <a:bodyPr/>
      <a:lstStyle/>
      <a:p>
        <a:r>
          <a:rPr lang="en-US"/>
          <a:t>Change this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1T19:09:18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8414 6271 16383 0 0,'2885'3025'0'0'0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4eceda84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4eceda84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6">
          <a:extLst>
            <a:ext uri="{FF2B5EF4-FFF2-40B4-BE49-F238E27FC236}">
              <a16:creationId xmlns:a16="http://schemas.microsoft.com/office/drawing/2014/main" id="{270E2796-1F1D-673F-60CB-2A1558B9E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4f0a10b9f6_3_457:notes">
            <a:extLst>
              <a:ext uri="{FF2B5EF4-FFF2-40B4-BE49-F238E27FC236}">
                <a16:creationId xmlns:a16="http://schemas.microsoft.com/office/drawing/2014/main" id="{120B39F0-A2B0-D508-783D-FA4FC141C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24f0a10b9f6_3_457:notes">
            <a:extLst>
              <a:ext uri="{FF2B5EF4-FFF2-40B4-BE49-F238E27FC236}">
                <a16:creationId xmlns:a16="http://schemas.microsoft.com/office/drawing/2014/main" id="{E6D9CD03-F9B7-D2D7-3646-54D22E3A5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1758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>
          <a:extLst>
            <a:ext uri="{FF2B5EF4-FFF2-40B4-BE49-F238E27FC236}">
              <a16:creationId xmlns:a16="http://schemas.microsoft.com/office/drawing/2014/main" id="{1C843C0E-7B5C-4355-73B8-77D04589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24f0a10b9f6_6_104:notes">
            <a:extLst>
              <a:ext uri="{FF2B5EF4-FFF2-40B4-BE49-F238E27FC236}">
                <a16:creationId xmlns:a16="http://schemas.microsoft.com/office/drawing/2014/main" id="{28234427-7774-722C-357A-9626BC351E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24f0a10b9f6_6_104:notes">
            <a:extLst>
              <a:ext uri="{FF2B5EF4-FFF2-40B4-BE49-F238E27FC236}">
                <a16:creationId xmlns:a16="http://schemas.microsoft.com/office/drawing/2014/main" id="{B118557F-B46C-CEF7-0A76-EBA63C237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0525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1e3a2520e43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1e3a2520e43_0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Recently been to Shmoo Con in DC, held in-house GDDC and will do so again this semester,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>
          <a:extLst>
            <a:ext uri="{FF2B5EF4-FFF2-40B4-BE49-F238E27FC236}">
              <a16:creationId xmlns:a16="http://schemas.microsoft.com/office/drawing/2014/main" id="{0A4BA7C0-5B66-B4E8-6EE8-DD36841F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>
            <a:extLst>
              <a:ext uri="{FF2B5EF4-FFF2-40B4-BE49-F238E27FC236}">
                <a16:creationId xmlns:a16="http://schemas.microsoft.com/office/drawing/2014/main" id="{D431F23C-36F9-7501-0A3E-858DC5901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>
            <a:extLst>
              <a:ext uri="{FF2B5EF4-FFF2-40B4-BE49-F238E27FC236}">
                <a16:creationId xmlns:a16="http://schemas.microsoft.com/office/drawing/2014/main" id="{4076E40A-A168-DFA9-BD7F-E507B50FC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017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>
          <a:extLst>
            <a:ext uri="{FF2B5EF4-FFF2-40B4-BE49-F238E27FC236}">
              <a16:creationId xmlns:a16="http://schemas.microsoft.com/office/drawing/2014/main" id="{DAD3C479-EDF5-F9C3-BF8D-220097CD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>
            <a:extLst>
              <a:ext uri="{FF2B5EF4-FFF2-40B4-BE49-F238E27FC236}">
                <a16:creationId xmlns:a16="http://schemas.microsoft.com/office/drawing/2014/main" id="{CDC1FB2F-4198-BFF9-0CB5-91954341D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>
            <a:extLst>
              <a:ext uri="{FF2B5EF4-FFF2-40B4-BE49-F238E27FC236}">
                <a16:creationId xmlns:a16="http://schemas.microsoft.com/office/drawing/2014/main" id="{BFFC99F5-0F98-98C7-9555-C15BF3ADF2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074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1e3b561406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1e3b5614060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Provide example scenarios for when a Pen Test would be used as compared to a Red Team engagement.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41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>
          <a:extLst>
            <a:ext uri="{FF2B5EF4-FFF2-40B4-BE49-F238E27FC236}">
              <a16:creationId xmlns:a16="http://schemas.microsoft.com/office/drawing/2014/main" id="{8E70B2C3-BCD0-B03F-FF0B-26089A25E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>
            <a:extLst>
              <a:ext uri="{FF2B5EF4-FFF2-40B4-BE49-F238E27FC236}">
                <a16:creationId xmlns:a16="http://schemas.microsoft.com/office/drawing/2014/main" id="{029C2AD0-A339-8BA7-372C-FBD8E78EC4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>
            <a:extLst>
              <a:ext uri="{FF2B5EF4-FFF2-40B4-BE49-F238E27FC236}">
                <a16:creationId xmlns:a16="http://schemas.microsoft.com/office/drawing/2014/main" id="{ADAEECE6-519A-2167-F234-9B0944DF4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3134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>
          <a:extLst>
            <a:ext uri="{FF2B5EF4-FFF2-40B4-BE49-F238E27FC236}">
              <a16:creationId xmlns:a16="http://schemas.microsoft.com/office/drawing/2014/main" id="{947A3AD0-447B-799A-7866-0E8B3AD8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1e3b5614060_0_76:notes">
            <a:extLst>
              <a:ext uri="{FF2B5EF4-FFF2-40B4-BE49-F238E27FC236}">
                <a16:creationId xmlns:a16="http://schemas.microsoft.com/office/drawing/2014/main" id="{D64D2DAD-D0C8-D112-8F94-AFA8228CA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1e3b5614060_0_76:notes">
            <a:extLst>
              <a:ext uri="{FF2B5EF4-FFF2-40B4-BE49-F238E27FC236}">
                <a16:creationId xmlns:a16="http://schemas.microsoft.com/office/drawing/2014/main" id="{39FE0CF0-1271-B6E0-F453-C4F16DFCC9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Provide example scenarios for when a Pen Test would be used as compared to a Red Team engagement.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3303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>
          <a:extLst>
            <a:ext uri="{FF2B5EF4-FFF2-40B4-BE49-F238E27FC236}">
              <a16:creationId xmlns:a16="http://schemas.microsoft.com/office/drawing/2014/main" id="{F4D0678F-6BFC-9B40-FBA0-200D07D4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>
            <a:extLst>
              <a:ext uri="{FF2B5EF4-FFF2-40B4-BE49-F238E27FC236}">
                <a16:creationId xmlns:a16="http://schemas.microsoft.com/office/drawing/2014/main" id="{BE9268AC-1D92-0E3C-6369-698A7714A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>
            <a:extLst>
              <a:ext uri="{FF2B5EF4-FFF2-40B4-BE49-F238E27FC236}">
                <a16:creationId xmlns:a16="http://schemas.microsoft.com/office/drawing/2014/main" id="{2B43E840-140E-DE64-AA1E-96311434EF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594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>
          <a:extLst>
            <a:ext uri="{FF2B5EF4-FFF2-40B4-BE49-F238E27FC236}">
              <a16:creationId xmlns:a16="http://schemas.microsoft.com/office/drawing/2014/main" id="{9F8E713E-63DA-28A0-BEBD-C9ADB9D79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>
            <a:extLst>
              <a:ext uri="{FF2B5EF4-FFF2-40B4-BE49-F238E27FC236}">
                <a16:creationId xmlns:a16="http://schemas.microsoft.com/office/drawing/2014/main" id="{09FB7EB4-CD49-EE20-CB94-F97C1B9597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>
            <a:extLst>
              <a:ext uri="{FF2B5EF4-FFF2-40B4-BE49-F238E27FC236}">
                <a16:creationId xmlns:a16="http://schemas.microsoft.com/office/drawing/2014/main" id="{3FAD4966-29C7-C3BB-6305-D182799F6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510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>
          <a:extLst>
            <a:ext uri="{FF2B5EF4-FFF2-40B4-BE49-F238E27FC236}">
              <a16:creationId xmlns:a16="http://schemas.microsoft.com/office/drawing/2014/main" id="{168FE2AD-13FC-BDB4-5138-DA97CF55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>
            <a:extLst>
              <a:ext uri="{FF2B5EF4-FFF2-40B4-BE49-F238E27FC236}">
                <a16:creationId xmlns:a16="http://schemas.microsoft.com/office/drawing/2014/main" id="{DB931725-B848-09E0-F6B2-952FBDA24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>
            <a:extLst>
              <a:ext uri="{FF2B5EF4-FFF2-40B4-BE49-F238E27FC236}">
                <a16:creationId xmlns:a16="http://schemas.microsoft.com/office/drawing/2014/main" id="{EC3BC8DC-075E-490C-4927-817AD5CF1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29212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>
          <a:extLst>
            <a:ext uri="{FF2B5EF4-FFF2-40B4-BE49-F238E27FC236}">
              <a16:creationId xmlns:a16="http://schemas.microsoft.com/office/drawing/2014/main" id="{8915D593-7F53-7CEC-F248-197408AC3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>
            <a:extLst>
              <a:ext uri="{FF2B5EF4-FFF2-40B4-BE49-F238E27FC236}">
                <a16:creationId xmlns:a16="http://schemas.microsoft.com/office/drawing/2014/main" id="{396BC57B-717B-0B4B-8A98-4FC200331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>
            <a:extLst>
              <a:ext uri="{FF2B5EF4-FFF2-40B4-BE49-F238E27FC236}">
                <a16:creationId xmlns:a16="http://schemas.microsoft.com/office/drawing/2014/main" id="{3150CA0B-A974-547E-AC65-84D48E3BF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Answer: Scanning a single </a:t>
            </a:r>
            <a:r>
              <a:rPr lang="en-US" err="1">
                <a:solidFill>
                  <a:srgbClr val="FF0000"/>
                </a:solidFill>
              </a:rPr>
              <a:t>ip</a:t>
            </a:r>
            <a:r>
              <a:rPr lang="en-US">
                <a:solidFill>
                  <a:srgbClr val="FF0000"/>
                </a:solidFill>
              </a:rPr>
              <a:t> on specific ports 80,443, and 22</a:t>
            </a:r>
            <a:endParaRPr lang="en-US"/>
          </a:p>
          <a:p>
            <a:pPr marL="0" indent="0">
              <a:buNone/>
            </a:pP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Answer: Scanning the /24 subnet/network with no port scan (-</a:t>
            </a:r>
            <a:r>
              <a:rPr lang="en-US" err="1">
                <a:solidFill>
                  <a:srgbClr val="FF0000"/>
                </a:solidFill>
              </a:rPr>
              <a:t>sn</a:t>
            </a:r>
            <a:r>
              <a:rPr lang="en-US">
                <a:solidFill>
                  <a:srgbClr val="FF0000"/>
                </a:solidFill>
              </a:rPr>
              <a:t>) at speed 4 (-T4) </a:t>
            </a:r>
            <a:r>
              <a:rPr lang="en-US" err="1">
                <a:solidFill>
                  <a:srgbClr val="FF0000"/>
                </a:solidFill>
              </a:rPr>
              <a:t>withno</a:t>
            </a:r>
            <a:r>
              <a:rPr lang="en-US">
                <a:solidFill>
                  <a:srgbClr val="FF0000"/>
                </a:solidFill>
              </a:rPr>
              <a:t> </a:t>
            </a:r>
            <a:r>
              <a:rPr lang="en-US" err="1">
                <a:solidFill>
                  <a:srgbClr val="FF0000"/>
                </a:solidFill>
              </a:rPr>
              <a:t>dns</a:t>
            </a:r>
            <a:r>
              <a:rPr lang="en-US">
                <a:solidFill>
                  <a:srgbClr val="FF0000"/>
                </a:solidFill>
              </a:rPr>
              <a:t> resolutions (-n)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27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>
          <a:extLst>
            <a:ext uri="{FF2B5EF4-FFF2-40B4-BE49-F238E27FC236}">
              <a16:creationId xmlns:a16="http://schemas.microsoft.com/office/drawing/2014/main" id="{11AEE48F-FD52-1A00-82DD-F6899DCC3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>
            <a:extLst>
              <a:ext uri="{FF2B5EF4-FFF2-40B4-BE49-F238E27FC236}">
                <a16:creationId xmlns:a16="http://schemas.microsoft.com/office/drawing/2014/main" id="{B1BA5AAB-E45A-6FA7-1C18-1775D66B4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>
            <a:extLst>
              <a:ext uri="{FF2B5EF4-FFF2-40B4-BE49-F238E27FC236}">
                <a16:creationId xmlns:a16="http://schemas.microsoft.com/office/drawing/2014/main" id="{A49EC5D2-56AB-3071-77BF-A6D843A7C3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Answer: Scans a range of IPs for the most common 1000 ports (-F) checks the </a:t>
            </a:r>
            <a:r>
              <a:rPr lang="en-US" err="1">
                <a:solidFill>
                  <a:srgbClr val="FF0000"/>
                </a:solidFill>
              </a:rPr>
              <a:t>serviceversion</a:t>
            </a:r>
            <a:r>
              <a:rPr lang="en-US">
                <a:solidFill>
                  <a:srgbClr val="FF0000"/>
                </a:solidFill>
              </a:rPr>
              <a:t> of the open ports (-</a:t>
            </a:r>
            <a:r>
              <a:rPr lang="en-US" err="1">
                <a:solidFill>
                  <a:srgbClr val="FF0000"/>
                </a:solidFill>
              </a:rPr>
              <a:t>sV</a:t>
            </a:r>
            <a:r>
              <a:rPr lang="en-US">
                <a:solidFill>
                  <a:srgbClr val="FF0000"/>
                </a:solidFill>
              </a:rPr>
              <a:t>) and prints out to the console in verbose mode (-v)</a:t>
            </a:r>
            <a:endParaRPr lang="en-US"/>
          </a:p>
          <a:p>
            <a:pPr marL="0" indent="0">
              <a:buNone/>
            </a:pPr>
            <a:endParaRPr 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Answer: Scans a single IP for most common 100 ports (-F) while checking for </a:t>
            </a:r>
            <a:r>
              <a:rPr lang="en-US" err="1">
                <a:solidFill>
                  <a:srgbClr val="FF0000"/>
                </a:solidFill>
              </a:rPr>
              <a:t>theOperating</a:t>
            </a:r>
            <a:r>
              <a:rPr lang="en-US">
                <a:solidFill>
                  <a:srgbClr val="FF0000"/>
                </a:solidFill>
              </a:rPr>
              <a:t> System </a:t>
            </a:r>
            <a:r>
              <a:rPr lang="en-US" err="1">
                <a:solidFill>
                  <a:srgbClr val="FF0000"/>
                </a:solidFill>
              </a:rPr>
              <a:t>fingerpring</a:t>
            </a:r>
            <a:r>
              <a:rPr lang="en-US">
                <a:solidFill>
                  <a:srgbClr val="FF0000"/>
                </a:solidFill>
              </a:rPr>
              <a:t> (-O) checks the service version of the running </a:t>
            </a:r>
            <a:r>
              <a:rPr lang="en-US" err="1">
                <a:solidFill>
                  <a:srgbClr val="FF0000"/>
                </a:solidFill>
              </a:rPr>
              <a:t>serviceson</a:t>
            </a:r>
            <a:r>
              <a:rPr lang="en-US">
                <a:solidFill>
                  <a:srgbClr val="FF0000"/>
                </a:solidFill>
              </a:rPr>
              <a:t> the ports (-</a:t>
            </a:r>
            <a:r>
              <a:rPr lang="en-US" err="1">
                <a:solidFill>
                  <a:srgbClr val="FF0000"/>
                </a:solidFill>
              </a:rPr>
              <a:t>sV</a:t>
            </a:r>
            <a:r>
              <a:rPr lang="en-US">
                <a:solidFill>
                  <a:srgbClr val="FF0000"/>
                </a:solidFill>
              </a:rPr>
              <a:t>) while printing the output in Very Verbose mode (-</a:t>
            </a:r>
            <a:r>
              <a:rPr lang="en-US" err="1">
                <a:solidFill>
                  <a:srgbClr val="FF0000"/>
                </a:solidFill>
              </a:rPr>
              <a:t>vV</a:t>
            </a:r>
            <a:r>
              <a:rPr lang="en-US">
                <a:solidFill>
                  <a:srgbClr val="FF0000"/>
                </a:solidFill>
              </a:rPr>
              <a:t>). </a:t>
            </a:r>
            <a:r>
              <a:rPr lang="en-US" err="1">
                <a:solidFill>
                  <a:srgbClr val="FF0000"/>
                </a:solidFill>
              </a:rPr>
              <a:t>Defaultvulnerabilities</a:t>
            </a:r>
            <a:r>
              <a:rPr lang="en-US">
                <a:solidFill>
                  <a:srgbClr val="FF0000"/>
                </a:solidFill>
              </a:rPr>
              <a:t> are checked with a script (--script=vuln) in an aggressive manner (-A)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89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>
          <a:extLst>
            <a:ext uri="{FF2B5EF4-FFF2-40B4-BE49-F238E27FC236}">
              <a16:creationId xmlns:a16="http://schemas.microsoft.com/office/drawing/2014/main" id="{13C364F8-2325-F78D-3788-7007942D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>
            <a:extLst>
              <a:ext uri="{FF2B5EF4-FFF2-40B4-BE49-F238E27FC236}">
                <a16:creationId xmlns:a16="http://schemas.microsoft.com/office/drawing/2014/main" id="{12E35862-1A6E-1FC2-53F3-4E88FFE96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>
            <a:extLst>
              <a:ext uri="{FF2B5EF4-FFF2-40B4-BE49-F238E27FC236}">
                <a16:creationId xmlns:a16="http://schemas.microsoft.com/office/drawing/2014/main" id="{C0AD25A1-A4FF-EB35-8AA3-AB3BE40FE8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22437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>
          <a:extLst>
            <a:ext uri="{FF2B5EF4-FFF2-40B4-BE49-F238E27FC236}">
              <a16:creationId xmlns:a16="http://schemas.microsoft.com/office/drawing/2014/main" id="{899923FC-891F-78D0-A5DC-AB6130C2A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>
            <a:extLst>
              <a:ext uri="{FF2B5EF4-FFF2-40B4-BE49-F238E27FC236}">
                <a16:creationId xmlns:a16="http://schemas.microsoft.com/office/drawing/2014/main" id="{7610D418-A02F-584B-56AD-6039D9B48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>
            <a:extLst>
              <a:ext uri="{FF2B5EF4-FFF2-40B4-BE49-F238E27FC236}">
                <a16:creationId xmlns:a16="http://schemas.microsoft.com/office/drawing/2014/main" id="{D63B5E98-0A35-75F1-C5BE-2B5301490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2241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>
          <a:extLst>
            <a:ext uri="{FF2B5EF4-FFF2-40B4-BE49-F238E27FC236}">
              <a16:creationId xmlns:a16="http://schemas.microsoft.com/office/drawing/2014/main" id="{DC63B69A-3453-5C09-64EA-A2A83CD49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1e3b5614060_0_76:notes">
            <a:extLst>
              <a:ext uri="{FF2B5EF4-FFF2-40B4-BE49-F238E27FC236}">
                <a16:creationId xmlns:a16="http://schemas.microsoft.com/office/drawing/2014/main" id="{12DAEA00-E546-5E10-E914-2768B1F448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1e3b5614060_0_76:notes">
            <a:extLst>
              <a:ext uri="{FF2B5EF4-FFF2-40B4-BE49-F238E27FC236}">
                <a16:creationId xmlns:a16="http://schemas.microsoft.com/office/drawing/2014/main" id="{D72EE829-E9D8-9E12-B1AE-8453DE5E98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83428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>
          <a:extLst>
            <a:ext uri="{FF2B5EF4-FFF2-40B4-BE49-F238E27FC236}">
              <a16:creationId xmlns:a16="http://schemas.microsoft.com/office/drawing/2014/main" id="{AB1DB28D-183D-711D-0CE4-4BB32119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4f0a10b9f6_3_26:notes">
            <a:extLst>
              <a:ext uri="{FF2B5EF4-FFF2-40B4-BE49-F238E27FC236}">
                <a16:creationId xmlns:a16="http://schemas.microsoft.com/office/drawing/2014/main" id="{952C3391-6B8A-200C-2B66-8303281E1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4f0a10b9f6_3_26:notes">
            <a:extLst>
              <a:ext uri="{FF2B5EF4-FFF2-40B4-BE49-F238E27FC236}">
                <a16:creationId xmlns:a16="http://schemas.microsoft.com/office/drawing/2014/main" id="{9666E661-2377-3225-347A-90D1D1B47C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0630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>
          <a:extLst>
            <a:ext uri="{FF2B5EF4-FFF2-40B4-BE49-F238E27FC236}">
              <a16:creationId xmlns:a16="http://schemas.microsoft.com/office/drawing/2014/main" id="{542CA373-1893-CEC3-1B60-57056A98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1e3a2520e43_0_408:notes">
            <a:extLst>
              <a:ext uri="{FF2B5EF4-FFF2-40B4-BE49-F238E27FC236}">
                <a16:creationId xmlns:a16="http://schemas.microsoft.com/office/drawing/2014/main" id="{F36BE6E1-101E-E128-304A-E034EA041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1e3a2520e43_0_408:notes">
            <a:extLst>
              <a:ext uri="{FF2B5EF4-FFF2-40B4-BE49-F238E27FC236}">
                <a16:creationId xmlns:a16="http://schemas.microsoft.com/office/drawing/2014/main" id="{9E6E23FC-C95D-93CC-E053-505003895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569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609025" y="275660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495825" y="-94622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428907" y="264711"/>
            <a:ext cx="394890" cy="2708974"/>
            <a:chOff x="1091626" y="1489114"/>
            <a:chExt cx="502981" cy="3450483"/>
          </a:xfrm>
        </p:grpSpPr>
        <p:sp>
          <p:nvSpPr>
            <p:cNvPr id="12" name="Google Shape;12;p2"/>
            <p:cNvSpPr/>
            <p:nvPr/>
          </p:nvSpPr>
          <p:spPr>
            <a:xfrm>
              <a:off x="1343105" y="1489114"/>
              <a:ext cx="152621" cy="3450483"/>
            </a:xfrm>
            <a:custGeom>
              <a:avLst/>
              <a:gdLst/>
              <a:ahLst/>
              <a:cxnLst/>
              <a:rect l="l" t="t" r="r" b="b"/>
              <a:pathLst>
                <a:path w="6796" h="153645" extrusionOk="0">
                  <a:moveTo>
                    <a:pt x="6511" y="1"/>
                  </a:moveTo>
                  <a:lnTo>
                    <a:pt x="6511" y="8956"/>
                  </a:lnTo>
                  <a:lnTo>
                    <a:pt x="0" y="15384"/>
                  </a:lnTo>
                  <a:lnTo>
                    <a:pt x="0" y="153644"/>
                  </a:lnTo>
                  <a:lnTo>
                    <a:pt x="285" y="153644"/>
                  </a:lnTo>
                  <a:lnTo>
                    <a:pt x="285" y="15501"/>
                  </a:lnTo>
                  <a:lnTo>
                    <a:pt x="6796" y="9073"/>
                  </a:lnTo>
                  <a:lnTo>
                    <a:pt x="679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482925" y="3087864"/>
              <a:ext cx="24097" cy="1851733"/>
            </a:xfrm>
            <a:custGeom>
              <a:avLst/>
              <a:gdLst/>
              <a:ahLst/>
              <a:cxnLst/>
              <a:rect l="l" t="t" r="r" b="b"/>
              <a:pathLst>
                <a:path w="1073" h="82455" extrusionOk="0">
                  <a:moveTo>
                    <a:pt x="1" y="0"/>
                  </a:moveTo>
                  <a:lnTo>
                    <a:pt x="1" y="2126"/>
                  </a:lnTo>
                  <a:lnTo>
                    <a:pt x="1072" y="2126"/>
                  </a:lnTo>
                  <a:lnTo>
                    <a:pt x="1072" y="0"/>
                  </a:lnTo>
                  <a:close/>
                  <a:moveTo>
                    <a:pt x="1" y="4787"/>
                  </a:moveTo>
                  <a:lnTo>
                    <a:pt x="1" y="6913"/>
                  </a:lnTo>
                  <a:lnTo>
                    <a:pt x="1072" y="6913"/>
                  </a:lnTo>
                  <a:lnTo>
                    <a:pt x="1072" y="4787"/>
                  </a:lnTo>
                  <a:close/>
                  <a:moveTo>
                    <a:pt x="1" y="9574"/>
                  </a:moveTo>
                  <a:lnTo>
                    <a:pt x="1" y="11700"/>
                  </a:lnTo>
                  <a:lnTo>
                    <a:pt x="1072" y="11700"/>
                  </a:lnTo>
                  <a:lnTo>
                    <a:pt x="1072" y="9574"/>
                  </a:lnTo>
                  <a:close/>
                  <a:moveTo>
                    <a:pt x="1" y="14345"/>
                  </a:moveTo>
                  <a:lnTo>
                    <a:pt x="1" y="16471"/>
                  </a:lnTo>
                  <a:lnTo>
                    <a:pt x="1072" y="16471"/>
                  </a:lnTo>
                  <a:lnTo>
                    <a:pt x="1072" y="14345"/>
                  </a:lnTo>
                  <a:close/>
                  <a:moveTo>
                    <a:pt x="1" y="19132"/>
                  </a:moveTo>
                  <a:lnTo>
                    <a:pt x="1" y="21258"/>
                  </a:lnTo>
                  <a:lnTo>
                    <a:pt x="1072" y="21258"/>
                  </a:lnTo>
                  <a:lnTo>
                    <a:pt x="1072" y="19132"/>
                  </a:lnTo>
                  <a:close/>
                  <a:moveTo>
                    <a:pt x="1" y="23919"/>
                  </a:moveTo>
                  <a:lnTo>
                    <a:pt x="1" y="26045"/>
                  </a:lnTo>
                  <a:lnTo>
                    <a:pt x="1072" y="26045"/>
                  </a:lnTo>
                  <a:lnTo>
                    <a:pt x="1072" y="23919"/>
                  </a:lnTo>
                  <a:close/>
                  <a:moveTo>
                    <a:pt x="1" y="28690"/>
                  </a:moveTo>
                  <a:lnTo>
                    <a:pt x="1" y="30816"/>
                  </a:lnTo>
                  <a:lnTo>
                    <a:pt x="1072" y="30816"/>
                  </a:lnTo>
                  <a:lnTo>
                    <a:pt x="1072" y="28690"/>
                  </a:lnTo>
                  <a:close/>
                  <a:moveTo>
                    <a:pt x="1" y="33477"/>
                  </a:moveTo>
                  <a:lnTo>
                    <a:pt x="1" y="35603"/>
                  </a:lnTo>
                  <a:lnTo>
                    <a:pt x="1072" y="35603"/>
                  </a:lnTo>
                  <a:lnTo>
                    <a:pt x="1072" y="33477"/>
                  </a:lnTo>
                  <a:close/>
                  <a:moveTo>
                    <a:pt x="1" y="38264"/>
                  </a:moveTo>
                  <a:lnTo>
                    <a:pt x="1" y="40390"/>
                  </a:lnTo>
                  <a:lnTo>
                    <a:pt x="1072" y="40390"/>
                  </a:lnTo>
                  <a:lnTo>
                    <a:pt x="1072" y="38264"/>
                  </a:lnTo>
                  <a:close/>
                  <a:moveTo>
                    <a:pt x="1" y="43052"/>
                  </a:moveTo>
                  <a:lnTo>
                    <a:pt x="1" y="45177"/>
                  </a:lnTo>
                  <a:lnTo>
                    <a:pt x="1072" y="45177"/>
                  </a:lnTo>
                  <a:lnTo>
                    <a:pt x="1072" y="43052"/>
                  </a:lnTo>
                  <a:close/>
                  <a:moveTo>
                    <a:pt x="1" y="47822"/>
                  </a:moveTo>
                  <a:lnTo>
                    <a:pt x="1" y="49948"/>
                  </a:lnTo>
                  <a:lnTo>
                    <a:pt x="1072" y="49948"/>
                  </a:lnTo>
                  <a:lnTo>
                    <a:pt x="1072" y="47822"/>
                  </a:lnTo>
                  <a:close/>
                  <a:moveTo>
                    <a:pt x="1" y="52609"/>
                  </a:moveTo>
                  <a:lnTo>
                    <a:pt x="1" y="54735"/>
                  </a:lnTo>
                  <a:lnTo>
                    <a:pt x="1072" y="54735"/>
                  </a:lnTo>
                  <a:lnTo>
                    <a:pt x="1072" y="52609"/>
                  </a:lnTo>
                  <a:close/>
                  <a:moveTo>
                    <a:pt x="1" y="57397"/>
                  </a:moveTo>
                  <a:lnTo>
                    <a:pt x="1" y="59522"/>
                  </a:lnTo>
                  <a:lnTo>
                    <a:pt x="1072" y="59522"/>
                  </a:lnTo>
                  <a:lnTo>
                    <a:pt x="1072" y="57397"/>
                  </a:lnTo>
                  <a:close/>
                  <a:moveTo>
                    <a:pt x="1" y="62167"/>
                  </a:moveTo>
                  <a:lnTo>
                    <a:pt x="1" y="64293"/>
                  </a:lnTo>
                  <a:lnTo>
                    <a:pt x="1072" y="64293"/>
                  </a:lnTo>
                  <a:lnTo>
                    <a:pt x="1072" y="62167"/>
                  </a:lnTo>
                  <a:close/>
                  <a:moveTo>
                    <a:pt x="1" y="66954"/>
                  </a:moveTo>
                  <a:lnTo>
                    <a:pt x="1" y="69080"/>
                  </a:lnTo>
                  <a:lnTo>
                    <a:pt x="1072" y="69080"/>
                  </a:lnTo>
                  <a:lnTo>
                    <a:pt x="1072" y="66954"/>
                  </a:lnTo>
                  <a:close/>
                  <a:moveTo>
                    <a:pt x="1" y="71741"/>
                  </a:moveTo>
                  <a:lnTo>
                    <a:pt x="1" y="73867"/>
                  </a:lnTo>
                  <a:lnTo>
                    <a:pt x="1072" y="73867"/>
                  </a:lnTo>
                  <a:lnTo>
                    <a:pt x="1072" y="71741"/>
                  </a:lnTo>
                  <a:close/>
                  <a:moveTo>
                    <a:pt x="1" y="76529"/>
                  </a:moveTo>
                  <a:lnTo>
                    <a:pt x="1" y="78638"/>
                  </a:lnTo>
                  <a:lnTo>
                    <a:pt x="1072" y="78638"/>
                  </a:lnTo>
                  <a:lnTo>
                    <a:pt x="1072" y="76529"/>
                  </a:lnTo>
                  <a:close/>
                  <a:moveTo>
                    <a:pt x="1" y="81299"/>
                  </a:moveTo>
                  <a:lnTo>
                    <a:pt x="1" y="82454"/>
                  </a:lnTo>
                  <a:lnTo>
                    <a:pt x="1072" y="82454"/>
                  </a:lnTo>
                  <a:lnTo>
                    <a:pt x="1072" y="81299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091626" y="2103731"/>
              <a:ext cx="502981" cy="502599"/>
            </a:xfrm>
            <a:custGeom>
              <a:avLst/>
              <a:gdLst/>
              <a:ahLst/>
              <a:cxnLst/>
              <a:rect l="l" t="t" r="r" b="b"/>
              <a:pathLst>
                <a:path w="22397" h="22380" extrusionOk="0">
                  <a:moveTo>
                    <a:pt x="10495" y="0"/>
                  </a:moveTo>
                  <a:cubicBezTo>
                    <a:pt x="10127" y="17"/>
                    <a:pt x="9742" y="67"/>
                    <a:pt x="9374" y="118"/>
                  </a:cubicBezTo>
                  <a:lnTo>
                    <a:pt x="9457" y="670"/>
                  </a:lnTo>
                  <a:cubicBezTo>
                    <a:pt x="9809" y="620"/>
                    <a:pt x="10177" y="570"/>
                    <a:pt x="10529" y="553"/>
                  </a:cubicBezTo>
                  <a:lnTo>
                    <a:pt x="10495" y="0"/>
                  </a:lnTo>
                  <a:close/>
                  <a:moveTo>
                    <a:pt x="11935" y="0"/>
                  </a:moveTo>
                  <a:lnTo>
                    <a:pt x="11884" y="553"/>
                  </a:lnTo>
                  <a:cubicBezTo>
                    <a:pt x="12236" y="570"/>
                    <a:pt x="12604" y="620"/>
                    <a:pt x="12972" y="670"/>
                  </a:cubicBezTo>
                  <a:lnTo>
                    <a:pt x="13056" y="118"/>
                  </a:lnTo>
                  <a:cubicBezTo>
                    <a:pt x="12688" y="67"/>
                    <a:pt x="12303" y="17"/>
                    <a:pt x="11935" y="0"/>
                  </a:cubicBezTo>
                  <a:close/>
                  <a:moveTo>
                    <a:pt x="7984" y="452"/>
                  </a:moveTo>
                  <a:cubicBezTo>
                    <a:pt x="7616" y="553"/>
                    <a:pt x="7248" y="687"/>
                    <a:pt x="6913" y="837"/>
                  </a:cubicBezTo>
                  <a:lnTo>
                    <a:pt x="7114" y="1340"/>
                  </a:lnTo>
                  <a:cubicBezTo>
                    <a:pt x="7449" y="1206"/>
                    <a:pt x="7800" y="1088"/>
                    <a:pt x="8135" y="971"/>
                  </a:cubicBezTo>
                  <a:lnTo>
                    <a:pt x="7984" y="452"/>
                  </a:lnTo>
                  <a:close/>
                  <a:moveTo>
                    <a:pt x="14445" y="452"/>
                  </a:moveTo>
                  <a:lnTo>
                    <a:pt x="14278" y="988"/>
                  </a:lnTo>
                  <a:cubicBezTo>
                    <a:pt x="14629" y="1088"/>
                    <a:pt x="14964" y="1206"/>
                    <a:pt x="15299" y="1340"/>
                  </a:cubicBezTo>
                  <a:lnTo>
                    <a:pt x="15517" y="837"/>
                  </a:lnTo>
                  <a:cubicBezTo>
                    <a:pt x="15165" y="687"/>
                    <a:pt x="14797" y="553"/>
                    <a:pt x="14445" y="452"/>
                  </a:cubicBezTo>
                  <a:close/>
                  <a:moveTo>
                    <a:pt x="5624" y="1457"/>
                  </a:moveTo>
                  <a:cubicBezTo>
                    <a:pt x="5289" y="1641"/>
                    <a:pt x="4971" y="1858"/>
                    <a:pt x="4670" y="2093"/>
                  </a:cubicBezTo>
                  <a:lnTo>
                    <a:pt x="4988" y="2528"/>
                  </a:lnTo>
                  <a:cubicBezTo>
                    <a:pt x="5273" y="2310"/>
                    <a:pt x="5591" y="2126"/>
                    <a:pt x="5892" y="1942"/>
                  </a:cubicBezTo>
                  <a:lnTo>
                    <a:pt x="5624" y="1457"/>
                  </a:lnTo>
                  <a:close/>
                  <a:moveTo>
                    <a:pt x="16789" y="1457"/>
                  </a:moveTo>
                  <a:lnTo>
                    <a:pt x="16504" y="1942"/>
                  </a:lnTo>
                  <a:cubicBezTo>
                    <a:pt x="16822" y="2126"/>
                    <a:pt x="17124" y="2327"/>
                    <a:pt x="17425" y="2545"/>
                  </a:cubicBezTo>
                  <a:lnTo>
                    <a:pt x="17743" y="2093"/>
                  </a:lnTo>
                  <a:cubicBezTo>
                    <a:pt x="17442" y="1858"/>
                    <a:pt x="17124" y="1641"/>
                    <a:pt x="16789" y="1457"/>
                  </a:cubicBezTo>
                  <a:close/>
                  <a:moveTo>
                    <a:pt x="3565" y="2980"/>
                  </a:moveTo>
                  <a:cubicBezTo>
                    <a:pt x="3281" y="3248"/>
                    <a:pt x="3030" y="3516"/>
                    <a:pt x="2779" y="3800"/>
                  </a:cubicBezTo>
                  <a:lnTo>
                    <a:pt x="3180" y="4168"/>
                  </a:lnTo>
                  <a:cubicBezTo>
                    <a:pt x="3415" y="3901"/>
                    <a:pt x="3666" y="3633"/>
                    <a:pt x="3934" y="3398"/>
                  </a:cubicBezTo>
                  <a:lnTo>
                    <a:pt x="3565" y="2980"/>
                  </a:lnTo>
                  <a:close/>
                  <a:moveTo>
                    <a:pt x="18848" y="2997"/>
                  </a:moveTo>
                  <a:lnTo>
                    <a:pt x="18463" y="3398"/>
                  </a:lnTo>
                  <a:cubicBezTo>
                    <a:pt x="18730" y="3649"/>
                    <a:pt x="18981" y="3901"/>
                    <a:pt x="19216" y="4168"/>
                  </a:cubicBezTo>
                  <a:lnTo>
                    <a:pt x="19634" y="3817"/>
                  </a:lnTo>
                  <a:cubicBezTo>
                    <a:pt x="19383" y="3516"/>
                    <a:pt x="19115" y="3248"/>
                    <a:pt x="18848" y="2997"/>
                  </a:cubicBezTo>
                  <a:close/>
                  <a:moveTo>
                    <a:pt x="1908" y="4938"/>
                  </a:moveTo>
                  <a:cubicBezTo>
                    <a:pt x="1691" y="5240"/>
                    <a:pt x="1490" y="5574"/>
                    <a:pt x="1306" y="5909"/>
                  </a:cubicBezTo>
                  <a:lnTo>
                    <a:pt x="1808" y="6177"/>
                  </a:lnTo>
                  <a:cubicBezTo>
                    <a:pt x="1975" y="5859"/>
                    <a:pt x="2159" y="5541"/>
                    <a:pt x="2360" y="5240"/>
                  </a:cubicBezTo>
                  <a:lnTo>
                    <a:pt x="1908" y="4938"/>
                  </a:lnTo>
                  <a:close/>
                  <a:moveTo>
                    <a:pt x="20505" y="4938"/>
                  </a:moveTo>
                  <a:lnTo>
                    <a:pt x="20036" y="5256"/>
                  </a:lnTo>
                  <a:lnTo>
                    <a:pt x="20053" y="5256"/>
                  </a:lnTo>
                  <a:cubicBezTo>
                    <a:pt x="20254" y="5541"/>
                    <a:pt x="20438" y="5859"/>
                    <a:pt x="20605" y="6177"/>
                  </a:cubicBezTo>
                  <a:lnTo>
                    <a:pt x="21091" y="5909"/>
                  </a:lnTo>
                  <a:cubicBezTo>
                    <a:pt x="20906" y="5574"/>
                    <a:pt x="20722" y="5256"/>
                    <a:pt x="20505" y="4938"/>
                  </a:cubicBezTo>
                  <a:close/>
                  <a:moveTo>
                    <a:pt x="720" y="7198"/>
                  </a:moveTo>
                  <a:cubicBezTo>
                    <a:pt x="586" y="7566"/>
                    <a:pt x="469" y="7918"/>
                    <a:pt x="368" y="8286"/>
                  </a:cubicBezTo>
                  <a:lnTo>
                    <a:pt x="904" y="8437"/>
                  </a:lnTo>
                  <a:cubicBezTo>
                    <a:pt x="1004" y="8085"/>
                    <a:pt x="1105" y="7734"/>
                    <a:pt x="1239" y="7399"/>
                  </a:cubicBezTo>
                  <a:lnTo>
                    <a:pt x="720" y="7198"/>
                  </a:lnTo>
                  <a:close/>
                  <a:moveTo>
                    <a:pt x="21676" y="7215"/>
                  </a:moveTo>
                  <a:lnTo>
                    <a:pt x="21158" y="7416"/>
                  </a:lnTo>
                  <a:cubicBezTo>
                    <a:pt x="21291" y="7750"/>
                    <a:pt x="21409" y="8085"/>
                    <a:pt x="21492" y="8437"/>
                  </a:cubicBezTo>
                  <a:lnTo>
                    <a:pt x="22028" y="8303"/>
                  </a:lnTo>
                  <a:cubicBezTo>
                    <a:pt x="21927" y="7935"/>
                    <a:pt x="21810" y="7566"/>
                    <a:pt x="21676" y="7215"/>
                  </a:cubicBezTo>
                  <a:close/>
                  <a:moveTo>
                    <a:pt x="100" y="9692"/>
                  </a:moveTo>
                  <a:cubicBezTo>
                    <a:pt x="50" y="10060"/>
                    <a:pt x="17" y="10445"/>
                    <a:pt x="0" y="10830"/>
                  </a:cubicBezTo>
                  <a:lnTo>
                    <a:pt x="552" y="10847"/>
                  </a:lnTo>
                  <a:cubicBezTo>
                    <a:pt x="569" y="10479"/>
                    <a:pt x="603" y="10127"/>
                    <a:pt x="653" y="9759"/>
                  </a:cubicBezTo>
                  <a:lnTo>
                    <a:pt x="100" y="9692"/>
                  </a:lnTo>
                  <a:close/>
                  <a:moveTo>
                    <a:pt x="22312" y="9692"/>
                  </a:moveTo>
                  <a:lnTo>
                    <a:pt x="21760" y="9759"/>
                  </a:lnTo>
                  <a:lnTo>
                    <a:pt x="21760" y="9776"/>
                  </a:lnTo>
                  <a:cubicBezTo>
                    <a:pt x="21810" y="10127"/>
                    <a:pt x="21827" y="10479"/>
                    <a:pt x="21844" y="10847"/>
                  </a:cubicBezTo>
                  <a:lnTo>
                    <a:pt x="22396" y="10830"/>
                  </a:lnTo>
                  <a:cubicBezTo>
                    <a:pt x="22396" y="10445"/>
                    <a:pt x="22363" y="10060"/>
                    <a:pt x="22312" y="9692"/>
                  </a:cubicBezTo>
                  <a:close/>
                  <a:moveTo>
                    <a:pt x="21794" y="12203"/>
                  </a:moveTo>
                  <a:cubicBezTo>
                    <a:pt x="21760" y="12554"/>
                    <a:pt x="21710" y="12906"/>
                    <a:pt x="21643" y="13274"/>
                  </a:cubicBezTo>
                  <a:lnTo>
                    <a:pt x="22195" y="13375"/>
                  </a:lnTo>
                  <a:cubicBezTo>
                    <a:pt x="22262" y="13006"/>
                    <a:pt x="22312" y="12621"/>
                    <a:pt x="22363" y="12253"/>
                  </a:cubicBezTo>
                  <a:lnTo>
                    <a:pt x="21794" y="12203"/>
                  </a:lnTo>
                  <a:close/>
                  <a:moveTo>
                    <a:pt x="603" y="12203"/>
                  </a:moveTo>
                  <a:lnTo>
                    <a:pt x="50" y="12253"/>
                  </a:lnTo>
                  <a:cubicBezTo>
                    <a:pt x="84" y="12621"/>
                    <a:pt x="134" y="13006"/>
                    <a:pt x="218" y="13391"/>
                  </a:cubicBezTo>
                  <a:lnTo>
                    <a:pt x="753" y="13274"/>
                  </a:lnTo>
                  <a:cubicBezTo>
                    <a:pt x="686" y="12906"/>
                    <a:pt x="636" y="12554"/>
                    <a:pt x="603" y="12203"/>
                  </a:cubicBezTo>
                  <a:close/>
                  <a:moveTo>
                    <a:pt x="1105" y="14580"/>
                  </a:moveTo>
                  <a:lnTo>
                    <a:pt x="586" y="14747"/>
                  </a:lnTo>
                  <a:lnTo>
                    <a:pt x="569" y="14747"/>
                  </a:lnTo>
                  <a:cubicBezTo>
                    <a:pt x="703" y="15115"/>
                    <a:pt x="837" y="15467"/>
                    <a:pt x="1004" y="15818"/>
                  </a:cubicBezTo>
                  <a:lnTo>
                    <a:pt x="1506" y="15584"/>
                  </a:lnTo>
                  <a:cubicBezTo>
                    <a:pt x="1356" y="15266"/>
                    <a:pt x="1222" y="14915"/>
                    <a:pt x="1105" y="14580"/>
                  </a:cubicBezTo>
                  <a:close/>
                  <a:moveTo>
                    <a:pt x="21291" y="14580"/>
                  </a:moveTo>
                  <a:cubicBezTo>
                    <a:pt x="21174" y="14931"/>
                    <a:pt x="21040" y="15266"/>
                    <a:pt x="20906" y="15584"/>
                  </a:cubicBezTo>
                  <a:lnTo>
                    <a:pt x="21409" y="15818"/>
                  </a:lnTo>
                  <a:cubicBezTo>
                    <a:pt x="21559" y="15484"/>
                    <a:pt x="21710" y="15115"/>
                    <a:pt x="21827" y="14764"/>
                  </a:cubicBezTo>
                  <a:lnTo>
                    <a:pt x="21291" y="14580"/>
                  </a:lnTo>
                  <a:close/>
                  <a:moveTo>
                    <a:pt x="2143" y="16772"/>
                  </a:moveTo>
                  <a:lnTo>
                    <a:pt x="1674" y="17074"/>
                  </a:lnTo>
                  <a:cubicBezTo>
                    <a:pt x="1858" y="17392"/>
                    <a:pt x="2092" y="17710"/>
                    <a:pt x="2327" y="18011"/>
                  </a:cubicBezTo>
                  <a:lnTo>
                    <a:pt x="2762" y="17676"/>
                  </a:lnTo>
                  <a:cubicBezTo>
                    <a:pt x="2544" y="17392"/>
                    <a:pt x="2343" y="17091"/>
                    <a:pt x="2143" y="16772"/>
                  </a:cubicBezTo>
                  <a:close/>
                  <a:moveTo>
                    <a:pt x="20254" y="16789"/>
                  </a:moveTo>
                  <a:cubicBezTo>
                    <a:pt x="20070" y="17091"/>
                    <a:pt x="19852" y="17392"/>
                    <a:pt x="19651" y="17676"/>
                  </a:cubicBezTo>
                  <a:lnTo>
                    <a:pt x="20086" y="18011"/>
                  </a:lnTo>
                  <a:cubicBezTo>
                    <a:pt x="20321" y="17710"/>
                    <a:pt x="20538" y="17409"/>
                    <a:pt x="20739" y="17074"/>
                  </a:cubicBezTo>
                  <a:lnTo>
                    <a:pt x="20254" y="16789"/>
                  </a:lnTo>
                  <a:close/>
                  <a:moveTo>
                    <a:pt x="3649" y="18681"/>
                  </a:moveTo>
                  <a:lnTo>
                    <a:pt x="3264" y="19082"/>
                  </a:lnTo>
                  <a:lnTo>
                    <a:pt x="3247" y="19082"/>
                  </a:lnTo>
                  <a:cubicBezTo>
                    <a:pt x="3515" y="19350"/>
                    <a:pt x="3800" y="19601"/>
                    <a:pt x="4101" y="19852"/>
                  </a:cubicBezTo>
                  <a:lnTo>
                    <a:pt x="4452" y="19417"/>
                  </a:lnTo>
                  <a:cubicBezTo>
                    <a:pt x="4185" y="19183"/>
                    <a:pt x="3917" y="18949"/>
                    <a:pt x="3649" y="18681"/>
                  </a:cubicBezTo>
                  <a:close/>
                  <a:moveTo>
                    <a:pt x="18747" y="18697"/>
                  </a:moveTo>
                  <a:cubicBezTo>
                    <a:pt x="18496" y="18949"/>
                    <a:pt x="18228" y="19200"/>
                    <a:pt x="17944" y="19417"/>
                  </a:cubicBezTo>
                  <a:lnTo>
                    <a:pt x="18312" y="19852"/>
                  </a:lnTo>
                  <a:cubicBezTo>
                    <a:pt x="18597" y="19618"/>
                    <a:pt x="18881" y="19350"/>
                    <a:pt x="19149" y="19082"/>
                  </a:cubicBezTo>
                  <a:lnTo>
                    <a:pt x="18747" y="18697"/>
                  </a:lnTo>
                  <a:close/>
                  <a:moveTo>
                    <a:pt x="5540" y="20221"/>
                  </a:moveTo>
                  <a:lnTo>
                    <a:pt x="5256" y="20689"/>
                  </a:lnTo>
                  <a:cubicBezTo>
                    <a:pt x="5574" y="20890"/>
                    <a:pt x="5909" y="21074"/>
                    <a:pt x="6243" y="21242"/>
                  </a:cubicBezTo>
                  <a:lnTo>
                    <a:pt x="6495" y="20740"/>
                  </a:lnTo>
                  <a:cubicBezTo>
                    <a:pt x="6177" y="20589"/>
                    <a:pt x="5858" y="20405"/>
                    <a:pt x="5540" y="20221"/>
                  </a:cubicBezTo>
                  <a:close/>
                  <a:moveTo>
                    <a:pt x="16856" y="20221"/>
                  </a:moveTo>
                  <a:cubicBezTo>
                    <a:pt x="16538" y="20405"/>
                    <a:pt x="16220" y="20589"/>
                    <a:pt x="15902" y="20740"/>
                  </a:cubicBezTo>
                  <a:lnTo>
                    <a:pt x="16153" y="21242"/>
                  </a:lnTo>
                  <a:cubicBezTo>
                    <a:pt x="16487" y="21074"/>
                    <a:pt x="16822" y="20890"/>
                    <a:pt x="17140" y="20689"/>
                  </a:cubicBezTo>
                  <a:lnTo>
                    <a:pt x="16856" y="20221"/>
                  </a:lnTo>
                  <a:close/>
                  <a:moveTo>
                    <a:pt x="7750" y="21258"/>
                  </a:moveTo>
                  <a:lnTo>
                    <a:pt x="7566" y="21777"/>
                  </a:lnTo>
                  <a:lnTo>
                    <a:pt x="7566" y="21794"/>
                  </a:lnTo>
                  <a:cubicBezTo>
                    <a:pt x="7917" y="21911"/>
                    <a:pt x="8286" y="22012"/>
                    <a:pt x="8671" y="22095"/>
                  </a:cubicBezTo>
                  <a:lnTo>
                    <a:pt x="8804" y="21560"/>
                  </a:lnTo>
                  <a:cubicBezTo>
                    <a:pt x="8436" y="21476"/>
                    <a:pt x="8101" y="21376"/>
                    <a:pt x="7750" y="21258"/>
                  </a:cubicBezTo>
                  <a:close/>
                  <a:moveTo>
                    <a:pt x="14663" y="21258"/>
                  </a:moveTo>
                  <a:cubicBezTo>
                    <a:pt x="14328" y="21376"/>
                    <a:pt x="13977" y="21476"/>
                    <a:pt x="13625" y="21560"/>
                  </a:cubicBezTo>
                  <a:lnTo>
                    <a:pt x="13759" y="22095"/>
                  </a:lnTo>
                  <a:cubicBezTo>
                    <a:pt x="14111" y="22012"/>
                    <a:pt x="14496" y="21911"/>
                    <a:pt x="14847" y="21777"/>
                  </a:cubicBezTo>
                  <a:lnTo>
                    <a:pt x="14663" y="21258"/>
                  </a:lnTo>
                  <a:close/>
                  <a:moveTo>
                    <a:pt x="10127" y="21777"/>
                  </a:moveTo>
                  <a:lnTo>
                    <a:pt x="10077" y="22330"/>
                  </a:lnTo>
                  <a:lnTo>
                    <a:pt x="10060" y="22330"/>
                  </a:lnTo>
                  <a:cubicBezTo>
                    <a:pt x="10445" y="22380"/>
                    <a:pt x="10830" y="22380"/>
                    <a:pt x="11215" y="22380"/>
                  </a:cubicBezTo>
                  <a:cubicBezTo>
                    <a:pt x="11583" y="22380"/>
                    <a:pt x="11968" y="22363"/>
                    <a:pt x="12336" y="22330"/>
                  </a:cubicBezTo>
                  <a:lnTo>
                    <a:pt x="12286" y="21777"/>
                  </a:lnTo>
                  <a:cubicBezTo>
                    <a:pt x="11935" y="21811"/>
                    <a:pt x="11566" y="21828"/>
                    <a:pt x="11215" y="21828"/>
                  </a:cubicBezTo>
                  <a:cubicBezTo>
                    <a:pt x="10847" y="21828"/>
                    <a:pt x="10478" y="21811"/>
                    <a:pt x="10127" y="2177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979300" y="1025075"/>
            <a:ext cx="4209600" cy="21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979300" y="3640225"/>
            <a:ext cx="4209600" cy="43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381350" y="474300"/>
            <a:ext cx="3092100" cy="41949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18" name="Google Shape;18;p2"/>
          <p:cNvGrpSpPr/>
          <p:nvPr/>
        </p:nvGrpSpPr>
        <p:grpSpPr>
          <a:xfrm>
            <a:off x="165650" y="260513"/>
            <a:ext cx="8807500" cy="4622450"/>
            <a:chOff x="165650" y="260513"/>
            <a:chExt cx="8807500" cy="4622450"/>
          </a:xfrm>
        </p:grpSpPr>
        <p:grpSp>
          <p:nvGrpSpPr>
            <p:cNvPr id="19" name="Google Shape;19;p2"/>
            <p:cNvGrpSpPr/>
            <p:nvPr/>
          </p:nvGrpSpPr>
          <p:grpSpPr>
            <a:xfrm>
              <a:off x="3017550" y="260513"/>
              <a:ext cx="5955600" cy="4596013"/>
              <a:chOff x="3002250" y="299588"/>
              <a:chExt cx="5955600" cy="4596013"/>
            </a:xfrm>
          </p:grpSpPr>
          <p:cxnSp>
            <p:nvCxnSpPr>
              <p:cNvPr id="20" name="Google Shape;20;p2"/>
              <p:cNvCxnSpPr/>
              <p:nvPr/>
            </p:nvCxnSpPr>
            <p:spPr>
              <a:xfrm>
                <a:off x="8953075" y="299588"/>
                <a:ext cx="0" cy="45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10800000">
                <a:off x="3002250" y="300625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 rot="10800000">
                <a:off x="3002250" y="4895600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3" name="Google Shape;23;p2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5317250" y="2106925"/>
            <a:ext cx="3111600" cy="124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5315276" y="1265125"/>
            <a:ext cx="3111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5315275" y="3303875"/>
            <a:ext cx="3111600" cy="5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>
            <a:spLocks noGrp="1"/>
          </p:cNvSpPr>
          <p:nvPr>
            <p:ph type="pic" idx="3"/>
          </p:nvPr>
        </p:nvSpPr>
        <p:spPr>
          <a:xfrm>
            <a:off x="381350" y="474300"/>
            <a:ext cx="4451100" cy="41949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29" name="Google Shape;29;p3"/>
          <p:cNvGrpSpPr/>
          <p:nvPr/>
        </p:nvGrpSpPr>
        <p:grpSpPr>
          <a:xfrm>
            <a:off x="165650" y="260513"/>
            <a:ext cx="8807500" cy="4622450"/>
            <a:chOff x="165650" y="260513"/>
            <a:chExt cx="8807500" cy="4622450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3017550" y="260513"/>
              <a:ext cx="5955600" cy="4596013"/>
              <a:chOff x="3002250" y="299588"/>
              <a:chExt cx="5955600" cy="4596013"/>
            </a:xfrm>
          </p:grpSpPr>
          <p:cxnSp>
            <p:nvCxnSpPr>
              <p:cNvPr id="31" name="Google Shape;31;p3"/>
              <p:cNvCxnSpPr/>
              <p:nvPr/>
            </p:nvCxnSpPr>
            <p:spPr>
              <a:xfrm>
                <a:off x="8953075" y="299588"/>
                <a:ext cx="0" cy="45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3"/>
              <p:cNvCxnSpPr/>
              <p:nvPr/>
            </p:nvCxnSpPr>
            <p:spPr>
              <a:xfrm rot="10800000">
                <a:off x="3002250" y="300625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3"/>
              <p:cNvCxnSpPr/>
              <p:nvPr/>
            </p:nvCxnSpPr>
            <p:spPr>
              <a:xfrm rot="10800000">
                <a:off x="3002250" y="4895600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4" name="Google Shape;34;p3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Google Shape;35;p3"/>
          <p:cNvSpPr/>
          <p:nvPr/>
        </p:nvSpPr>
        <p:spPr>
          <a:xfrm>
            <a:off x="-1526275" y="-15643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445275" y="29165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p3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38" name="Google Shape;38;p3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39" name="Google Shape;39;p3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3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3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2" name="Google Shape;42;p3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" name="Google Shape;43;p3"/>
          <p:cNvGrpSpPr/>
          <p:nvPr/>
        </p:nvGrpSpPr>
        <p:grpSpPr>
          <a:xfrm rot="5400000">
            <a:off x="8421322" y="4290811"/>
            <a:ext cx="362756" cy="761422"/>
            <a:chOff x="3447799" y="586188"/>
            <a:chExt cx="362756" cy="761422"/>
          </a:xfrm>
        </p:grpSpPr>
        <p:sp>
          <p:nvSpPr>
            <p:cNvPr id="44" name="Google Shape;44;p3"/>
            <p:cNvSpPr/>
            <p:nvPr/>
          </p:nvSpPr>
          <p:spPr>
            <a:xfrm>
              <a:off x="3762429" y="1074504"/>
              <a:ext cx="40626" cy="35146"/>
            </a:xfrm>
            <a:custGeom>
              <a:avLst/>
              <a:gdLst/>
              <a:ahLst/>
              <a:cxnLst/>
              <a:rect l="l" t="t" r="r" b="b"/>
              <a:pathLst>
                <a:path w="1809" h="1565" extrusionOk="0">
                  <a:moveTo>
                    <a:pt x="1038" y="0"/>
                  </a:moveTo>
                  <a:cubicBezTo>
                    <a:pt x="335" y="0"/>
                    <a:pt x="0" y="837"/>
                    <a:pt x="486" y="1339"/>
                  </a:cubicBezTo>
                  <a:cubicBezTo>
                    <a:pt x="641" y="1495"/>
                    <a:pt x="833" y="1565"/>
                    <a:pt x="1022" y="1565"/>
                  </a:cubicBezTo>
                  <a:cubicBezTo>
                    <a:pt x="1422" y="1565"/>
                    <a:pt x="1808" y="1253"/>
                    <a:pt x="1808" y="787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3717312" y="1166221"/>
              <a:ext cx="41007" cy="40626"/>
            </a:xfrm>
            <a:custGeom>
              <a:avLst/>
              <a:gdLst/>
              <a:ahLst/>
              <a:cxnLst/>
              <a:rect l="l" t="t" r="r" b="b"/>
              <a:pathLst>
                <a:path w="1826" h="1809" fill="none" extrusionOk="0">
                  <a:moveTo>
                    <a:pt x="1825" y="770"/>
                  </a:moveTo>
                  <a:cubicBezTo>
                    <a:pt x="1825" y="1457"/>
                    <a:pt x="988" y="1808"/>
                    <a:pt x="486" y="1323"/>
                  </a:cubicBezTo>
                  <a:cubicBezTo>
                    <a:pt x="1" y="821"/>
                    <a:pt x="352" y="1"/>
                    <a:pt x="1038" y="1"/>
                  </a:cubicBezTo>
                  <a:cubicBezTo>
                    <a:pt x="1474" y="1"/>
                    <a:pt x="1825" y="335"/>
                    <a:pt x="1825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3504931" y="1038415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8" y="770"/>
                  </a:moveTo>
                  <a:cubicBezTo>
                    <a:pt x="1808" y="1457"/>
                    <a:pt x="971" y="1808"/>
                    <a:pt x="486" y="1323"/>
                  </a:cubicBezTo>
                  <a:cubicBezTo>
                    <a:pt x="0" y="837"/>
                    <a:pt x="335" y="0"/>
                    <a:pt x="1038" y="0"/>
                  </a:cubicBezTo>
                  <a:cubicBezTo>
                    <a:pt x="1457" y="0"/>
                    <a:pt x="1808" y="335"/>
                    <a:pt x="1808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3642124" y="1151938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9" y="770"/>
                  </a:moveTo>
                  <a:cubicBezTo>
                    <a:pt x="1809" y="1473"/>
                    <a:pt x="972" y="1808"/>
                    <a:pt x="486" y="1323"/>
                  </a:cubicBezTo>
                  <a:cubicBezTo>
                    <a:pt x="1" y="837"/>
                    <a:pt x="352" y="0"/>
                    <a:pt x="1039" y="0"/>
                  </a:cubicBezTo>
                  <a:cubicBezTo>
                    <a:pt x="1474" y="0"/>
                    <a:pt x="1809" y="352"/>
                    <a:pt x="1809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3508322" y="1295149"/>
              <a:ext cx="40985" cy="41007"/>
            </a:xfrm>
            <a:custGeom>
              <a:avLst/>
              <a:gdLst/>
              <a:ahLst/>
              <a:cxnLst/>
              <a:rect l="l" t="t" r="r" b="b"/>
              <a:pathLst>
                <a:path w="1825" h="1826" fill="none" extrusionOk="0">
                  <a:moveTo>
                    <a:pt x="1825" y="788"/>
                  </a:moveTo>
                  <a:cubicBezTo>
                    <a:pt x="1825" y="1474"/>
                    <a:pt x="988" y="1825"/>
                    <a:pt x="485" y="1340"/>
                  </a:cubicBezTo>
                  <a:cubicBezTo>
                    <a:pt x="0" y="838"/>
                    <a:pt x="352" y="1"/>
                    <a:pt x="1038" y="18"/>
                  </a:cubicBezTo>
                  <a:cubicBezTo>
                    <a:pt x="1473" y="18"/>
                    <a:pt x="1808" y="352"/>
                    <a:pt x="1825" y="78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3473356" y="983147"/>
              <a:ext cx="40985" cy="35056"/>
            </a:xfrm>
            <a:custGeom>
              <a:avLst/>
              <a:gdLst/>
              <a:ahLst/>
              <a:cxnLst/>
              <a:rect l="l" t="t" r="r" b="b"/>
              <a:pathLst>
                <a:path w="1825" h="1561" extrusionOk="0">
                  <a:moveTo>
                    <a:pt x="1055" y="1"/>
                  </a:moveTo>
                  <a:cubicBezTo>
                    <a:pt x="352" y="1"/>
                    <a:pt x="0" y="838"/>
                    <a:pt x="502" y="1323"/>
                  </a:cubicBezTo>
                  <a:cubicBezTo>
                    <a:pt x="661" y="1487"/>
                    <a:pt x="857" y="1560"/>
                    <a:pt x="1049" y="1560"/>
                  </a:cubicBezTo>
                  <a:cubicBezTo>
                    <a:pt x="1445" y="1560"/>
                    <a:pt x="1825" y="1250"/>
                    <a:pt x="1825" y="788"/>
                  </a:cubicBezTo>
                  <a:cubicBezTo>
                    <a:pt x="1825" y="352"/>
                    <a:pt x="14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3615445" y="1200042"/>
              <a:ext cx="40626" cy="34876"/>
            </a:xfrm>
            <a:custGeom>
              <a:avLst/>
              <a:gdLst/>
              <a:ahLst/>
              <a:cxnLst/>
              <a:rect l="l" t="t" r="r" b="b"/>
              <a:pathLst>
                <a:path w="1809" h="1553" extrusionOk="0">
                  <a:moveTo>
                    <a:pt x="1038" y="1"/>
                  </a:moveTo>
                  <a:cubicBezTo>
                    <a:pt x="335" y="1"/>
                    <a:pt x="1" y="838"/>
                    <a:pt x="486" y="1323"/>
                  </a:cubicBezTo>
                  <a:cubicBezTo>
                    <a:pt x="644" y="1481"/>
                    <a:pt x="839" y="1552"/>
                    <a:pt x="1030" y="1552"/>
                  </a:cubicBezTo>
                  <a:cubicBezTo>
                    <a:pt x="1427" y="1552"/>
                    <a:pt x="1808" y="1245"/>
                    <a:pt x="1808" y="771"/>
                  </a:cubicBezTo>
                  <a:cubicBezTo>
                    <a:pt x="1808" y="352"/>
                    <a:pt x="1457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3574100" y="926397"/>
              <a:ext cx="40985" cy="35146"/>
            </a:xfrm>
            <a:custGeom>
              <a:avLst/>
              <a:gdLst/>
              <a:ahLst/>
              <a:cxnLst/>
              <a:rect l="l" t="t" r="r" b="b"/>
              <a:pathLst>
                <a:path w="1825" h="1565" extrusionOk="0">
                  <a:moveTo>
                    <a:pt x="1038" y="0"/>
                  </a:moveTo>
                  <a:cubicBezTo>
                    <a:pt x="352" y="0"/>
                    <a:pt x="0" y="837"/>
                    <a:pt x="486" y="1339"/>
                  </a:cubicBezTo>
                  <a:cubicBezTo>
                    <a:pt x="647" y="1495"/>
                    <a:pt x="842" y="1565"/>
                    <a:pt x="1034" y="1565"/>
                  </a:cubicBezTo>
                  <a:cubicBezTo>
                    <a:pt x="1439" y="1565"/>
                    <a:pt x="1825" y="1253"/>
                    <a:pt x="1825" y="787"/>
                  </a:cubicBezTo>
                  <a:cubicBezTo>
                    <a:pt x="1825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3574100" y="1312823"/>
              <a:ext cx="40985" cy="34787"/>
            </a:xfrm>
            <a:custGeom>
              <a:avLst/>
              <a:gdLst/>
              <a:ahLst/>
              <a:cxnLst/>
              <a:rect l="l" t="t" r="r" b="b"/>
              <a:pathLst>
                <a:path w="1825" h="1549" extrusionOk="0">
                  <a:moveTo>
                    <a:pt x="1038" y="1"/>
                  </a:moveTo>
                  <a:cubicBezTo>
                    <a:pt x="352" y="1"/>
                    <a:pt x="0" y="837"/>
                    <a:pt x="486" y="1323"/>
                  </a:cubicBezTo>
                  <a:cubicBezTo>
                    <a:pt x="647" y="1479"/>
                    <a:pt x="842" y="1548"/>
                    <a:pt x="1034" y="1548"/>
                  </a:cubicBezTo>
                  <a:cubicBezTo>
                    <a:pt x="1439" y="1548"/>
                    <a:pt x="1825" y="1237"/>
                    <a:pt x="1825" y="771"/>
                  </a:cubicBezTo>
                  <a:cubicBezTo>
                    <a:pt x="1825" y="352"/>
                    <a:pt x="1473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3638756" y="1272983"/>
              <a:ext cx="40626" cy="34854"/>
            </a:xfrm>
            <a:custGeom>
              <a:avLst/>
              <a:gdLst/>
              <a:ahLst/>
              <a:cxnLst/>
              <a:rect l="l" t="t" r="r" b="b"/>
              <a:pathLst>
                <a:path w="1809" h="1552" extrusionOk="0">
                  <a:moveTo>
                    <a:pt x="1038" y="0"/>
                  </a:moveTo>
                  <a:cubicBezTo>
                    <a:pt x="352" y="0"/>
                    <a:pt x="0" y="837"/>
                    <a:pt x="486" y="1323"/>
                  </a:cubicBezTo>
                  <a:cubicBezTo>
                    <a:pt x="643" y="1480"/>
                    <a:pt x="838" y="1551"/>
                    <a:pt x="1030" y="1551"/>
                  </a:cubicBezTo>
                  <a:cubicBezTo>
                    <a:pt x="1427" y="1551"/>
                    <a:pt x="1808" y="1245"/>
                    <a:pt x="1808" y="770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3447799" y="996307"/>
              <a:ext cx="124055" cy="302255"/>
            </a:xfrm>
            <a:custGeom>
              <a:avLst/>
              <a:gdLst/>
              <a:ahLst/>
              <a:cxnLst/>
              <a:rect l="l" t="t" r="r" b="b"/>
              <a:pathLst>
                <a:path w="5524" h="13459" fill="none" extrusionOk="0">
                  <a:moveTo>
                    <a:pt x="0" y="1"/>
                  </a:moveTo>
                  <a:lnTo>
                    <a:pt x="0" y="2009"/>
                  </a:lnTo>
                  <a:lnTo>
                    <a:pt x="5524" y="7483"/>
                  </a:lnTo>
                  <a:lnTo>
                    <a:pt x="5524" y="12270"/>
                  </a:lnTo>
                  <a:lnTo>
                    <a:pt x="4252" y="1345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3597411" y="961341"/>
              <a:ext cx="22" cy="368797"/>
            </a:xfrm>
            <a:custGeom>
              <a:avLst/>
              <a:gdLst/>
              <a:ahLst/>
              <a:cxnLst/>
              <a:rect l="l" t="t" r="r" b="b"/>
              <a:pathLst>
                <a:path w="1" h="16422" fill="none" extrusionOk="0">
                  <a:moveTo>
                    <a:pt x="0" y="1"/>
                  </a:moveTo>
                  <a:lnTo>
                    <a:pt x="0" y="16422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497026" y="594475"/>
              <a:ext cx="72201" cy="388694"/>
            </a:xfrm>
            <a:custGeom>
              <a:avLst/>
              <a:gdLst/>
              <a:ahLst/>
              <a:cxnLst/>
              <a:rect l="l" t="t" r="r" b="b"/>
              <a:pathLst>
                <a:path w="3215" h="17308" fill="none" extrusionOk="0">
                  <a:moveTo>
                    <a:pt x="1" y="17308"/>
                  </a:moveTo>
                  <a:lnTo>
                    <a:pt x="1" y="6997"/>
                  </a:lnTo>
                  <a:lnTo>
                    <a:pt x="3215" y="3783"/>
                  </a:lnTo>
                  <a:lnTo>
                    <a:pt x="3215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3528242" y="586188"/>
              <a:ext cx="69192" cy="451867"/>
            </a:xfrm>
            <a:custGeom>
              <a:avLst/>
              <a:gdLst/>
              <a:ahLst/>
              <a:cxnLst/>
              <a:rect l="l" t="t" r="r" b="b"/>
              <a:pathLst>
                <a:path w="3081" h="20121" fill="none" extrusionOk="0">
                  <a:moveTo>
                    <a:pt x="3080" y="1"/>
                  </a:moveTo>
                  <a:lnTo>
                    <a:pt x="3080" y="7366"/>
                  </a:lnTo>
                  <a:lnTo>
                    <a:pt x="0" y="10596"/>
                  </a:lnTo>
                  <a:lnTo>
                    <a:pt x="0" y="2012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3638756" y="647857"/>
              <a:ext cx="42871" cy="559731"/>
            </a:xfrm>
            <a:custGeom>
              <a:avLst/>
              <a:gdLst/>
              <a:ahLst/>
              <a:cxnLst/>
              <a:rect l="l" t="t" r="r" b="b"/>
              <a:pathLst>
                <a:path w="1909" h="24924" fill="none" extrusionOk="0">
                  <a:moveTo>
                    <a:pt x="268" y="0"/>
                  </a:moveTo>
                  <a:lnTo>
                    <a:pt x="268" y="1440"/>
                  </a:lnTo>
                  <a:lnTo>
                    <a:pt x="1908" y="3097"/>
                  </a:lnTo>
                  <a:lnTo>
                    <a:pt x="1908" y="12186"/>
                  </a:lnTo>
                  <a:lnTo>
                    <a:pt x="0" y="14094"/>
                  </a:lnTo>
                  <a:lnTo>
                    <a:pt x="0" y="24924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3665435" y="616641"/>
              <a:ext cx="43635" cy="534938"/>
            </a:xfrm>
            <a:custGeom>
              <a:avLst/>
              <a:gdLst/>
              <a:ahLst/>
              <a:cxnLst/>
              <a:rect l="l" t="t" r="r" b="b"/>
              <a:pathLst>
                <a:path w="1943" h="23820" fill="none" extrusionOk="0">
                  <a:moveTo>
                    <a:pt x="1" y="23820"/>
                  </a:moveTo>
                  <a:lnTo>
                    <a:pt x="1" y="16103"/>
                  </a:lnTo>
                  <a:lnTo>
                    <a:pt x="1942" y="14162"/>
                  </a:lnTo>
                  <a:lnTo>
                    <a:pt x="1942" y="4236"/>
                  </a:lnTo>
                  <a:lnTo>
                    <a:pt x="436" y="2880"/>
                  </a:lnTo>
                  <a:lnTo>
                    <a:pt x="436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3665431" y="589824"/>
              <a:ext cx="95130" cy="700509"/>
            </a:xfrm>
            <a:custGeom>
              <a:avLst/>
              <a:gdLst/>
              <a:ahLst/>
              <a:cxnLst/>
              <a:rect l="l" t="t" r="r" b="b"/>
              <a:pathLst>
                <a:path w="4236" h="31420" fill="none" extrusionOk="0">
                  <a:moveTo>
                    <a:pt x="4236" y="1"/>
                  </a:moveTo>
                  <a:lnTo>
                    <a:pt x="1808" y="2428"/>
                  </a:lnTo>
                  <a:lnTo>
                    <a:pt x="1808" y="4119"/>
                  </a:lnTo>
                  <a:lnTo>
                    <a:pt x="3064" y="5374"/>
                  </a:lnTo>
                  <a:lnTo>
                    <a:pt x="3064" y="16204"/>
                  </a:lnTo>
                  <a:lnTo>
                    <a:pt x="1273" y="17995"/>
                  </a:lnTo>
                  <a:lnTo>
                    <a:pt x="1273" y="29009"/>
                  </a:lnTo>
                  <a:lnTo>
                    <a:pt x="1" y="30281"/>
                  </a:lnTo>
                  <a:lnTo>
                    <a:pt x="1" y="3141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3740623" y="668136"/>
              <a:ext cx="50776" cy="498107"/>
            </a:xfrm>
            <a:custGeom>
              <a:avLst/>
              <a:gdLst/>
              <a:ahLst/>
              <a:cxnLst/>
              <a:rect l="l" t="t" r="r" b="b"/>
              <a:pathLst>
                <a:path w="2261" h="22180" fill="none" extrusionOk="0">
                  <a:moveTo>
                    <a:pt x="603" y="1"/>
                  </a:moveTo>
                  <a:lnTo>
                    <a:pt x="603" y="6914"/>
                  </a:lnTo>
                  <a:lnTo>
                    <a:pt x="2260" y="8588"/>
                  </a:lnTo>
                  <a:lnTo>
                    <a:pt x="2260" y="12421"/>
                  </a:lnTo>
                  <a:lnTo>
                    <a:pt x="0" y="14664"/>
                  </a:lnTo>
                  <a:lnTo>
                    <a:pt x="0" y="2218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3760924" y="638829"/>
              <a:ext cx="49631" cy="439067"/>
            </a:xfrm>
            <a:custGeom>
              <a:avLst/>
              <a:gdLst/>
              <a:ahLst/>
              <a:cxnLst/>
              <a:rect l="l" t="t" r="r" b="b"/>
              <a:pathLst>
                <a:path w="2210" h="19551" fill="none" extrusionOk="0">
                  <a:moveTo>
                    <a:pt x="670" y="19551"/>
                  </a:moveTo>
                  <a:lnTo>
                    <a:pt x="0" y="18898"/>
                  </a:lnTo>
                  <a:lnTo>
                    <a:pt x="0" y="16421"/>
                  </a:lnTo>
                  <a:lnTo>
                    <a:pt x="2210" y="14195"/>
                  </a:lnTo>
                  <a:lnTo>
                    <a:pt x="2210" y="9776"/>
                  </a:lnTo>
                  <a:lnTo>
                    <a:pt x="268" y="7834"/>
                  </a:lnTo>
                  <a:lnTo>
                    <a:pt x="268" y="1842"/>
                  </a:lnTo>
                  <a:lnTo>
                    <a:pt x="1088" y="1038"/>
                  </a:lnTo>
                  <a:lnTo>
                    <a:pt x="1088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7022800" y="-1306737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-1284562" y="2743463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ubTitle" idx="1"/>
          </p:nvPr>
        </p:nvSpPr>
        <p:spPr>
          <a:xfrm>
            <a:off x="1023613" y="1631275"/>
            <a:ext cx="3372900" cy="27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5"/>
          <p:cNvSpPr txBox="1">
            <a:spLocks noGrp="1"/>
          </p:cNvSpPr>
          <p:nvPr>
            <p:ph type="subTitle" idx="2"/>
          </p:nvPr>
        </p:nvSpPr>
        <p:spPr>
          <a:xfrm>
            <a:off x="4747463" y="1631275"/>
            <a:ext cx="3372900" cy="27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5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102" name="Google Shape;102;p5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103" name="Google Shape;103;p5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5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5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06" name="Google Shape;106;p5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7" name="Google Shape;107;p5"/>
          <p:cNvGrpSpPr/>
          <p:nvPr/>
        </p:nvGrpSpPr>
        <p:grpSpPr>
          <a:xfrm>
            <a:off x="235566" y="4333135"/>
            <a:ext cx="484438" cy="478981"/>
            <a:chOff x="5281836" y="834299"/>
            <a:chExt cx="566131" cy="559753"/>
          </a:xfrm>
        </p:grpSpPr>
        <p:sp>
          <p:nvSpPr>
            <p:cNvPr id="108" name="Google Shape;108;p5"/>
            <p:cNvSpPr/>
            <p:nvPr/>
          </p:nvSpPr>
          <p:spPr>
            <a:xfrm>
              <a:off x="5435198" y="972637"/>
              <a:ext cx="272567" cy="272162"/>
            </a:xfrm>
            <a:custGeom>
              <a:avLst/>
              <a:gdLst/>
              <a:ahLst/>
              <a:cxnLst/>
              <a:rect l="l" t="t" r="r" b="b"/>
              <a:pathLst>
                <a:path w="12137" h="12119" extrusionOk="0">
                  <a:moveTo>
                    <a:pt x="5876" y="0"/>
                  </a:moveTo>
                  <a:cubicBezTo>
                    <a:pt x="5658" y="0"/>
                    <a:pt x="5457" y="17"/>
                    <a:pt x="5257" y="50"/>
                  </a:cubicBezTo>
                  <a:lnTo>
                    <a:pt x="5290" y="335"/>
                  </a:lnTo>
                  <a:lnTo>
                    <a:pt x="5290" y="352"/>
                  </a:lnTo>
                  <a:cubicBezTo>
                    <a:pt x="5491" y="318"/>
                    <a:pt x="5675" y="301"/>
                    <a:pt x="5876" y="301"/>
                  </a:cubicBezTo>
                  <a:lnTo>
                    <a:pt x="5876" y="0"/>
                  </a:lnTo>
                  <a:close/>
                  <a:moveTo>
                    <a:pt x="6646" y="17"/>
                  </a:moveTo>
                  <a:lnTo>
                    <a:pt x="6612" y="318"/>
                  </a:lnTo>
                  <a:cubicBezTo>
                    <a:pt x="6813" y="335"/>
                    <a:pt x="6997" y="368"/>
                    <a:pt x="7198" y="402"/>
                  </a:cubicBezTo>
                  <a:lnTo>
                    <a:pt x="7249" y="101"/>
                  </a:lnTo>
                  <a:cubicBezTo>
                    <a:pt x="7048" y="67"/>
                    <a:pt x="6847" y="34"/>
                    <a:pt x="6646" y="17"/>
                  </a:cubicBezTo>
                  <a:close/>
                  <a:moveTo>
                    <a:pt x="4503" y="201"/>
                  </a:moveTo>
                  <a:cubicBezTo>
                    <a:pt x="4303" y="251"/>
                    <a:pt x="4102" y="318"/>
                    <a:pt x="3918" y="385"/>
                  </a:cubicBezTo>
                  <a:lnTo>
                    <a:pt x="4018" y="670"/>
                  </a:lnTo>
                  <a:cubicBezTo>
                    <a:pt x="4202" y="603"/>
                    <a:pt x="4386" y="536"/>
                    <a:pt x="4570" y="486"/>
                  </a:cubicBezTo>
                  <a:lnTo>
                    <a:pt x="4503" y="201"/>
                  </a:lnTo>
                  <a:close/>
                  <a:moveTo>
                    <a:pt x="8002" y="318"/>
                  </a:moveTo>
                  <a:lnTo>
                    <a:pt x="7901" y="603"/>
                  </a:lnTo>
                  <a:cubicBezTo>
                    <a:pt x="8085" y="653"/>
                    <a:pt x="8270" y="737"/>
                    <a:pt x="8454" y="804"/>
                  </a:cubicBezTo>
                  <a:lnTo>
                    <a:pt x="8571" y="536"/>
                  </a:lnTo>
                  <a:cubicBezTo>
                    <a:pt x="8387" y="452"/>
                    <a:pt x="8203" y="385"/>
                    <a:pt x="8002" y="318"/>
                  </a:cubicBezTo>
                  <a:close/>
                  <a:moveTo>
                    <a:pt x="3215" y="703"/>
                  </a:moveTo>
                  <a:cubicBezTo>
                    <a:pt x="3030" y="804"/>
                    <a:pt x="2846" y="904"/>
                    <a:pt x="2679" y="1021"/>
                  </a:cubicBezTo>
                  <a:lnTo>
                    <a:pt x="2846" y="1272"/>
                  </a:lnTo>
                  <a:cubicBezTo>
                    <a:pt x="3014" y="1155"/>
                    <a:pt x="3181" y="1055"/>
                    <a:pt x="3348" y="971"/>
                  </a:cubicBezTo>
                  <a:lnTo>
                    <a:pt x="3215" y="703"/>
                  </a:lnTo>
                  <a:close/>
                  <a:moveTo>
                    <a:pt x="9257" y="887"/>
                  </a:moveTo>
                  <a:lnTo>
                    <a:pt x="9090" y="1138"/>
                  </a:lnTo>
                  <a:cubicBezTo>
                    <a:pt x="9257" y="1256"/>
                    <a:pt x="9425" y="1356"/>
                    <a:pt x="9575" y="1473"/>
                  </a:cubicBezTo>
                  <a:lnTo>
                    <a:pt x="9759" y="1239"/>
                  </a:lnTo>
                  <a:cubicBezTo>
                    <a:pt x="9609" y="1122"/>
                    <a:pt x="9425" y="1004"/>
                    <a:pt x="9257" y="887"/>
                  </a:cubicBezTo>
                  <a:close/>
                  <a:moveTo>
                    <a:pt x="2076" y="1473"/>
                  </a:moveTo>
                  <a:cubicBezTo>
                    <a:pt x="1909" y="1607"/>
                    <a:pt x="1775" y="1758"/>
                    <a:pt x="1624" y="1908"/>
                  </a:cubicBezTo>
                  <a:lnTo>
                    <a:pt x="1842" y="2126"/>
                  </a:lnTo>
                  <a:cubicBezTo>
                    <a:pt x="1976" y="1975"/>
                    <a:pt x="2127" y="1841"/>
                    <a:pt x="2277" y="1707"/>
                  </a:cubicBezTo>
                  <a:lnTo>
                    <a:pt x="2076" y="1473"/>
                  </a:lnTo>
                  <a:close/>
                  <a:moveTo>
                    <a:pt x="10328" y="1758"/>
                  </a:moveTo>
                  <a:lnTo>
                    <a:pt x="10128" y="1959"/>
                  </a:lnTo>
                  <a:cubicBezTo>
                    <a:pt x="10261" y="2092"/>
                    <a:pt x="10395" y="2243"/>
                    <a:pt x="10513" y="2394"/>
                  </a:cubicBezTo>
                  <a:lnTo>
                    <a:pt x="10747" y="2210"/>
                  </a:lnTo>
                  <a:cubicBezTo>
                    <a:pt x="10613" y="2042"/>
                    <a:pt x="10479" y="1892"/>
                    <a:pt x="10328" y="1758"/>
                  </a:cubicBezTo>
                  <a:close/>
                  <a:moveTo>
                    <a:pt x="1122" y="2511"/>
                  </a:moveTo>
                  <a:cubicBezTo>
                    <a:pt x="1005" y="2678"/>
                    <a:pt x="888" y="2846"/>
                    <a:pt x="787" y="3030"/>
                  </a:cubicBezTo>
                  <a:lnTo>
                    <a:pt x="1055" y="3180"/>
                  </a:lnTo>
                  <a:cubicBezTo>
                    <a:pt x="1156" y="3013"/>
                    <a:pt x="1256" y="2846"/>
                    <a:pt x="1373" y="2678"/>
                  </a:cubicBezTo>
                  <a:lnTo>
                    <a:pt x="1122" y="2511"/>
                  </a:lnTo>
                  <a:close/>
                  <a:moveTo>
                    <a:pt x="11199" y="2829"/>
                  </a:moveTo>
                  <a:lnTo>
                    <a:pt x="10948" y="2996"/>
                  </a:lnTo>
                  <a:cubicBezTo>
                    <a:pt x="11048" y="3164"/>
                    <a:pt x="11149" y="3331"/>
                    <a:pt x="11232" y="3499"/>
                  </a:cubicBezTo>
                  <a:lnTo>
                    <a:pt x="11500" y="3381"/>
                  </a:lnTo>
                  <a:cubicBezTo>
                    <a:pt x="11416" y="3197"/>
                    <a:pt x="11316" y="3013"/>
                    <a:pt x="11199" y="2829"/>
                  </a:cubicBezTo>
                  <a:close/>
                  <a:moveTo>
                    <a:pt x="453" y="3716"/>
                  </a:moveTo>
                  <a:cubicBezTo>
                    <a:pt x="369" y="3917"/>
                    <a:pt x="302" y="4101"/>
                    <a:pt x="235" y="4302"/>
                  </a:cubicBezTo>
                  <a:lnTo>
                    <a:pt x="536" y="4386"/>
                  </a:lnTo>
                  <a:lnTo>
                    <a:pt x="536" y="4402"/>
                  </a:lnTo>
                  <a:cubicBezTo>
                    <a:pt x="587" y="4202"/>
                    <a:pt x="654" y="4017"/>
                    <a:pt x="737" y="3833"/>
                  </a:cubicBezTo>
                  <a:lnTo>
                    <a:pt x="453" y="3716"/>
                  </a:lnTo>
                  <a:close/>
                  <a:moveTo>
                    <a:pt x="11801" y="4084"/>
                  </a:moveTo>
                  <a:lnTo>
                    <a:pt x="11517" y="4185"/>
                  </a:lnTo>
                  <a:cubicBezTo>
                    <a:pt x="11584" y="4369"/>
                    <a:pt x="11634" y="4553"/>
                    <a:pt x="11684" y="4754"/>
                  </a:cubicBezTo>
                  <a:lnTo>
                    <a:pt x="11969" y="4687"/>
                  </a:lnTo>
                  <a:cubicBezTo>
                    <a:pt x="11919" y="4469"/>
                    <a:pt x="11868" y="4285"/>
                    <a:pt x="11801" y="4084"/>
                  </a:cubicBezTo>
                  <a:close/>
                  <a:moveTo>
                    <a:pt x="68" y="5055"/>
                  </a:moveTo>
                  <a:cubicBezTo>
                    <a:pt x="34" y="5256"/>
                    <a:pt x="17" y="5474"/>
                    <a:pt x="1" y="5675"/>
                  </a:cubicBezTo>
                  <a:lnTo>
                    <a:pt x="302" y="5691"/>
                  </a:lnTo>
                  <a:cubicBezTo>
                    <a:pt x="319" y="5490"/>
                    <a:pt x="336" y="5306"/>
                    <a:pt x="369" y="5105"/>
                  </a:cubicBezTo>
                  <a:lnTo>
                    <a:pt x="68" y="5055"/>
                  </a:lnTo>
                  <a:close/>
                  <a:moveTo>
                    <a:pt x="12103" y="5440"/>
                  </a:moveTo>
                  <a:lnTo>
                    <a:pt x="11801" y="5474"/>
                  </a:lnTo>
                  <a:cubicBezTo>
                    <a:pt x="11835" y="5675"/>
                    <a:pt x="11835" y="5859"/>
                    <a:pt x="11835" y="6060"/>
                  </a:cubicBezTo>
                  <a:cubicBezTo>
                    <a:pt x="11835" y="6260"/>
                    <a:pt x="11818" y="6444"/>
                    <a:pt x="11801" y="6645"/>
                  </a:cubicBezTo>
                  <a:lnTo>
                    <a:pt x="12103" y="6679"/>
                  </a:lnTo>
                  <a:cubicBezTo>
                    <a:pt x="12119" y="6478"/>
                    <a:pt x="12119" y="6260"/>
                    <a:pt x="12119" y="6060"/>
                  </a:cubicBezTo>
                  <a:cubicBezTo>
                    <a:pt x="12136" y="5859"/>
                    <a:pt x="12119" y="5658"/>
                    <a:pt x="12103" y="5440"/>
                  </a:cubicBezTo>
                  <a:close/>
                  <a:moveTo>
                    <a:pt x="302" y="6428"/>
                  </a:moveTo>
                  <a:lnTo>
                    <a:pt x="1" y="6444"/>
                  </a:lnTo>
                  <a:cubicBezTo>
                    <a:pt x="17" y="6645"/>
                    <a:pt x="34" y="6846"/>
                    <a:pt x="68" y="7064"/>
                  </a:cubicBezTo>
                  <a:lnTo>
                    <a:pt x="369" y="7014"/>
                  </a:lnTo>
                  <a:cubicBezTo>
                    <a:pt x="336" y="6813"/>
                    <a:pt x="319" y="6612"/>
                    <a:pt x="302" y="6428"/>
                  </a:cubicBezTo>
                  <a:close/>
                  <a:moveTo>
                    <a:pt x="11684" y="7365"/>
                  </a:moveTo>
                  <a:cubicBezTo>
                    <a:pt x="11634" y="7566"/>
                    <a:pt x="11584" y="7750"/>
                    <a:pt x="11517" y="7934"/>
                  </a:cubicBezTo>
                  <a:lnTo>
                    <a:pt x="11801" y="8035"/>
                  </a:lnTo>
                  <a:cubicBezTo>
                    <a:pt x="11868" y="7834"/>
                    <a:pt x="11919" y="7633"/>
                    <a:pt x="11969" y="7432"/>
                  </a:cubicBezTo>
                  <a:lnTo>
                    <a:pt x="11684" y="7365"/>
                  </a:lnTo>
                  <a:close/>
                  <a:moveTo>
                    <a:pt x="536" y="7717"/>
                  </a:moveTo>
                  <a:lnTo>
                    <a:pt x="235" y="7817"/>
                  </a:lnTo>
                  <a:cubicBezTo>
                    <a:pt x="302" y="8001"/>
                    <a:pt x="369" y="8202"/>
                    <a:pt x="453" y="8386"/>
                  </a:cubicBezTo>
                  <a:lnTo>
                    <a:pt x="720" y="8269"/>
                  </a:lnTo>
                  <a:cubicBezTo>
                    <a:pt x="654" y="8102"/>
                    <a:pt x="587" y="7901"/>
                    <a:pt x="536" y="7717"/>
                  </a:cubicBezTo>
                  <a:close/>
                  <a:moveTo>
                    <a:pt x="11232" y="8604"/>
                  </a:moveTo>
                  <a:cubicBezTo>
                    <a:pt x="11149" y="8788"/>
                    <a:pt x="11048" y="8955"/>
                    <a:pt x="10948" y="9123"/>
                  </a:cubicBezTo>
                  <a:lnTo>
                    <a:pt x="11199" y="9273"/>
                  </a:lnTo>
                  <a:lnTo>
                    <a:pt x="11199" y="9290"/>
                  </a:lnTo>
                  <a:cubicBezTo>
                    <a:pt x="11316" y="9106"/>
                    <a:pt x="11416" y="8939"/>
                    <a:pt x="11500" y="8738"/>
                  </a:cubicBezTo>
                  <a:lnTo>
                    <a:pt x="11232" y="8604"/>
                  </a:lnTo>
                  <a:close/>
                  <a:moveTo>
                    <a:pt x="1055" y="8939"/>
                  </a:moveTo>
                  <a:lnTo>
                    <a:pt x="787" y="9089"/>
                  </a:lnTo>
                  <a:cubicBezTo>
                    <a:pt x="888" y="9257"/>
                    <a:pt x="1005" y="9441"/>
                    <a:pt x="1122" y="9608"/>
                  </a:cubicBezTo>
                  <a:lnTo>
                    <a:pt x="1373" y="9424"/>
                  </a:lnTo>
                  <a:cubicBezTo>
                    <a:pt x="1256" y="9273"/>
                    <a:pt x="1156" y="9106"/>
                    <a:pt x="1055" y="8939"/>
                  </a:cubicBezTo>
                  <a:close/>
                  <a:moveTo>
                    <a:pt x="10529" y="9725"/>
                  </a:moveTo>
                  <a:cubicBezTo>
                    <a:pt x="10395" y="9876"/>
                    <a:pt x="10261" y="10027"/>
                    <a:pt x="10128" y="10160"/>
                  </a:cubicBezTo>
                  <a:lnTo>
                    <a:pt x="10328" y="10361"/>
                  </a:lnTo>
                  <a:cubicBezTo>
                    <a:pt x="10479" y="10227"/>
                    <a:pt x="10613" y="10060"/>
                    <a:pt x="10747" y="9909"/>
                  </a:cubicBezTo>
                  <a:lnTo>
                    <a:pt x="10529" y="9725"/>
                  </a:lnTo>
                  <a:close/>
                  <a:moveTo>
                    <a:pt x="1842" y="9993"/>
                  </a:moveTo>
                  <a:lnTo>
                    <a:pt x="1608" y="10194"/>
                  </a:lnTo>
                  <a:cubicBezTo>
                    <a:pt x="1758" y="10345"/>
                    <a:pt x="1909" y="10495"/>
                    <a:pt x="2060" y="10629"/>
                  </a:cubicBezTo>
                  <a:lnTo>
                    <a:pt x="2260" y="10412"/>
                  </a:lnTo>
                  <a:cubicBezTo>
                    <a:pt x="2110" y="10278"/>
                    <a:pt x="1976" y="10144"/>
                    <a:pt x="1842" y="9993"/>
                  </a:cubicBezTo>
                  <a:close/>
                  <a:moveTo>
                    <a:pt x="9575" y="10629"/>
                  </a:moveTo>
                  <a:cubicBezTo>
                    <a:pt x="9408" y="10763"/>
                    <a:pt x="9257" y="10863"/>
                    <a:pt x="9090" y="10964"/>
                  </a:cubicBezTo>
                  <a:lnTo>
                    <a:pt x="9240" y="11232"/>
                  </a:lnTo>
                  <a:cubicBezTo>
                    <a:pt x="9425" y="11115"/>
                    <a:pt x="9592" y="10997"/>
                    <a:pt x="9759" y="10880"/>
                  </a:cubicBezTo>
                  <a:lnTo>
                    <a:pt x="9575" y="10629"/>
                  </a:lnTo>
                  <a:close/>
                  <a:moveTo>
                    <a:pt x="2846" y="10847"/>
                  </a:moveTo>
                  <a:lnTo>
                    <a:pt x="2679" y="11098"/>
                  </a:lnTo>
                  <a:cubicBezTo>
                    <a:pt x="2846" y="11215"/>
                    <a:pt x="3014" y="11315"/>
                    <a:pt x="3198" y="11416"/>
                  </a:cubicBezTo>
                  <a:lnTo>
                    <a:pt x="3348" y="11148"/>
                  </a:lnTo>
                  <a:cubicBezTo>
                    <a:pt x="3164" y="11064"/>
                    <a:pt x="2997" y="10964"/>
                    <a:pt x="2846" y="10847"/>
                  </a:cubicBezTo>
                  <a:close/>
                  <a:moveTo>
                    <a:pt x="8437" y="11315"/>
                  </a:moveTo>
                  <a:cubicBezTo>
                    <a:pt x="8270" y="11399"/>
                    <a:pt x="8085" y="11466"/>
                    <a:pt x="7901" y="11533"/>
                  </a:cubicBezTo>
                  <a:lnTo>
                    <a:pt x="7985" y="11818"/>
                  </a:lnTo>
                  <a:cubicBezTo>
                    <a:pt x="8186" y="11751"/>
                    <a:pt x="8387" y="11667"/>
                    <a:pt x="8571" y="11600"/>
                  </a:cubicBezTo>
                  <a:lnTo>
                    <a:pt x="8437" y="11315"/>
                  </a:lnTo>
                  <a:close/>
                  <a:moveTo>
                    <a:pt x="4018" y="11449"/>
                  </a:moveTo>
                  <a:lnTo>
                    <a:pt x="3901" y="11734"/>
                  </a:lnTo>
                  <a:cubicBezTo>
                    <a:pt x="4102" y="11818"/>
                    <a:pt x="4286" y="11868"/>
                    <a:pt x="4487" y="11918"/>
                  </a:cubicBezTo>
                  <a:lnTo>
                    <a:pt x="4570" y="11633"/>
                  </a:lnTo>
                  <a:cubicBezTo>
                    <a:pt x="4386" y="11583"/>
                    <a:pt x="4185" y="11516"/>
                    <a:pt x="4018" y="11449"/>
                  </a:cubicBezTo>
                  <a:close/>
                  <a:moveTo>
                    <a:pt x="7182" y="11717"/>
                  </a:moveTo>
                  <a:cubicBezTo>
                    <a:pt x="6997" y="11751"/>
                    <a:pt x="6797" y="11784"/>
                    <a:pt x="6612" y="11801"/>
                  </a:cubicBezTo>
                  <a:lnTo>
                    <a:pt x="6629" y="12102"/>
                  </a:lnTo>
                  <a:cubicBezTo>
                    <a:pt x="6847" y="12085"/>
                    <a:pt x="7048" y="12052"/>
                    <a:pt x="7249" y="12018"/>
                  </a:cubicBezTo>
                  <a:lnTo>
                    <a:pt x="7182" y="11717"/>
                  </a:lnTo>
                  <a:close/>
                  <a:moveTo>
                    <a:pt x="5290" y="11784"/>
                  </a:moveTo>
                  <a:lnTo>
                    <a:pt x="5240" y="12069"/>
                  </a:lnTo>
                  <a:cubicBezTo>
                    <a:pt x="5457" y="12102"/>
                    <a:pt x="5658" y="12119"/>
                    <a:pt x="5859" y="12119"/>
                  </a:cubicBezTo>
                  <a:lnTo>
                    <a:pt x="5876" y="11834"/>
                  </a:lnTo>
                  <a:cubicBezTo>
                    <a:pt x="5675" y="11818"/>
                    <a:pt x="5474" y="11801"/>
                    <a:pt x="5290" y="1178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5281836" y="834299"/>
              <a:ext cx="566131" cy="559753"/>
            </a:xfrm>
            <a:custGeom>
              <a:avLst/>
              <a:gdLst/>
              <a:ahLst/>
              <a:cxnLst/>
              <a:rect l="l" t="t" r="r" b="b"/>
              <a:pathLst>
                <a:path w="25209" h="24925" extrusionOk="0">
                  <a:moveTo>
                    <a:pt x="15350" y="51"/>
                  </a:moveTo>
                  <a:lnTo>
                    <a:pt x="15701" y="134"/>
                  </a:lnTo>
                  <a:lnTo>
                    <a:pt x="15517" y="871"/>
                  </a:lnTo>
                  <a:cubicBezTo>
                    <a:pt x="15400" y="837"/>
                    <a:pt x="15299" y="821"/>
                    <a:pt x="15182" y="787"/>
                  </a:cubicBezTo>
                  <a:lnTo>
                    <a:pt x="15350" y="51"/>
                  </a:lnTo>
                  <a:close/>
                  <a:moveTo>
                    <a:pt x="15299" y="0"/>
                  </a:moveTo>
                  <a:lnTo>
                    <a:pt x="15115" y="837"/>
                  </a:lnTo>
                  <a:lnTo>
                    <a:pt x="15149" y="837"/>
                  </a:lnTo>
                  <a:lnTo>
                    <a:pt x="15534" y="938"/>
                  </a:lnTo>
                  <a:lnTo>
                    <a:pt x="15567" y="938"/>
                  </a:lnTo>
                  <a:lnTo>
                    <a:pt x="15768" y="101"/>
                  </a:lnTo>
                  <a:lnTo>
                    <a:pt x="15751" y="101"/>
                  </a:lnTo>
                  <a:cubicBezTo>
                    <a:pt x="15617" y="51"/>
                    <a:pt x="15467" y="17"/>
                    <a:pt x="15333" y="0"/>
                  </a:cubicBezTo>
                  <a:close/>
                  <a:moveTo>
                    <a:pt x="9407" y="168"/>
                  </a:moveTo>
                  <a:lnTo>
                    <a:pt x="9592" y="904"/>
                  </a:lnTo>
                  <a:cubicBezTo>
                    <a:pt x="9474" y="938"/>
                    <a:pt x="9357" y="971"/>
                    <a:pt x="9240" y="1005"/>
                  </a:cubicBezTo>
                  <a:lnTo>
                    <a:pt x="9022" y="268"/>
                  </a:lnTo>
                  <a:lnTo>
                    <a:pt x="9039" y="268"/>
                  </a:lnTo>
                  <a:cubicBezTo>
                    <a:pt x="9156" y="235"/>
                    <a:pt x="9290" y="184"/>
                    <a:pt x="9407" y="168"/>
                  </a:cubicBezTo>
                  <a:close/>
                  <a:moveTo>
                    <a:pt x="9424" y="101"/>
                  </a:moveTo>
                  <a:cubicBezTo>
                    <a:pt x="9290" y="134"/>
                    <a:pt x="9156" y="168"/>
                    <a:pt x="9006" y="218"/>
                  </a:cubicBezTo>
                  <a:lnTo>
                    <a:pt x="8956" y="235"/>
                  </a:lnTo>
                  <a:lnTo>
                    <a:pt x="9207" y="1072"/>
                  </a:lnTo>
                  <a:lnTo>
                    <a:pt x="9257" y="1055"/>
                  </a:lnTo>
                  <a:lnTo>
                    <a:pt x="9642" y="938"/>
                  </a:lnTo>
                  <a:lnTo>
                    <a:pt x="9659" y="938"/>
                  </a:lnTo>
                  <a:lnTo>
                    <a:pt x="9458" y="101"/>
                  </a:lnTo>
                  <a:close/>
                  <a:moveTo>
                    <a:pt x="16572" y="385"/>
                  </a:moveTo>
                  <a:lnTo>
                    <a:pt x="16588" y="402"/>
                  </a:lnTo>
                  <a:cubicBezTo>
                    <a:pt x="16689" y="452"/>
                    <a:pt x="16806" y="469"/>
                    <a:pt x="16923" y="519"/>
                  </a:cubicBezTo>
                  <a:lnTo>
                    <a:pt x="16655" y="1222"/>
                  </a:lnTo>
                  <a:lnTo>
                    <a:pt x="16337" y="1105"/>
                  </a:lnTo>
                  <a:lnTo>
                    <a:pt x="16572" y="385"/>
                  </a:lnTo>
                  <a:close/>
                  <a:moveTo>
                    <a:pt x="16538" y="318"/>
                  </a:moveTo>
                  <a:lnTo>
                    <a:pt x="16270" y="1139"/>
                  </a:lnTo>
                  <a:lnTo>
                    <a:pt x="16287" y="1139"/>
                  </a:lnTo>
                  <a:cubicBezTo>
                    <a:pt x="16404" y="1189"/>
                    <a:pt x="16538" y="1239"/>
                    <a:pt x="16655" y="1272"/>
                  </a:cubicBezTo>
                  <a:lnTo>
                    <a:pt x="16689" y="1272"/>
                  </a:lnTo>
                  <a:lnTo>
                    <a:pt x="16990" y="469"/>
                  </a:lnTo>
                  <a:lnTo>
                    <a:pt x="16957" y="469"/>
                  </a:lnTo>
                  <a:cubicBezTo>
                    <a:pt x="16839" y="419"/>
                    <a:pt x="16705" y="369"/>
                    <a:pt x="16572" y="318"/>
                  </a:cubicBezTo>
                  <a:close/>
                  <a:moveTo>
                    <a:pt x="8169" y="553"/>
                  </a:moveTo>
                  <a:lnTo>
                    <a:pt x="8437" y="1272"/>
                  </a:lnTo>
                  <a:cubicBezTo>
                    <a:pt x="8319" y="1306"/>
                    <a:pt x="8219" y="1356"/>
                    <a:pt x="8119" y="1406"/>
                  </a:cubicBezTo>
                  <a:lnTo>
                    <a:pt x="7834" y="687"/>
                  </a:lnTo>
                  <a:lnTo>
                    <a:pt x="8169" y="553"/>
                  </a:lnTo>
                  <a:close/>
                  <a:moveTo>
                    <a:pt x="8202" y="486"/>
                  </a:moveTo>
                  <a:lnTo>
                    <a:pt x="8186" y="503"/>
                  </a:lnTo>
                  <a:cubicBezTo>
                    <a:pt x="8052" y="553"/>
                    <a:pt x="7918" y="603"/>
                    <a:pt x="7784" y="653"/>
                  </a:cubicBezTo>
                  <a:lnTo>
                    <a:pt x="7767" y="653"/>
                  </a:lnTo>
                  <a:lnTo>
                    <a:pt x="8085" y="1473"/>
                  </a:lnTo>
                  <a:lnTo>
                    <a:pt x="8119" y="1440"/>
                  </a:lnTo>
                  <a:cubicBezTo>
                    <a:pt x="8236" y="1390"/>
                    <a:pt x="8353" y="1339"/>
                    <a:pt x="8487" y="1306"/>
                  </a:cubicBezTo>
                  <a:lnTo>
                    <a:pt x="8504" y="1306"/>
                  </a:lnTo>
                  <a:lnTo>
                    <a:pt x="8202" y="486"/>
                  </a:lnTo>
                  <a:close/>
                  <a:moveTo>
                    <a:pt x="17760" y="854"/>
                  </a:moveTo>
                  <a:lnTo>
                    <a:pt x="18095" y="1021"/>
                  </a:lnTo>
                  <a:lnTo>
                    <a:pt x="17760" y="1708"/>
                  </a:lnTo>
                  <a:lnTo>
                    <a:pt x="17459" y="1557"/>
                  </a:lnTo>
                  <a:lnTo>
                    <a:pt x="17442" y="1557"/>
                  </a:lnTo>
                  <a:lnTo>
                    <a:pt x="17760" y="854"/>
                  </a:lnTo>
                  <a:close/>
                  <a:moveTo>
                    <a:pt x="17727" y="787"/>
                  </a:moveTo>
                  <a:lnTo>
                    <a:pt x="17375" y="1574"/>
                  </a:lnTo>
                  <a:lnTo>
                    <a:pt x="17392" y="1591"/>
                  </a:lnTo>
                  <a:cubicBezTo>
                    <a:pt x="17509" y="1641"/>
                    <a:pt x="17643" y="1691"/>
                    <a:pt x="17760" y="1758"/>
                  </a:cubicBezTo>
                  <a:lnTo>
                    <a:pt x="17777" y="1775"/>
                  </a:lnTo>
                  <a:lnTo>
                    <a:pt x="18162" y="988"/>
                  </a:lnTo>
                  <a:lnTo>
                    <a:pt x="18145" y="971"/>
                  </a:lnTo>
                  <a:cubicBezTo>
                    <a:pt x="18011" y="904"/>
                    <a:pt x="17877" y="854"/>
                    <a:pt x="17760" y="787"/>
                  </a:cubicBezTo>
                  <a:close/>
                  <a:moveTo>
                    <a:pt x="7014" y="1055"/>
                  </a:moveTo>
                  <a:lnTo>
                    <a:pt x="7349" y="1741"/>
                  </a:lnTo>
                  <a:cubicBezTo>
                    <a:pt x="7248" y="1791"/>
                    <a:pt x="7131" y="1858"/>
                    <a:pt x="7031" y="1909"/>
                  </a:cubicBezTo>
                  <a:lnTo>
                    <a:pt x="6679" y="1239"/>
                  </a:lnTo>
                  <a:lnTo>
                    <a:pt x="6679" y="1222"/>
                  </a:lnTo>
                  <a:cubicBezTo>
                    <a:pt x="6796" y="1172"/>
                    <a:pt x="6897" y="1105"/>
                    <a:pt x="7014" y="1055"/>
                  </a:cubicBezTo>
                  <a:close/>
                  <a:moveTo>
                    <a:pt x="7031" y="988"/>
                  </a:moveTo>
                  <a:lnTo>
                    <a:pt x="6997" y="1005"/>
                  </a:lnTo>
                  <a:cubicBezTo>
                    <a:pt x="6880" y="1072"/>
                    <a:pt x="6746" y="1139"/>
                    <a:pt x="6612" y="1206"/>
                  </a:cubicBezTo>
                  <a:lnTo>
                    <a:pt x="6595" y="1206"/>
                  </a:lnTo>
                  <a:lnTo>
                    <a:pt x="7014" y="1976"/>
                  </a:lnTo>
                  <a:lnTo>
                    <a:pt x="7031" y="1959"/>
                  </a:lnTo>
                  <a:cubicBezTo>
                    <a:pt x="7148" y="1909"/>
                    <a:pt x="7265" y="1842"/>
                    <a:pt x="7382" y="1775"/>
                  </a:cubicBezTo>
                  <a:lnTo>
                    <a:pt x="7399" y="1775"/>
                  </a:lnTo>
                  <a:lnTo>
                    <a:pt x="7031" y="988"/>
                  </a:lnTo>
                  <a:close/>
                  <a:moveTo>
                    <a:pt x="18881" y="1440"/>
                  </a:moveTo>
                  <a:lnTo>
                    <a:pt x="19200" y="1624"/>
                  </a:lnTo>
                  <a:lnTo>
                    <a:pt x="18798" y="2277"/>
                  </a:lnTo>
                  <a:cubicBezTo>
                    <a:pt x="18697" y="2210"/>
                    <a:pt x="18597" y="2160"/>
                    <a:pt x="18513" y="2093"/>
                  </a:cubicBezTo>
                  <a:lnTo>
                    <a:pt x="18881" y="1440"/>
                  </a:lnTo>
                  <a:close/>
                  <a:moveTo>
                    <a:pt x="18865" y="1356"/>
                  </a:moveTo>
                  <a:lnTo>
                    <a:pt x="18430" y="2109"/>
                  </a:lnTo>
                  <a:lnTo>
                    <a:pt x="18463" y="2126"/>
                  </a:lnTo>
                  <a:cubicBezTo>
                    <a:pt x="18563" y="2193"/>
                    <a:pt x="18681" y="2260"/>
                    <a:pt x="18798" y="2327"/>
                  </a:cubicBezTo>
                  <a:lnTo>
                    <a:pt x="18815" y="2344"/>
                  </a:lnTo>
                  <a:lnTo>
                    <a:pt x="19283" y="1591"/>
                  </a:lnTo>
                  <a:lnTo>
                    <a:pt x="19250" y="1574"/>
                  </a:lnTo>
                  <a:cubicBezTo>
                    <a:pt x="19133" y="1507"/>
                    <a:pt x="19015" y="1440"/>
                    <a:pt x="18898" y="1373"/>
                  </a:cubicBezTo>
                  <a:lnTo>
                    <a:pt x="18865" y="1356"/>
                  </a:lnTo>
                  <a:close/>
                  <a:moveTo>
                    <a:pt x="5909" y="1674"/>
                  </a:moveTo>
                  <a:lnTo>
                    <a:pt x="6294" y="2327"/>
                  </a:lnTo>
                  <a:cubicBezTo>
                    <a:pt x="6194" y="2394"/>
                    <a:pt x="6093" y="2444"/>
                    <a:pt x="6010" y="2511"/>
                  </a:cubicBezTo>
                  <a:lnTo>
                    <a:pt x="5591" y="1892"/>
                  </a:lnTo>
                  <a:lnTo>
                    <a:pt x="5591" y="1875"/>
                  </a:lnTo>
                  <a:cubicBezTo>
                    <a:pt x="5708" y="1808"/>
                    <a:pt x="5792" y="1741"/>
                    <a:pt x="5909" y="1674"/>
                  </a:cubicBezTo>
                  <a:close/>
                  <a:moveTo>
                    <a:pt x="5926" y="1607"/>
                  </a:moveTo>
                  <a:lnTo>
                    <a:pt x="5892" y="1624"/>
                  </a:lnTo>
                  <a:cubicBezTo>
                    <a:pt x="5775" y="1708"/>
                    <a:pt x="5658" y="1775"/>
                    <a:pt x="5541" y="1858"/>
                  </a:cubicBezTo>
                  <a:lnTo>
                    <a:pt x="5524" y="1875"/>
                  </a:lnTo>
                  <a:lnTo>
                    <a:pt x="6010" y="2595"/>
                  </a:lnTo>
                  <a:lnTo>
                    <a:pt x="6026" y="2578"/>
                  </a:lnTo>
                  <a:lnTo>
                    <a:pt x="6361" y="2360"/>
                  </a:lnTo>
                  <a:lnTo>
                    <a:pt x="6378" y="2344"/>
                  </a:lnTo>
                  <a:lnTo>
                    <a:pt x="5926" y="1607"/>
                  </a:lnTo>
                  <a:close/>
                  <a:moveTo>
                    <a:pt x="19953" y="2126"/>
                  </a:moveTo>
                  <a:cubicBezTo>
                    <a:pt x="20053" y="2210"/>
                    <a:pt x="20154" y="2277"/>
                    <a:pt x="20254" y="2344"/>
                  </a:cubicBezTo>
                  <a:lnTo>
                    <a:pt x="19785" y="2963"/>
                  </a:lnTo>
                  <a:cubicBezTo>
                    <a:pt x="19702" y="2879"/>
                    <a:pt x="19601" y="2812"/>
                    <a:pt x="19518" y="2745"/>
                  </a:cubicBezTo>
                  <a:lnTo>
                    <a:pt x="19953" y="2126"/>
                  </a:lnTo>
                  <a:close/>
                  <a:moveTo>
                    <a:pt x="19953" y="2059"/>
                  </a:moveTo>
                  <a:lnTo>
                    <a:pt x="19434" y="2779"/>
                  </a:lnTo>
                  <a:lnTo>
                    <a:pt x="19451" y="2779"/>
                  </a:lnTo>
                  <a:cubicBezTo>
                    <a:pt x="19568" y="2863"/>
                    <a:pt x="19668" y="2946"/>
                    <a:pt x="19769" y="3030"/>
                  </a:cubicBezTo>
                  <a:lnTo>
                    <a:pt x="19802" y="3047"/>
                  </a:lnTo>
                  <a:lnTo>
                    <a:pt x="20321" y="2344"/>
                  </a:lnTo>
                  <a:lnTo>
                    <a:pt x="20304" y="2327"/>
                  </a:lnTo>
                  <a:cubicBezTo>
                    <a:pt x="20204" y="2243"/>
                    <a:pt x="20087" y="2160"/>
                    <a:pt x="19969" y="2076"/>
                  </a:cubicBezTo>
                  <a:lnTo>
                    <a:pt x="19953" y="2059"/>
                  </a:lnTo>
                  <a:close/>
                  <a:moveTo>
                    <a:pt x="4871" y="2411"/>
                  </a:moveTo>
                  <a:lnTo>
                    <a:pt x="5340" y="3030"/>
                  </a:lnTo>
                  <a:cubicBezTo>
                    <a:pt x="5240" y="3097"/>
                    <a:pt x="5156" y="3164"/>
                    <a:pt x="5072" y="3231"/>
                  </a:cubicBezTo>
                  <a:lnTo>
                    <a:pt x="4587" y="2645"/>
                  </a:lnTo>
                  <a:lnTo>
                    <a:pt x="4570" y="2645"/>
                  </a:lnTo>
                  <a:cubicBezTo>
                    <a:pt x="4670" y="2561"/>
                    <a:pt x="4771" y="2494"/>
                    <a:pt x="4871" y="2411"/>
                  </a:cubicBezTo>
                  <a:close/>
                  <a:moveTo>
                    <a:pt x="4871" y="2344"/>
                  </a:moveTo>
                  <a:lnTo>
                    <a:pt x="4855" y="2360"/>
                  </a:lnTo>
                  <a:cubicBezTo>
                    <a:pt x="4737" y="2444"/>
                    <a:pt x="4637" y="2528"/>
                    <a:pt x="4520" y="2628"/>
                  </a:cubicBezTo>
                  <a:lnTo>
                    <a:pt x="4503" y="2645"/>
                  </a:lnTo>
                  <a:lnTo>
                    <a:pt x="5055" y="3315"/>
                  </a:lnTo>
                  <a:lnTo>
                    <a:pt x="5089" y="3298"/>
                  </a:lnTo>
                  <a:cubicBezTo>
                    <a:pt x="5173" y="3214"/>
                    <a:pt x="5290" y="3130"/>
                    <a:pt x="5390" y="3047"/>
                  </a:cubicBezTo>
                  <a:lnTo>
                    <a:pt x="5407" y="3030"/>
                  </a:lnTo>
                  <a:lnTo>
                    <a:pt x="4871" y="2344"/>
                  </a:lnTo>
                  <a:close/>
                  <a:moveTo>
                    <a:pt x="20940" y="2930"/>
                  </a:moveTo>
                  <a:cubicBezTo>
                    <a:pt x="21041" y="3013"/>
                    <a:pt x="21124" y="3097"/>
                    <a:pt x="21225" y="3181"/>
                  </a:cubicBezTo>
                  <a:lnTo>
                    <a:pt x="20689" y="3733"/>
                  </a:lnTo>
                  <a:cubicBezTo>
                    <a:pt x="20606" y="3666"/>
                    <a:pt x="20522" y="3582"/>
                    <a:pt x="20438" y="3499"/>
                  </a:cubicBezTo>
                  <a:lnTo>
                    <a:pt x="20940" y="2930"/>
                  </a:lnTo>
                  <a:close/>
                  <a:moveTo>
                    <a:pt x="20940" y="2863"/>
                  </a:moveTo>
                  <a:lnTo>
                    <a:pt x="20371" y="3515"/>
                  </a:lnTo>
                  <a:lnTo>
                    <a:pt x="20388" y="3532"/>
                  </a:lnTo>
                  <a:cubicBezTo>
                    <a:pt x="20488" y="3616"/>
                    <a:pt x="20589" y="3700"/>
                    <a:pt x="20673" y="3800"/>
                  </a:cubicBezTo>
                  <a:lnTo>
                    <a:pt x="20706" y="3817"/>
                  </a:lnTo>
                  <a:lnTo>
                    <a:pt x="21292" y="3181"/>
                  </a:lnTo>
                  <a:lnTo>
                    <a:pt x="21275" y="3164"/>
                  </a:lnTo>
                  <a:cubicBezTo>
                    <a:pt x="21175" y="3064"/>
                    <a:pt x="21074" y="2963"/>
                    <a:pt x="20957" y="2879"/>
                  </a:cubicBezTo>
                  <a:lnTo>
                    <a:pt x="20940" y="2863"/>
                  </a:lnTo>
                  <a:close/>
                  <a:moveTo>
                    <a:pt x="3900" y="3248"/>
                  </a:moveTo>
                  <a:lnTo>
                    <a:pt x="4419" y="3800"/>
                  </a:lnTo>
                  <a:cubicBezTo>
                    <a:pt x="4336" y="3884"/>
                    <a:pt x="4269" y="3967"/>
                    <a:pt x="4185" y="4034"/>
                  </a:cubicBezTo>
                  <a:lnTo>
                    <a:pt x="3633" y="3515"/>
                  </a:lnTo>
                  <a:lnTo>
                    <a:pt x="3900" y="3248"/>
                  </a:lnTo>
                  <a:close/>
                  <a:moveTo>
                    <a:pt x="3900" y="3181"/>
                  </a:moveTo>
                  <a:lnTo>
                    <a:pt x="3884" y="3197"/>
                  </a:lnTo>
                  <a:cubicBezTo>
                    <a:pt x="3783" y="3281"/>
                    <a:pt x="3666" y="3382"/>
                    <a:pt x="3566" y="3499"/>
                  </a:cubicBezTo>
                  <a:lnTo>
                    <a:pt x="3549" y="3515"/>
                  </a:lnTo>
                  <a:lnTo>
                    <a:pt x="4185" y="4118"/>
                  </a:lnTo>
                  <a:lnTo>
                    <a:pt x="4202" y="4101"/>
                  </a:lnTo>
                  <a:cubicBezTo>
                    <a:pt x="4285" y="4001"/>
                    <a:pt x="4386" y="3917"/>
                    <a:pt x="4470" y="3817"/>
                  </a:cubicBezTo>
                  <a:lnTo>
                    <a:pt x="4503" y="3800"/>
                  </a:lnTo>
                  <a:lnTo>
                    <a:pt x="3900" y="3181"/>
                  </a:lnTo>
                  <a:close/>
                  <a:moveTo>
                    <a:pt x="21861" y="3833"/>
                  </a:moveTo>
                  <a:cubicBezTo>
                    <a:pt x="21928" y="3917"/>
                    <a:pt x="22012" y="4001"/>
                    <a:pt x="22095" y="4101"/>
                  </a:cubicBezTo>
                  <a:lnTo>
                    <a:pt x="21526" y="4603"/>
                  </a:lnTo>
                  <a:cubicBezTo>
                    <a:pt x="21442" y="4520"/>
                    <a:pt x="21376" y="4436"/>
                    <a:pt x="21292" y="4336"/>
                  </a:cubicBezTo>
                  <a:lnTo>
                    <a:pt x="21861" y="3833"/>
                  </a:lnTo>
                  <a:close/>
                  <a:moveTo>
                    <a:pt x="21861" y="3750"/>
                  </a:moveTo>
                  <a:lnTo>
                    <a:pt x="21225" y="4336"/>
                  </a:lnTo>
                  <a:lnTo>
                    <a:pt x="21242" y="4352"/>
                  </a:lnTo>
                  <a:cubicBezTo>
                    <a:pt x="21325" y="4453"/>
                    <a:pt x="21409" y="4553"/>
                    <a:pt x="21493" y="4654"/>
                  </a:cubicBezTo>
                  <a:lnTo>
                    <a:pt x="21509" y="4670"/>
                  </a:lnTo>
                  <a:lnTo>
                    <a:pt x="22179" y="4101"/>
                  </a:lnTo>
                  <a:lnTo>
                    <a:pt x="22162" y="4085"/>
                  </a:lnTo>
                  <a:cubicBezTo>
                    <a:pt x="22062" y="3984"/>
                    <a:pt x="21961" y="3867"/>
                    <a:pt x="21878" y="3767"/>
                  </a:cubicBezTo>
                  <a:lnTo>
                    <a:pt x="21861" y="3750"/>
                  </a:lnTo>
                  <a:close/>
                  <a:moveTo>
                    <a:pt x="3013" y="4168"/>
                  </a:moveTo>
                  <a:lnTo>
                    <a:pt x="3599" y="4670"/>
                  </a:lnTo>
                  <a:cubicBezTo>
                    <a:pt x="3532" y="4754"/>
                    <a:pt x="3465" y="4838"/>
                    <a:pt x="3398" y="4938"/>
                  </a:cubicBezTo>
                  <a:lnTo>
                    <a:pt x="2796" y="4453"/>
                  </a:lnTo>
                  <a:cubicBezTo>
                    <a:pt x="2879" y="4352"/>
                    <a:pt x="2946" y="4269"/>
                    <a:pt x="3013" y="4168"/>
                  </a:cubicBezTo>
                  <a:close/>
                  <a:moveTo>
                    <a:pt x="3030" y="4101"/>
                  </a:moveTo>
                  <a:lnTo>
                    <a:pt x="3013" y="4118"/>
                  </a:lnTo>
                  <a:cubicBezTo>
                    <a:pt x="2913" y="4218"/>
                    <a:pt x="2829" y="4336"/>
                    <a:pt x="2729" y="4436"/>
                  </a:cubicBezTo>
                  <a:lnTo>
                    <a:pt x="2712" y="4470"/>
                  </a:lnTo>
                  <a:lnTo>
                    <a:pt x="3398" y="5005"/>
                  </a:lnTo>
                  <a:lnTo>
                    <a:pt x="3415" y="4988"/>
                  </a:lnTo>
                  <a:cubicBezTo>
                    <a:pt x="3499" y="4888"/>
                    <a:pt x="3582" y="4771"/>
                    <a:pt x="3666" y="4670"/>
                  </a:cubicBezTo>
                  <a:lnTo>
                    <a:pt x="3683" y="4654"/>
                  </a:lnTo>
                  <a:lnTo>
                    <a:pt x="3030" y="4101"/>
                  </a:lnTo>
                  <a:close/>
                  <a:moveTo>
                    <a:pt x="22681" y="4804"/>
                  </a:moveTo>
                  <a:cubicBezTo>
                    <a:pt x="22748" y="4888"/>
                    <a:pt x="22815" y="5005"/>
                    <a:pt x="22882" y="5106"/>
                  </a:cubicBezTo>
                  <a:lnTo>
                    <a:pt x="22263" y="5541"/>
                  </a:lnTo>
                  <a:cubicBezTo>
                    <a:pt x="22179" y="5440"/>
                    <a:pt x="22112" y="5357"/>
                    <a:pt x="22045" y="5256"/>
                  </a:cubicBezTo>
                  <a:lnTo>
                    <a:pt x="22681" y="4804"/>
                  </a:lnTo>
                  <a:close/>
                  <a:moveTo>
                    <a:pt x="22681" y="4737"/>
                  </a:moveTo>
                  <a:lnTo>
                    <a:pt x="21978" y="5256"/>
                  </a:lnTo>
                  <a:lnTo>
                    <a:pt x="21995" y="5273"/>
                  </a:lnTo>
                  <a:cubicBezTo>
                    <a:pt x="22079" y="5373"/>
                    <a:pt x="22145" y="5474"/>
                    <a:pt x="22229" y="5591"/>
                  </a:cubicBezTo>
                  <a:lnTo>
                    <a:pt x="22246" y="5608"/>
                  </a:lnTo>
                  <a:lnTo>
                    <a:pt x="22949" y="5122"/>
                  </a:lnTo>
                  <a:lnTo>
                    <a:pt x="22932" y="5089"/>
                  </a:lnTo>
                  <a:cubicBezTo>
                    <a:pt x="22849" y="4972"/>
                    <a:pt x="22765" y="4855"/>
                    <a:pt x="22698" y="4754"/>
                  </a:cubicBezTo>
                  <a:lnTo>
                    <a:pt x="22681" y="4737"/>
                  </a:lnTo>
                  <a:close/>
                  <a:moveTo>
                    <a:pt x="2260" y="5189"/>
                  </a:moveTo>
                  <a:lnTo>
                    <a:pt x="2879" y="5625"/>
                  </a:lnTo>
                  <a:cubicBezTo>
                    <a:pt x="2812" y="5708"/>
                    <a:pt x="2762" y="5809"/>
                    <a:pt x="2695" y="5909"/>
                  </a:cubicBezTo>
                  <a:lnTo>
                    <a:pt x="2059" y="5491"/>
                  </a:lnTo>
                  <a:cubicBezTo>
                    <a:pt x="2126" y="5390"/>
                    <a:pt x="2193" y="5273"/>
                    <a:pt x="2260" y="5189"/>
                  </a:cubicBezTo>
                  <a:close/>
                  <a:moveTo>
                    <a:pt x="2243" y="5106"/>
                  </a:moveTo>
                  <a:lnTo>
                    <a:pt x="2227" y="5122"/>
                  </a:lnTo>
                  <a:cubicBezTo>
                    <a:pt x="2143" y="5240"/>
                    <a:pt x="2076" y="5357"/>
                    <a:pt x="1992" y="5474"/>
                  </a:cubicBezTo>
                  <a:lnTo>
                    <a:pt x="1976" y="5507"/>
                  </a:lnTo>
                  <a:lnTo>
                    <a:pt x="2712" y="5976"/>
                  </a:lnTo>
                  <a:lnTo>
                    <a:pt x="2729" y="5943"/>
                  </a:lnTo>
                  <a:cubicBezTo>
                    <a:pt x="2796" y="5825"/>
                    <a:pt x="2863" y="5725"/>
                    <a:pt x="2946" y="5625"/>
                  </a:cubicBezTo>
                  <a:lnTo>
                    <a:pt x="2963" y="5591"/>
                  </a:lnTo>
                  <a:lnTo>
                    <a:pt x="2243" y="5106"/>
                  </a:lnTo>
                  <a:close/>
                  <a:moveTo>
                    <a:pt x="23367" y="5859"/>
                  </a:moveTo>
                  <a:cubicBezTo>
                    <a:pt x="23434" y="5976"/>
                    <a:pt x="23501" y="6076"/>
                    <a:pt x="23552" y="6177"/>
                  </a:cubicBezTo>
                  <a:lnTo>
                    <a:pt x="22882" y="6562"/>
                  </a:lnTo>
                  <a:cubicBezTo>
                    <a:pt x="22832" y="6445"/>
                    <a:pt x="22782" y="6344"/>
                    <a:pt x="22715" y="6261"/>
                  </a:cubicBezTo>
                  <a:lnTo>
                    <a:pt x="23367" y="5859"/>
                  </a:lnTo>
                  <a:close/>
                  <a:moveTo>
                    <a:pt x="23384" y="5792"/>
                  </a:moveTo>
                  <a:lnTo>
                    <a:pt x="22631" y="6244"/>
                  </a:lnTo>
                  <a:lnTo>
                    <a:pt x="22648" y="6261"/>
                  </a:lnTo>
                  <a:cubicBezTo>
                    <a:pt x="22731" y="6378"/>
                    <a:pt x="22798" y="6478"/>
                    <a:pt x="22849" y="6595"/>
                  </a:cubicBezTo>
                  <a:lnTo>
                    <a:pt x="22865" y="6629"/>
                  </a:lnTo>
                  <a:lnTo>
                    <a:pt x="23618" y="6210"/>
                  </a:lnTo>
                  <a:lnTo>
                    <a:pt x="23602" y="6177"/>
                  </a:lnTo>
                  <a:cubicBezTo>
                    <a:pt x="23535" y="6060"/>
                    <a:pt x="23468" y="5926"/>
                    <a:pt x="23384" y="5809"/>
                  </a:cubicBezTo>
                  <a:lnTo>
                    <a:pt x="23384" y="5792"/>
                  </a:lnTo>
                  <a:close/>
                  <a:moveTo>
                    <a:pt x="1591" y="6261"/>
                  </a:moveTo>
                  <a:lnTo>
                    <a:pt x="2260" y="6629"/>
                  </a:lnTo>
                  <a:cubicBezTo>
                    <a:pt x="2210" y="6729"/>
                    <a:pt x="2143" y="6830"/>
                    <a:pt x="2093" y="6930"/>
                  </a:cubicBezTo>
                  <a:lnTo>
                    <a:pt x="1429" y="6582"/>
                  </a:lnTo>
                  <a:lnTo>
                    <a:pt x="1429" y="6582"/>
                  </a:lnTo>
                  <a:cubicBezTo>
                    <a:pt x="1477" y="6469"/>
                    <a:pt x="1526" y="6357"/>
                    <a:pt x="1591" y="6261"/>
                  </a:cubicBezTo>
                  <a:close/>
                  <a:moveTo>
                    <a:pt x="1574" y="6194"/>
                  </a:moveTo>
                  <a:lnTo>
                    <a:pt x="1557" y="6210"/>
                  </a:lnTo>
                  <a:cubicBezTo>
                    <a:pt x="1473" y="6328"/>
                    <a:pt x="1406" y="6461"/>
                    <a:pt x="1339" y="6579"/>
                  </a:cubicBezTo>
                  <a:lnTo>
                    <a:pt x="1339" y="6612"/>
                  </a:lnTo>
                  <a:lnTo>
                    <a:pt x="2126" y="6997"/>
                  </a:lnTo>
                  <a:lnTo>
                    <a:pt x="2126" y="6980"/>
                  </a:lnTo>
                  <a:cubicBezTo>
                    <a:pt x="2193" y="6863"/>
                    <a:pt x="2260" y="6746"/>
                    <a:pt x="2310" y="6629"/>
                  </a:cubicBezTo>
                  <a:lnTo>
                    <a:pt x="2327" y="6612"/>
                  </a:lnTo>
                  <a:lnTo>
                    <a:pt x="1574" y="6194"/>
                  </a:lnTo>
                  <a:close/>
                  <a:moveTo>
                    <a:pt x="1038" y="7416"/>
                  </a:moveTo>
                  <a:lnTo>
                    <a:pt x="1741" y="7717"/>
                  </a:lnTo>
                  <a:lnTo>
                    <a:pt x="1607" y="8035"/>
                  </a:lnTo>
                  <a:lnTo>
                    <a:pt x="904" y="7750"/>
                  </a:lnTo>
                  <a:cubicBezTo>
                    <a:pt x="938" y="7633"/>
                    <a:pt x="988" y="7516"/>
                    <a:pt x="1038" y="7416"/>
                  </a:cubicBezTo>
                  <a:close/>
                  <a:moveTo>
                    <a:pt x="1005" y="7349"/>
                  </a:moveTo>
                  <a:lnTo>
                    <a:pt x="988" y="7365"/>
                  </a:lnTo>
                  <a:cubicBezTo>
                    <a:pt x="938" y="7499"/>
                    <a:pt x="871" y="7633"/>
                    <a:pt x="821" y="7767"/>
                  </a:cubicBezTo>
                  <a:lnTo>
                    <a:pt x="821" y="7784"/>
                  </a:lnTo>
                  <a:lnTo>
                    <a:pt x="1641" y="8102"/>
                  </a:lnTo>
                  <a:lnTo>
                    <a:pt x="1641" y="8068"/>
                  </a:lnTo>
                  <a:cubicBezTo>
                    <a:pt x="1691" y="7951"/>
                    <a:pt x="1741" y="7834"/>
                    <a:pt x="1791" y="7700"/>
                  </a:cubicBezTo>
                  <a:lnTo>
                    <a:pt x="1791" y="7683"/>
                  </a:lnTo>
                  <a:lnTo>
                    <a:pt x="1005" y="7349"/>
                  </a:lnTo>
                  <a:close/>
                  <a:moveTo>
                    <a:pt x="603" y="8604"/>
                  </a:moveTo>
                  <a:lnTo>
                    <a:pt x="1323" y="8838"/>
                  </a:lnTo>
                  <a:cubicBezTo>
                    <a:pt x="1289" y="8955"/>
                    <a:pt x="1256" y="9056"/>
                    <a:pt x="1222" y="9173"/>
                  </a:cubicBezTo>
                  <a:lnTo>
                    <a:pt x="486" y="8955"/>
                  </a:lnTo>
                  <a:cubicBezTo>
                    <a:pt x="519" y="8838"/>
                    <a:pt x="553" y="8721"/>
                    <a:pt x="603" y="8604"/>
                  </a:cubicBezTo>
                  <a:close/>
                  <a:moveTo>
                    <a:pt x="553" y="8537"/>
                  </a:moveTo>
                  <a:lnTo>
                    <a:pt x="553" y="8570"/>
                  </a:lnTo>
                  <a:cubicBezTo>
                    <a:pt x="503" y="8704"/>
                    <a:pt x="469" y="8838"/>
                    <a:pt x="436" y="8972"/>
                  </a:cubicBezTo>
                  <a:lnTo>
                    <a:pt x="436" y="9006"/>
                  </a:lnTo>
                  <a:lnTo>
                    <a:pt x="1273" y="9223"/>
                  </a:lnTo>
                  <a:lnTo>
                    <a:pt x="1273" y="9207"/>
                  </a:lnTo>
                  <a:cubicBezTo>
                    <a:pt x="1306" y="9073"/>
                    <a:pt x="1339" y="8955"/>
                    <a:pt x="1390" y="8822"/>
                  </a:cubicBezTo>
                  <a:lnTo>
                    <a:pt x="1390" y="8805"/>
                  </a:lnTo>
                  <a:lnTo>
                    <a:pt x="553" y="8537"/>
                  </a:lnTo>
                  <a:close/>
                  <a:moveTo>
                    <a:pt x="285" y="9843"/>
                  </a:moveTo>
                  <a:lnTo>
                    <a:pt x="1021" y="9993"/>
                  </a:lnTo>
                  <a:cubicBezTo>
                    <a:pt x="1005" y="10094"/>
                    <a:pt x="988" y="10211"/>
                    <a:pt x="971" y="10328"/>
                  </a:cubicBezTo>
                  <a:lnTo>
                    <a:pt x="218" y="10194"/>
                  </a:lnTo>
                  <a:cubicBezTo>
                    <a:pt x="235" y="10077"/>
                    <a:pt x="251" y="9960"/>
                    <a:pt x="285" y="9843"/>
                  </a:cubicBezTo>
                  <a:close/>
                  <a:moveTo>
                    <a:pt x="235" y="9776"/>
                  </a:moveTo>
                  <a:lnTo>
                    <a:pt x="235" y="9792"/>
                  </a:lnTo>
                  <a:cubicBezTo>
                    <a:pt x="201" y="9943"/>
                    <a:pt x="168" y="10077"/>
                    <a:pt x="151" y="10211"/>
                  </a:cubicBezTo>
                  <a:lnTo>
                    <a:pt x="151" y="10244"/>
                  </a:lnTo>
                  <a:lnTo>
                    <a:pt x="1005" y="10395"/>
                  </a:lnTo>
                  <a:lnTo>
                    <a:pt x="1005" y="10362"/>
                  </a:lnTo>
                  <a:cubicBezTo>
                    <a:pt x="1038" y="10228"/>
                    <a:pt x="1055" y="10110"/>
                    <a:pt x="1088" y="9977"/>
                  </a:cubicBezTo>
                  <a:lnTo>
                    <a:pt x="1088" y="9943"/>
                  </a:lnTo>
                  <a:lnTo>
                    <a:pt x="235" y="9776"/>
                  </a:lnTo>
                  <a:close/>
                  <a:moveTo>
                    <a:pt x="25041" y="10629"/>
                  </a:moveTo>
                  <a:cubicBezTo>
                    <a:pt x="25058" y="10763"/>
                    <a:pt x="25075" y="10880"/>
                    <a:pt x="25091" y="10998"/>
                  </a:cubicBezTo>
                  <a:lnTo>
                    <a:pt x="24338" y="11081"/>
                  </a:lnTo>
                  <a:cubicBezTo>
                    <a:pt x="24322" y="10964"/>
                    <a:pt x="24305" y="10847"/>
                    <a:pt x="24288" y="10730"/>
                  </a:cubicBezTo>
                  <a:lnTo>
                    <a:pt x="25041" y="10629"/>
                  </a:lnTo>
                  <a:close/>
                  <a:moveTo>
                    <a:pt x="25108" y="10579"/>
                  </a:moveTo>
                  <a:lnTo>
                    <a:pt x="24238" y="10696"/>
                  </a:lnTo>
                  <a:lnTo>
                    <a:pt x="24238" y="10730"/>
                  </a:lnTo>
                  <a:cubicBezTo>
                    <a:pt x="24255" y="10847"/>
                    <a:pt x="24271" y="10981"/>
                    <a:pt x="24288" y="11115"/>
                  </a:cubicBezTo>
                  <a:lnTo>
                    <a:pt x="24288" y="11131"/>
                  </a:lnTo>
                  <a:lnTo>
                    <a:pt x="25158" y="11048"/>
                  </a:lnTo>
                  <a:lnTo>
                    <a:pt x="25158" y="11014"/>
                  </a:lnTo>
                  <a:cubicBezTo>
                    <a:pt x="25142" y="10880"/>
                    <a:pt x="25125" y="10747"/>
                    <a:pt x="25108" y="10596"/>
                  </a:cubicBezTo>
                  <a:lnTo>
                    <a:pt x="25108" y="10579"/>
                  </a:lnTo>
                  <a:close/>
                  <a:moveTo>
                    <a:pt x="101" y="11098"/>
                  </a:moveTo>
                  <a:lnTo>
                    <a:pt x="854" y="11165"/>
                  </a:lnTo>
                  <a:cubicBezTo>
                    <a:pt x="837" y="11282"/>
                    <a:pt x="821" y="11399"/>
                    <a:pt x="821" y="11516"/>
                  </a:cubicBezTo>
                  <a:lnTo>
                    <a:pt x="67" y="11466"/>
                  </a:lnTo>
                  <a:cubicBezTo>
                    <a:pt x="67" y="11349"/>
                    <a:pt x="84" y="11215"/>
                    <a:pt x="101" y="11098"/>
                  </a:cubicBezTo>
                  <a:close/>
                  <a:moveTo>
                    <a:pt x="34" y="11048"/>
                  </a:moveTo>
                  <a:lnTo>
                    <a:pt x="34" y="11065"/>
                  </a:lnTo>
                  <a:cubicBezTo>
                    <a:pt x="34" y="11198"/>
                    <a:pt x="0" y="11349"/>
                    <a:pt x="0" y="11483"/>
                  </a:cubicBezTo>
                  <a:lnTo>
                    <a:pt x="0" y="11516"/>
                  </a:lnTo>
                  <a:lnTo>
                    <a:pt x="871" y="11583"/>
                  </a:lnTo>
                  <a:lnTo>
                    <a:pt x="871" y="11550"/>
                  </a:lnTo>
                  <a:cubicBezTo>
                    <a:pt x="888" y="11416"/>
                    <a:pt x="888" y="11282"/>
                    <a:pt x="904" y="11148"/>
                  </a:cubicBezTo>
                  <a:lnTo>
                    <a:pt x="904" y="11131"/>
                  </a:lnTo>
                  <a:lnTo>
                    <a:pt x="34" y="11048"/>
                  </a:lnTo>
                  <a:close/>
                  <a:moveTo>
                    <a:pt x="25158" y="11901"/>
                  </a:moveTo>
                  <a:lnTo>
                    <a:pt x="25158" y="12270"/>
                  </a:lnTo>
                  <a:lnTo>
                    <a:pt x="24388" y="12270"/>
                  </a:lnTo>
                  <a:lnTo>
                    <a:pt x="24388" y="11918"/>
                  </a:lnTo>
                  <a:lnTo>
                    <a:pt x="25158" y="11901"/>
                  </a:lnTo>
                  <a:close/>
                  <a:moveTo>
                    <a:pt x="25209" y="11851"/>
                  </a:moveTo>
                  <a:lnTo>
                    <a:pt x="24355" y="11885"/>
                  </a:lnTo>
                  <a:lnTo>
                    <a:pt x="24355" y="11901"/>
                  </a:lnTo>
                  <a:lnTo>
                    <a:pt x="24355" y="12303"/>
                  </a:lnTo>
                  <a:lnTo>
                    <a:pt x="24355" y="12320"/>
                  </a:lnTo>
                  <a:lnTo>
                    <a:pt x="25209" y="12320"/>
                  </a:lnTo>
                  <a:lnTo>
                    <a:pt x="25209" y="12286"/>
                  </a:lnTo>
                  <a:lnTo>
                    <a:pt x="25209" y="11868"/>
                  </a:lnTo>
                  <a:lnTo>
                    <a:pt x="25209" y="11851"/>
                  </a:lnTo>
                  <a:close/>
                  <a:moveTo>
                    <a:pt x="804" y="12370"/>
                  </a:moveTo>
                  <a:lnTo>
                    <a:pt x="804" y="12722"/>
                  </a:lnTo>
                  <a:lnTo>
                    <a:pt x="34" y="12738"/>
                  </a:lnTo>
                  <a:lnTo>
                    <a:pt x="34" y="12370"/>
                  </a:lnTo>
                  <a:close/>
                  <a:moveTo>
                    <a:pt x="0" y="12320"/>
                  </a:moveTo>
                  <a:lnTo>
                    <a:pt x="0" y="12353"/>
                  </a:lnTo>
                  <a:lnTo>
                    <a:pt x="0" y="12772"/>
                  </a:lnTo>
                  <a:lnTo>
                    <a:pt x="0" y="12789"/>
                  </a:lnTo>
                  <a:lnTo>
                    <a:pt x="854" y="12772"/>
                  </a:lnTo>
                  <a:lnTo>
                    <a:pt x="854" y="12738"/>
                  </a:lnTo>
                  <a:lnTo>
                    <a:pt x="854" y="12353"/>
                  </a:lnTo>
                  <a:lnTo>
                    <a:pt x="854" y="12320"/>
                  </a:lnTo>
                  <a:close/>
                  <a:moveTo>
                    <a:pt x="24372" y="13107"/>
                  </a:moveTo>
                  <a:lnTo>
                    <a:pt x="25125" y="13174"/>
                  </a:lnTo>
                  <a:cubicBezTo>
                    <a:pt x="25125" y="13291"/>
                    <a:pt x="25108" y="13408"/>
                    <a:pt x="25091" y="13542"/>
                  </a:cubicBezTo>
                  <a:lnTo>
                    <a:pt x="24338" y="13458"/>
                  </a:lnTo>
                  <a:cubicBezTo>
                    <a:pt x="24338" y="13341"/>
                    <a:pt x="24372" y="13224"/>
                    <a:pt x="24372" y="13107"/>
                  </a:cubicBezTo>
                  <a:close/>
                  <a:moveTo>
                    <a:pt x="24305" y="13056"/>
                  </a:moveTo>
                  <a:lnTo>
                    <a:pt x="24305" y="13090"/>
                  </a:lnTo>
                  <a:cubicBezTo>
                    <a:pt x="24305" y="13224"/>
                    <a:pt x="24288" y="13358"/>
                    <a:pt x="24271" y="13475"/>
                  </a:cubicBezTo>
                  <a:lnTo>
                    <a:pt x="24271" y="13508"/>
                  </a:lnTo>
                  <a:lnTo>
                    <a:pt x="25142" y="13592"/>
                  </a:lnTo>
                  <a:lnTo>
                    <a:pt x="25142" y="13559"/>
                  </a:lnTo>
                  <a:cubicBezTo>
                    <a:pt x="25158" y="13425"/>
                    <a:pt x="25158" y="13274"/>
                    <a:pt x="25175" y="13140"/>
                  </a:cubicBezTo>
                  <a:lnTo>
                    <a:pt x="25175" y="13123"/>
                  </a:lnTo>
                  <a:lnTo>
                    <a:pt x="24305" y="13056"/>
                  </a:lnTo>
                  <a:close/>
                  <a:moveTo>
                    <a:pt x="837" y="13559"/>
                  </a:moveTo>
                  <a:cubicBezTo>
                    <a:pt x="854" y="13676"/>
                    <a:pt x="871" y="13793"/>
                    <a:pt x="888" y="13910"/>
                  </a:cubicBezTo>
                  <a:lnTo>
                    <a:pt x="134" y="14011"/>
                  </a:lnTo>
                  <a:cubicBezTo>
                    <a:pt x="118" y="13893"/>
                    <a:pt x="101" y="13776"/>
                    <a:pt x="84" y="13642"/>
                  </a:cubicBezTo>
                  <a:lnTo>
                    <a:pt x="837" y="13559"/>
                  </a:lnTo>
                  <a:close/>
                  <a:moveTo>
                    <a:pt x="888" y="13508"/>
                  </a:moveTo>
                  <a:lnTo>
                    <a:pt x="34" y="13592"/>
                  </a:lnTo>
                  <a:lnTo>
                    <a:pt x="34" y="13626"/>
                  </a:lnTo>
                  <a:cubicBezTo>
                    <a:pt x="51" y="13759"/>
                    <a:pt x="67" y="13910"/>
                    <a:pt x="84" y="14044"/>
                  </a:cubicBezTo>
                  <a:lnTo>
                    <a:pt x="84" y="14061"/>
                  </a:lnTo>
                  <a:lnTo>
                    <a:pt x="938" y="13944"/>
                  </a:lnTo>
                  <a:lnTo>
                    <a:pt x="938" y="13927"/>
                  </a:lnTo>
                  <a:cubicBezTo>
                    <a:pt x="921" y="13793"/>
                    <a:pt x="904" y="13659"/>
                    <a:pt x="888" y="13525"/>
                  </a:cubicBezTo>
                  <a:lnTo>
                    <a:pt x="888" y="13508"/>
                  </a:lnTo>
                  <a:close/>
                  <a:moveTo>
                    <a:pt x="24221" y="14312"/>
                  </a:moveTo>
                  <a:lnTo>
                    <a:pt x="24974" y="14446"/>
                  </a:lnTo>
                  <a:cubicBezTo>
                    <a:pt x="24958" y="14563"/>
                    <a:pt x="24941" y="14680"/>
                    <a:pt x="24907" y="14814"/>
                  </a:cubicBezTo>
                  <a:lnTo>
                    <a:pt x="24154" y="14647"/>
                  </a:lnTo>
                  <a:cubicBezTo>
                    <a:pt x="24188" y="14546"/>
                    <a:pt x="24204" y="14429"/>
                    <a:pt x="24221" y="14312"/>
                  </a:cubicBezTo>
                  <a:close/>
                  <a:moveTo>
                    <a:pt x="24171" y="14245"/>
                  </a:moveTo>
                  <a:lnTo>
                    <a:pt x="24171" y="14278"/>
                  </a:lnTo>
                  <a:cubicBezTo>
                    <a:pt x="24154" y="14412"/>
                    <a:pt x="24121" y="14546"/>
                    <a:pt x="24104" y="14663"/>
                  </a:cubicBezTo>
                  <a:lnTo>
                    <a:pt x="24104" y="14697"/>
                  </a:lnTo>
                  <a:lnTo>
                    <a:pt x="24941" y="14864"/>
                  </a:lnTo>
                  <a:lnTo>
                    <a:pt x="24941" y="14847"/>
                  </a:lnTo>
                  <a:cubicBezTo>
                    <a:pt x="24974" y="14697"/>
                    <a:pt x="25008" y="14563"/>
                    <a:pt x="25025" y="14429"/>
                  </a:cubicBezTo>
                  <a:lnTo>
                    <a:pt x="25025" y="14396"/>
                  </a:lnTo>
                  <a:lnTo>
                    <a:pt x="24171" y="14245"/>
                  </a:lnTo>
                  <a:close/>
                  <a:moveTo>
                    <a:pt x="1038" y="14747"/>
                  </a:moveTo>
                  <a:cubicBezTo>
                    <a:pt x="1055" y="14864"/>
                    <a:pt x="1088" y="14965"/>
                    <a:pt x="1122" y="15082"/>
                  </a:cubicBezTo>
                  <a:lnTo>
                    <a:pt x="369" y="15266"/>
                  </a:lnTo>
                  <a:cubicBezTo>
                    <a:pt x="335" y="15149"/>
                    <a:pt x="318" y="15032"/>
                    <a:pt x="285" y="14898"/>
                  </a:cubicBezTo>
                  <a:lnTo>
                    <a:pt x="1038" y="14747"/>
                  </a:lnTo>
                  <a:close/>
                  <a:moveTo>
                    <a:pt x="1105" y="14680"/>
                  </a:moveTo>
                  <a:lnTo>
                    <a:pt x="235" y="14847"/>
                  </a:lnTo>
                  <a:lnTo>
                    <a:pt x="235" y="14881"/>
                  </a:lnTo>
                  <a:cubicBezTo>
                    <a:pt x="268" y="15015"/>
                    <a:pt x="302" y="15165"/>
                    <a:pt x="335" y="15299"/>
                  </a:cubicBezTo>
                  <a:lnTo>
                    <a:pt x="335" y="15316"/>
                  </a:lnTo>
                  <a:lnTo>
                    <a:pt x="1189" y="15115"/>
                  </a:lnTo>
                  <a:lnTo>
                    <a:pt x="1189" y="15082"/>
                  </a:lnTo>
                  <a:cubicBezTo>
                    <a:pt x="1155" y="14948"/>
                    <a:pt x="1122" y="14831"/>
                    <a:pt x="1105" y="14697"/>
                  </a:cubicBezTo>
                  <a:lnTo>
                    <a:pt x="1105" y="14680"/>
                  </a:lnTo>
                  <a:close/>
                  <a:moveTo>
                    <a:pt x="23970" y="15467"/>
                  </a:moveTo>
                  <a:lnTo>
                    <a:pt x="24706" y="15668"/>
                  </a:lnTo>
                  <a:cubicBezTo>
                    <a:pt x="24673" y="15785"/>
                    <a:pt x="24640" y="15919"/>
                    <a:pt x="24606" y="16036"/>
                  </a:cubicBezTo>
                  <a:lnTo>
                    <a:pt x="23870" y="15802"/>
                  </a:lnTo>
                  <a:cubicBezTo>
                    <a:pt x="23903" y="15684"/>
                    <a:pt x="23937" y="15584"/>
                    <a:pt x="23970" y="15467"/>
                  </a:cubicBezTo>
                  <a:close/>
                  <a:moveTo>
                    <a:pt x="23920" y="15400"/>
                  </a:moveTo>
                  <a:lnTo>
                    <a:pt x="23920" y="15433"/>
                  </a:lnTo>
                  <a:cubicBezTo>
                    <a:pt x="23886" y="15550"/>
                    <a:pt x="23836" y="15684"/>
                    <a:pt x="23803" y="15802"/>
                  </a:cubicBezTo>
                  <a:lnTo>
                    <a:pt x="23803" y="15835"/>
                  </a:lnTo>
                  <a:lnTo>
                    <a:pt x="24623" y="16103"/>
                  </a:lnTo>
                  <a:lnTo>
                    <a:pt x="24623" y="16086"/>
                  </a:lnTo>
                  <a:cubicBezTo>
                    <a:pt x="24673" y="15935"/>
                    <a:pt x="24723" y="15802"/>
                    <a:pt x="24757" y="15668"/>
                  </a:cubicBezTo>
                  <a:lnTo>
                    <a:pt x="24757" y="15634"/>
                  </a:lnTo>
                  <a:lnTo>
                    <a:pt x="23920" y="15400"/>
                  </a:lnTo>
                  <a:close/>
                  <a:moveTo>
                    <a:pt x="1339" y="15902"/>
                  </a:moveTo>
                  <a:cubicBezTo>
                    <a:pt x="1373" y="16019"/>
                    <a:pt x="1406" y="16120"/>
                    <a:pt x="1457" y="16220"/>
                  </a:cubicBezTo>
                  <a:lnTo>
                    <a:pt x="737" y="16488"/>
                  </a:lnTo>
                  <a:cubicBezTo>
                    <a:pt x="687" y="16371"/>
                    <a:pt x="653" y="16237"/>
                    <a:pt x="620" y="16120"/>
                  </a:cubicBezTo>
                  <a:lnTo>
                    <a:pt x="1339" y="15902"/>
                  </a:lnTo>
                  <a:close/>
                  <a:moveTo>
                    <a:pt x="1406" y="15835"/>
                  </a:moveTo>
                  <a:lnTo>
                    <a:pt x="570" y="16086"/>
                  </a:lnTo>
                  <a:lnTo>
                    <a:pt x="570" y="16120"/>
                  </a:lnTo>
                  <a:cubicBezTo>
                    <a:pt x="603" y="16253"/>
                    <a:pt x="653" y="16387"/>
                    <a:pt x="703" y="16521"/>
                  </a:cubicBezTo>
                  <a:lnTo>
                    <a:pt x="703" y="16538"/>
                  </a:lnTo>
                  <a:lnTo>
                    <a:pt x="1524" y="16253"/>
                  </a:lnTo>
                  <a:lnTo>
                    <a:pt x="1524" y="16237"/>
                  </a:lnTo>
                  <a:cubicBezTo>
                    <a:pt x="1473" y="16103"/>
                    <a:pt x="1440" y="15986"/>
                    <a:pt x="1406" y="15852"/>
                  </a:cubicBezTo>
                  <a:lnTo>
                    <a:pt x="1406" y="15835"/>
                  </a:lnTo>
                  <a:close/>
                  <a:moveTo>
                    <a:pt x="23602" y="16605"/>
                  </a:moveTo>
                  <a:lnTo>
                    <a:pt x="24305" y="16890"/>
                  </a:lnTo>
                  <a:cubicBezTo>
                    <a:pt x="24255" y="17007"/>
                    <a:pt x="24221" y="17124"/>
                    <a:pt x="24171" y="17224"/>
                  </a:cubicBezTo>
                  <a:lnTo>
                    <a:pt x="23468" y="16923"/>
                  </a:lnTo>
                  <a:cubicBezTo>
                    <a:pt x="23501" y="16823"/>
                    <a:pt x="23552" y="16722"/>
                    <a:pt x="23602" y="16605"/>
                  </a:cubicBezTo>
                  <a:close/>
                  <a:moveTo>
                    <a:pt x="23535" y="16538"/>
                  </a:moveTo>
                  <a:lnTo>
                    <a:pt x="23535" y="16572"/>
                  </a:lnTo>
                  <a:cubicBezTo>
                    <a:pt x="23485" y="16689"/>
                    <a:pt x="23434" y="16806"/>
                    <a:pt x="23384" y="16940"/>
                  </a:cubicBezTo>
                  <a:lnTo>
                    <a:pt x="23384" y="16957"/>
                  </a:lnTo>
                  <a:lnTo>
                    <a:pt x="24171" y="17308"/>
                  </a:lnTo>
                  <a:lnTo>
                    <a:pt x="24171" y="17275"/>
                  </a:lnTo>
                  <a:cubicBezTo>
                    <a:pt x="24238" y="17141"/>
                    <a:pt x="24288" y="17007"/>
                    <a:pt x="24338" y="16890"/>
                  </a:cubicBezTo>
                  <a:lnTo>
                    <a:pt x="24338" y="16856"/>
                  </a:lnTo>
                  <a:lnTo>
                    <a:pt x="23535" y="16538"/>
                  </a:lnTo>
                  <a:close/>
                  <a:moveTo>
                    <a:pt x="21007" y="20589"/>
                  </a:moveTo>
                  <a:lnTo>
                    <a:pt x="21543" y="21124"/>
                  </a:lnTo>
                  <a:cubicBezTo>
                    <a:pt x="21459" y="21208"/>
                    <a:pt x="21376" y="21292"/>
                    <a:pt x="21275" y="21392"/>
                  </a:cubicBezTo>
                  <a:lnTo>
                    <a:pt x="20756" y="20840"/>
                  </a:lnTo>
                  <a:lnTo>
                    <a:pt x="20773" y="20823"/>
                  </a:lnTo>
                  <a:cubicBezTo>
                    <a:pt x="20840" y="20756"/>
                    <a:pt x="20924" y="20672"/>
                    <a:pt x="21007" y="20589"/>
                  </a:cubicBezTo>
                  <a:close/>
                  <a:moveTo>
                    <a:pt x="21007" y="20522"/>
                  </a:moveTo>
                  <a:lnTo>
                    <a:pt x="20974" y="20539"/>
                  </a:lnTo>
                  <a:cubicBezTo>
                    <a:pt x="20890" y="20639"/>
                    <a:pt x="20790" y="20723"/>
                    <a:pt x="20706" y="20823"/>
                  </a:cubicBezTo>
                  <a:lnTo>
                    <a:pt x="20689" y="20840"/>
                  </a:lnTo>
                  <a:lnTo>
                    <a:pt x="21275" y="21459"/>
                  </a:lnTo>
                  <a:lnTo>
                    <a:pt x="21309" y="21442"/>
                  </a:lnTo>
                  <a:cubicBezTo>
                    <a:pt x="21392" y="21359"/>
                    <a:pt x="21509" y="21242"/>
                    <a:pt x="21610" y="21141"/>
                  </a:cubicBezTo>
                  <a:lnTo>
                    <a:pt x="21627" y="21124"/>
                  </a:lnTo>
                  <a:lnTo>
                    <a:pt x="21007" y="20522"/>
                  </a:lnTo>
                  <a:close/>
                  <a:moveTo>
                    <a:pt x="20103" y="21409"/>
                  </a:moveTo>
                  <a:lnTo>
                    <a:pt x="20589" y="21995"/>
                  </a:lnTo>
                  <a:cubicBezTo>
                    <a:pt x="20488" y="22079"/>
                    <a:pt x="20388" y="22145"/>
                    <a:pt x="20304" y="22229"/>
                  </a:cubicBezTo>
                  <a:lnTo>
                    <a:pt x="19836" y="21627"/>
                  </a:lnTo>
                  <a:lnTo>
                    <a:pt x="19852" y="21610"/>
                  </a:lnTo>
                  <a:cubicBezTo>
                    <a:pt x="19936" y="21543"/>
                    <a:pt x="20036" y="21476"/>
                    <a:pt x="20103" y="21409"/>
                  </a:cubicBezTo>
                  <a:close/>
                  <a:moveTo>
                    <a:pt x="20103" y="21342"/>
                  </a:moveTo>
                  <a:lnTo>
                    <a:pt x="20087" y="21359"/>
                  </a:lnTo>
                  <a:cubicBezTo>
                    <a:pt x="19986" y="21442"/>
                    <a:pt x="19886" y="21509"/>
                    <a:pt x="19769" y="21593"/>
                  </a:cubicBezTo>
                  <a:lnTo>
                    <a:pt x="19752" y="21610"/>
                  </a:lnTo>
                  <a:lnTo>
                    <a:pt x="20288" y="22296"/>
                  </a:lnTo>
                  <a:lnTo>
                    <a:pt x="20304" y="22279"/>
                  </a:lnTo>
                  <a:cubicBezTo>
                    <a:pt x="20438" y="22196"/>
                    <a:pt x="20539" y="22112"/>
                    <a:pt x="20639" y="22012"/>
                  </a:cubicBezTo>
                  <a:lnTo>
                    <a:pt x="20656" y="21995"/>
                  </a:lnTo>
                  <a:lnTo>
                    <a:pt x="20103" y="21342"/>
                  </a:lnTo>
                  <a:close/>
                  <a:moveTo>
                    <a:pt x="6395" y="22346"/>
                  </a:moveTo>
                  <a:lnTo>
                    <a:pt x="6696" y="22514"/>
                  </a:lnTo>
                  <a:lnTo>
                    <a:pt x="6311" y="23183"/>
                  </a:lnTo>
                  <a:cubicBezTo>
                    <a:pt x="6194" y="23116"/>
                    <a:pt x="6093" y="23049"/>
                    <a:pt x="5993" y="22982"/>
                  </a:cubicBezTo>
                  <a:lnTo>
                    <a:pt x="6395" y="22346"/>
                  </a:lnTo>
                  <a:close/>
                  <a:moveTo>
                    <a:pt x="6378" y="22279"/>
                  </a:moveTo>
                  <a:lnTo>
                    <a:pt x="5926" y="23016"/>
                  </a:lnTo>
                  <a:lnTo>
                    <a:pt x="5943" y="23033"/>
                  </a:lnTo>
                  <a:cubicBezTo>
                    <a:pt x="6060" y="23100"/>
                    <a:pt x="6177" y="23167"/>
                    <a:pt x="6311" y="23233"/>
                  </a:cubicBezTo>
                  <a:lnTo>
                    <a:pt x="6328" y="23250"/>
                  </a:lnTo>
                  <a:lnTo>
                    <a:pt x="6763" y="22514"/>
                  </a:lnTo>
                  <a:lnTo>
                    <a:pt x="6746" y="22497"/>
                  </a:lnTo>
                  <a:lnTo>
                    <a:pt x="6395" y="22296"/>
                  </a:lnTo>
                  <a:lnTo>
                    <a:pt x="6378" y="22279"/>
                  </a:lnTo>
                  <a:close/>
                  <a:moveTo>
                    <a:pt x="7449" y="22915"/>
                  </a:moveTo>
                  <a:cubicBezTo>
                    <a:pt x="7549" y="22966"/>
                    <a:pt x="7650" y="23016"/>
                    <a:pt x="7750" y="23066"/>
                  </a:cubicBezTo>
                  <a:lnTo>
                    <a:pt x="7449" y="23769"/>
                  </a:lnTo>
                  <a:lnTo>
                    <a:pt x="7114" y="23602"/>
                  </a:lnTo>
                  <a:lnTo>
                    <a:pt x="7449" y="22915"/>
                  </a:lnTo>
                  <a:close/>
                  <a:moveTo>
                    <a:pt x="7416" y="22865"/>
                  </a:moveTo>
                  <a:lnTo>
                    <a:pt x="7031" y="23635"/>
                  </a:lnTo>
                  <a:lnTo>
                    <a:pt x="7064" y="23635"/>
                  </a:lnTo>
                  <a:cubicBezTo>
                    <a:pt x="7165" y="23685"/>
                    <a:pt x="7282" y="23752"/>
                    <a:pt x="7399" y="23803"/>
                  </a:cubicBezTo>
                  <a:lnTo>
                    <a:pt x="7449" y="23819"/>
                  </a:lnTo>
                  <a:lnTo>
                    <a:pt x="7466" y="23836"/>
                  </a:lnTo>
                  <a:lnTo>
                    <a:pt x="7817" y="23033"/>
                  </a:lnTo>
                  <a:lnTo>
                    <a:pt x="7801" y="23033"/>
                  </a:lnTo>
                  <a:cubicBezTo>
                    <a:pt x="7683" y="22982"/>
                    <a:pt x="7566" y="22932"/>
                    <a:pt x="7449" y="22865"/>
                  </a:cubicBezTo>
                  <a:close/>
                  <a:moveTo>
                    <a:pt x="8537" y="23384"/>
                  </a:moveTo>
                  <a:cubicBezTo>
                    <a:pt x="8654" y="23418"/>
                    <a:pt x="8755" y="23468"/>
                    <a:pt x="8872" y="23501"/>
                  </a:cubicBezTo>
                  <a:lnTo>
                    <a:pt x="8621" y="24221"/>
                  </a:lnTo>
                  <a:cubicBezTo>
                    <a:pt x="8520" y="24188"/>
                    <a:pt x="8386" y="24137"/>
                    <a:pt x="8269" y="24104"/>
                  </a:cubicBezTo>
                  <a:lnTo>
                    <a:pt x="8537" y="23384"/>
                  </a:lnTo>
                  <a:close/>
                  <a:moveTo>
                    <a:pt x="8504" y="23317"/>
                  </a:moveTo>
                  <a:lnTo>
                    <a:pt x="8202" y="24137"/>
                  </a:lnTo>
                  <a:lnTo>
                    <a:pt x="8236" y="24154"/>
                  </a:lnTo>
                  <a:lnTo>
                    <a:pt x="8637" y="24305"/>
                  </a:lnTo>
                  <a:lnTo>
                    <a:pt x="8654" y="24305"/>
                  </a:lnTo>
                  <a:lnTo>
                    <a:pt x="8939" y="23451"/>
                  </a:lnTo>
                  <a:lnTo>
                    <a:pt x="8905" y="23451"/>
                  </a:lnTo>
                  <a:cubicBezTo>
                    <a:pt x="8788" y="23401"/>
                    <a:pt x="8654" y="23367"/>
                    <a:pt x="8537" y="23317"/>
                  </a:cubicBezTo>
                  <a:close/>
                  <a:moveTo>
                    <a:pt x="15919" y="23635"/>
                  </a:moveTo>
                  <a:lnTo>
                    <a:pt x="16136" y="24355"/>
                  </a:lnTo>
                  <a:lnTo>
                    <a:pt x="15768" y="24455"/>
                  </a:lnTo>
                  <a:lnTo>
                    <a:pt x="15584" y="23719"/>
                  </a:lnTo>
                  <a:lnTo>
                    <a:pt x="15601" y="23719"/>
                  </a:lnTo>
                  <a:cubicBezTo>
                    <a:pt x="15701" y="23685"/>
                    <a:pt x="15818" y="23652"/>
                    <a:pt x="15919" y="23635"/>
                  </a:cubicBezTo>
                  <a:close/>
                  <a:moveTo>
                    <a:pt x="15919" y="23585"/>
                  </a:moveTo>
                  <a:cubicBezTo>
                    <a:pt x="15802" y="23618"/>
                    <a:pt x="15668" y="23652"/>
                    <a:pt x="15551" y="23685"/>
                  </a:cubicBezTo>
                  <a:lnTo>
                    <a:pt x="15534" y="23685"/>
                  </a:lnTo>
                  <a:lnTo>
                    <a:pt x="15735" y="24522"/>
                  </a:lnTo>
                  <a:lnTo>
                    <a:pt x="15768" y="24539"/>
                  </a:lnTo>
                  <a:cubicBezTo>
                    <a:pt x="15902" y="24506"/>
                    <a:pt x="16036" y="24472"/>
                    <a:pt x="16170" y="24422"/>
                  </a:cubicBezTo>
                  <a:lnTo>
                    <a:pt x="16203" y="24422"/>
                  </a:lnTo>
                  <a:lnTo>
                    <a:pt x="15969" y="23585"/>
                  </a:lnTo>
                  <a:close/>
                  <a:moveTo>
                    <a:pt x="9675" y="23736"/>
                  </a:moveTo>
                  <a:cubicBezTo>
                    <a:pt x="9792" y="23769"/>
                    <a:pt x="9910" y="23803"/>
                    <a:pt x="10027" y="23819"/>
                  </a:cubicBezTo>
                  <a:lnTo>
                    <a:pt x="9859" y="24573"/>
                  </a:lnTo>
                  <a:lnTo>
                    <a:pt x="9491" y="24472"/>
                  </a:lnTo>
                  <a:lnTo>
                    <a:pt x="9675" y="23736"/>
                  </a:lnTo>
                  <a:close/>
                  <a:moveTo>
                    <a:pt x="9642" y="23685"/>
                  </a:moveTo>
                  <a:lnTo>
                    <a:pt x="9424" y="24522"/>
                  </a:lnTo>
                  <a:lnTo>
                    <a:pt x="9441" y="24522"/>
                  </a:lnTo>
                  <a:lnTo>
                    <a:pt x="9859" y="24623"/>
                  </a:lnTo>
                  <a:lnTo>
                    <a:pt x="9876" y="24623"/>
                  </a:lnTo>
                  <a:lnTo>
                    <a:pt x="10077" y="23769"/>
                  </a:lnTo>
                  <a:lnTo>
                    <a:pt x="10044" y="23769"/>
                  </a:lnTo>
                  <a:cubicBezTo>
                    <a:pt x="9910" y="23736"/>
                    <a:pt x="9792" y="23719"/>
                    <a:pt x="9659" y="23685"/>
                  </a:cubicBezTo>
                  <a:close/>
                  <a:moveTo>
                    <a:pt x="14747" y="23903"/>
                  </a:moveTo>
                  <a:lnTo>
                    <a:pt x="14898" y="24656"/>
                  </a:lnTo>
                  <a:cubicBezTo>
                    <a:pt x="14781" y="24690"/>
                    <a:pt x="14647" y="24706"/>
                    <a:pt x="14529" y="24723"/>
                  </a:cubicBezTo>
                  <a:lnTo>
                    <a:pt x="14412" y="23970"/>
                  </a:lnTo>
                  <a:lnTo>
                    <a:pt x="14429" y="23953"/>
                  </a:lnTo>
                  <a:cubicBezTo>
                    <a:pt x="14546" y="23936"/>
                    <a:pt x="14663" y="23920"/>
                    <a:pt x="14747" y="23903"/>
                  </a:cubicBezTo>
                  <a:close/>
                  <a:moveTo>
                    <a:pt x="10847" y="23987"/>
                  </a:moveTo>
                  <a:lnTo>
                    <a:pt x="11198" y="24037"/>
                  </a:lnTo>
                  <a:lnTo>
                    <a:pt x="11115" y="24790"/>
                  </a:lnTo>
                  <a:cubicBezTo>
                    <a:pt x="10981" y="24773"/>
                    <a:pt x="10864" y="24757"/>
                    <a:pt x="10747" y="24740"/>
                  </a:cubicBezTo>
                  <a:lnTo>
                    <a:pt x="10847" y="23987"/>
                  </a:lnTo>
                  <a:close/>
                  <a:moveTo>
                    <a:pt x="14764" y="23853"/>
                  </a:moveTo>
                  <a:cubicBezTo>
                    <a:pt x="14647" y="23886"/>
                    <a:pt x="14513" y="23903"/>
                    <a:pt x="14379" y="23920"/>
                  </a:cubicBezTo>
                  <a:lnTo>
                    <a:pt x="14345" y="23920"/>
                  </a:lnTo>
                  <a:lnTo>
                    <a:pt x="14479" y="24790"/>
                  </a:lnTo>
                  <a:lnTo>
                    <a:pt x="14513" y="24790"/>
                  </a:lnTo>
                  <a:lnTo>
                    <a:pt x="14931" y="24706"/>
                  </a:lnTo>
                  <a:lnTo>
                    <a:pt x="14965" y="24706"/>
                  </a:lnTo>
                  <a:lnTo>
                    <a:pt x="14797" y="23853"/>
                  </a:lnTo>
                  <a:close/>
                  <a:moveTo>
                    <a:pt x="10814" y="23920"/>
                  </a:moveTo>
                  <a:lnTo>
                    <a:pt x="10680" y="24790"/>
                  </a:lnTo>
                  <a:lnTo>
                    <a:pt x="10730" y="24790"/>
                  </a:lnTo>
                  <a:cubicBezTo>
                    <a:pt x="10864" y="24807"/>
                    <a:pt x="10998" y="24824"/>
                    <a:pt x="11148" y="24840"/>
                  </a:cubicBezTo>
                  <a:lnTo>
                    <a:pt x="11249" y="23970"/>
                  </a:lnTo>
                  <a:lnTo>
                    <a:pt x="11232" y="23970"/>
                  </a:lnTo>
                  <a:cubicBezTo>
                    <a:pt x="11098" y="23953"/>
                    <a:pt x="10964" y="23936"/>
                    <a:pt x="10830" y="23920"/>
                  </a:cubicBezTo>
                  <a:close/>
                  <a:moveTo>
                    <a:pt x="13575" y="24070"/>
                  </a:moveTo>
                  <a:lnTo>
                    <a:pt x="13642" y="24824"/>
                  </a:lnTo>
                  <a:lnTo>
                    <a:pt x="13274" y="24857"/>
                  </a:lnTo>
                  <a:lnTo>
                    <a:pt x="13224" y="24087"/>
                  </a:lnTo>
                  <a:lnTo>
                    <a:pt x="13241" y="24087"/>
                  </a:lnTo>
                  <a:cubicBezTo>
                    <a:pt x="13358" y="24087"/>
                    <a:pt x="13475" y="24087"/>
                    <a:pt x="13575" y="24070"/>
                  </a:cubicBezTo>
                  <a:close/>
                  <a:moveTo>
                    <a:pt x="12387" y="24104"/>
                  </a:moveTo>
                  <a:lnTo>
                    <a:pt x="12387" y="24874"/>
                  </a:lnTo>
                  <a:cubicBezTo>
                    <a:pt x="12253" y="24874"/>
                    <a:pt x="12136" y="24857"/>
                    <a:pt x="12002" y="24857"/>
                  </a:cubicBezTo>
                  <a:lnTo>
                    <a:pt x="12052" y="24104"/>
                  </a:lnTo>
                  <a:close/>
                  <a:moveTo>
                    <a:pt x="13609" y="24020"/>
                  </a:moveTo>
                  <a:cubicBezTo>
                    <a:pt x="13475" y="24020"/>
                    <a:pt x="13341" y="24037"/>
                    <a:pt x="13207" y="24037"/>
                  </a:cubicBezTo>
                  <a:lnTo>
                    <a:pt x="13190" y="24037"/>
                  </a:lnTo>
                  <a:lnTo>
                    <a:pt x="13224" y="24907"/>
                  </a:lnTo>
                  <a:lnTo>
                    <a:pt x="13257" y="24907"/>
                  </a:lnTo>
                  <a:cubicBezTo>
                    <a:pt x="13391" y="24907"/>
                    <a:pt x="13542" y="24891"/>
                    <a:pt x="13676" y="24874"/>
                  </a:cubicBezTo>
                  <a:lnTo>
                    <a:pt x="13709" y="24874"/>
                  </a:lnTo>
                  <a:lnTo>
                    <a:pt x="13626" y="24020"/>
                  </a:lnTo>
                  <a:close/>
                  <a:moveTo>
                    <a:pt x="12002" y="24037"/>
                  </a:moveTo>
                  <a:lnTo>
                    <a:pt x="11952" y="24907"/>
                  </a:lnTo>
                  <a:lnTo>
                    <a:pt x="11985" y="24907"/>
                  </a:lnTo>
                  <a:lnTo>
                    <a:pt x="12404" y="24924"/>
                  </a:lnTo>
                  <a:lnTo>
                    <a:pt x="12437" y="24924"/>
                  </a:lnTo>
                  <a:lnTo>
                    <a:pt x="12437" y="24054"/>
                  </a:lnTo>
                  <a:lnTo>
                    <a:pt x="12420" y="24054"/>
                  </a:lnTo>
                  <a:cubicBezTo>
                    <a:pt x="12286" y="24037"/>
                    <a:pt x="12153" y="24037"/>
                    <a:pt x="12019" y="2403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5"/>
          <p:cNvGrpSpPr/>
          <p:nvPr/>
        </p:nvGrpSpPr>
        <p:grpSpPr>
          <a:xfrm rot="5400000">
            <a:off x="8619784" y="322961"/>
            <a:ext cx="461890" cy="265309"/>
            <a:chOff x="5170200" y="1827055"/>
            <a:chExt cx="336458" cy="193247"/>
          </a:xfrm>
        </p:grpSpPr>
        <p:sp>
          <p:nvSpPr>
            <p:cNvPr id="111" name="Google Shape;111;p5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 flipH="1">
              <a:off x="5331652" y="1832505"/>
              <a:ext cx="747" cy="124276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5467914" y="1829519"/>
              <a:ext cx="1548" cy="122937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3" name="Google Shape;123;p6"/>
          <p:cNvGrpSpPr/>
          <p:nvPr/>
        </p:nvGrpSpPr>
        <p:grpSpPr>
          <a:xfrm>
            <a:off x="-973425" y="-1030975"/>
            <a:ext cx="11080400" cy="7431825"/>
            <a:chOff x="-973425" y="-1030975"/>
            <a:chExt cx="11080400" cy="7431825"/>
          </a:xfrm>
        </p:grpSpPr>
        <p:sp>
          <p:nvSpPr>
            <p:cNvPr id="124" name="Google Shape;124;p6"/>
            <p:cNvSpPr/>
            <p:nvPr/>
          </p:nvSpPr>
          <p:spPr>
            <a:xfrm>
              <a:off x="-973425" y="-1030975"/>
              <a:ext cx="3524700" cy="3524700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50000">
                  <a:srgbClr val="000000">
                    <a:alpha val="0"/>
                  </a:srgbClr>
                </a:gs>
                <a:gs pos="10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582275" y="2876150"/>
              <a:ext cx="3524700" cy="3524700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50000">
                  <a:srgbClr val="000000">
                    <a:alpha val="0"/>
                  </a:srgbClr>
                </a:gs>
                <a:gs pos="100000">
                  <a:srgbClr val="00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6" name="Google Shape;126;p6"/>
            <p:cNvGrpSpPr/>
            <p:nvPr/>
          </p:nvGrpSpPr>
          <p:grpSpPr>
            <a:xfrm rot="10800000">
              <a:off x="164900" y="260513"/>
              <a:ext cx="8813438" cy="4625213"/>
              <a:chOff x="165650" y="257750"/>
              <a:chExt cx="8813438" cy="4625213"/>
            </a:xfrm>
          </p:grpSpPr>
          <p:grpSp>
            <p:nvGrpSpPr>
              <p:cNvPr id="127" name="Google Shape;127;p6"/>
              <p:cNvGrpSpPr/>
              <p:nvPr/>
            </p:nvGrpSpPr>
            <p:grpSpPr>
              <a:xfrm>
                <a:off x="3017486" y="257750"/>
                <a:ext cx="5961602" cy="4599900"/>
                <a:chOff x="3002186" y="296825"/>
                <a:chExt cx="5961602" cy="4599900"/>
              </a:xfrm>
            </p:grpSpPr>
            <p:cxnSp>
              <p:nvCxnSpPr>
                <p:cNvPr id="128" name="Google Shape;128;p6"/>
                <p:cNvCxnSpPr/>
                <p:nvPr/>
              </p:nvCxnSpPr>
              <p:spPr>
                <a:xfrm>
                  <a:off x="8959013" y="296825"/>
                  <a:ext cx="0" cy="4599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" name="Google Shape;129;p6"/>
                <p:cNvCxnSpPr/>
                <p:nvPr/>
              </p:nvCxnSpPr>
              <p:spPr>
                <a:xfrm rot="10800000">
                  <a:off x="3002186" y="300625"/>
                  <a:ext cx="595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" name="Google Shape;130;p6"/>
                <p:cNvCxnSpPr/>
                <p:nvPr/>
              </p:nvCxnSpPr>
              <p:spPr>
                <a:xfrm rot="10800000">
                  <a:off x="3002488" y="4895600"/>
                  <a:ext cx="59613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31" name="Google Shape;131;p6"/>
              <p:cNvCxnSpPr/>
              <p:nvPr/>
            </p:nvCxnSpPr>
            <p:spPr>
              <a:xfrm>
                <a:off x="165650" y="286963"/>
                <a:ext cx="0" cy="45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2" name="Google Shape;132;p6"/>
            <p:cNvGrpSpPr/>
            <p:nvPr/>
          </p:nvGrpSpPr>
          <p:grpSpPr>
            <a:xfrm>
              <a:off x="253045" y="285750"/>
              <a:ext cx="461890" cy="269131"/>
              <a:chOff x="5170200" y="1824271"/>
              <a:chExt cx="336458" cy="196031"/>
            </a:xfrm>
          </p:grpSpPr>
          <p:sp>
            <p:nvSpPr>
              <p:cNvPr id="133" name="Google Shape;133;p6"/>
              <p:cNvSpPr/>
              <p:nvPr/>
            </p:nvSpPr>
            <p:spPr>
              <a:xfrm>
                <a:off x="5170200" y="1954501"/>
                <a:ext cx="65800" cy="65800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2930" fill="none" extrusionOk="0">
                    <a:moveTo>
                      <a:pt x="1255" y="0"/>
                    </a:moveTo>
                    <a:cubicBezTo>
                      <a:pt x="2377" y="0"/>
                      <a:pt x="2929" y="1356"/>
                      <a:pt x="2143" y="2143"/>
                    </a:cubicBezTo>
                    <a:cubicBezTo>
                      <a:pt x="1356" y="2930"/>
                      <a:pt x="0" y="2377"/>
                      <a:pt x="0" y="1256"/>
                    </a:cubicBezTo>
                    <a:cubicBezTo>
                      <a:pt x="0" y="553"/>
                      <a:pt x="569" y="0"/>
                      <a:pt x="1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5237101" y="1954501"/>
                <a:ext cx="65800" cy="65800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2930" fill="none" extrusionOk="0">
                    <a:moveTo>
                      <a:pt x="1256" y="0"/>
                    </a:moveTo>
                    <a:cubicBezTo>
                      <a:pt x="2361" y="0"/>
                      <a:pt x="2930" y="1356"/>
                      <a:pt x="2143" y="2143"/>
                    </a:cubicBezTo>
                    <a:cubicBezTo>
                      <a:pt x="1340" y="2930"/>
                      <a:pt x="1" y="2377"/>
                      <a:pt x="1" y="1256"/>
                    </a:cubicBezTo>
                    <a:cubicBezTo>
                      <a:pt x="1" y="553"/>
                      <a:pt x="553" y="0"/>
                      <a:pt x="1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6"/>
              <p:cNvSpPr/>
              <p:nvPr/>
            </p:nvSpPr>
            <p:spPr>
              <a:xfrm>
                <a:off x="5303642" y="1954501"/>
                <a:ext cx="65800" cy="65800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2930" fill="none" extrusionOk="0">
                    <a:moveTo>
                      <a:pt x="1256" y="0"/>
                    </a:moveTo>
                    <a:cubicBezTo>
                      <a:pt x="2360" y="0"/>
                      <a:pt x="2929" y="1356"/>
                      <a:pt x="2143" y="2143"/>
                    </a:cubicBezTo>
                    <a:cubicBezTo>
                      <a:pt x="1339" y="2930"/>
                      <a:pt x="0" y="2377"/>
                      <a:pt x="0" y="1256"/>
                    </a:cubicBezTo>
                    <a:cubicBezTo>
                      <a:pt x="0" y="553"/>
                      <a:pt x="553" y="0"/>
                      <a:pt x="1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5370543" y="1954501"/>
                <a:ext cx="65800" cy="65800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2930" fill="none" extrusionOk="0">
                    <a:moveTo>
                      <a:pt x="1256" y="0"/>
                    </a:moveTo>
                    <a:cubicBezTo>
                      <a:pt x="2361" y="0"/>
                      <a:pt x="2930" y="1356"/>
                      <a:pt x="2143" y="2143"/>
                    </a:cubicBezTo>
                    <a:cubicBezTo>
                      <a:pt x="1340" y="2930"/>
                      <a:pt x="1" y="2377"/>
                      <a:pt x="1" y="1256"/>
                    </a:cubicBezTo>
                    <a:cubicBezTo>
                      <a:pt x="1" y="553"/>
                      <a:pt x="553" y="0"/>
                      <a:pt x="1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5440835" y="1954501"/>
                <a:ext cx="65823" cy="65800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2930" fill="none" extrusionOk="0">
                    <a:moveTo>
                      <a:pt x="1256" y="0"/>
                    </a:moveTo>
                    <a:cubicBezTo>
                      <a:pt x="2378" y="0"/>
                      <a:pt x="2930" y="1356"/>
                      <a:pt x="2143" y="2143"/>
                    </a:cubicBezTo>
                    <a:cubicBezTo>
                      <a:pt x="1357" y="2930"/>
                      <a:pt x="1" y="2377"/>
                      <a:pt x="1" y="1256"/>
                    </a:cubicBezTo>
                    <a:cubicBezTo>
                      <a:pt x="1" y="553"/>
                      <a:pt x="570" y="0"/>
                      <a:pt x="1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6"/>
              <p:cNvSpPr/>
              <p:nvPr/>
            </p:nvSpPr>
            <p:spPr>
              <a:xfrm>
                <a:off x="5198002" y="1827055"/>
                <a:ext cx="22" cy="127469"/>
              </a:xfrm>
              <a:custGeom>
                <a:avLst/>
                <a:gdLst/>
                <a:ahLst/>
                <a:cxnLst/>
                <a:rect l="l" t="t" r="r" b="b"/>
                <a:pathLst>
                  <a:path w="1" h="5676" fill="none" extrusionOk="0">
                    <a:moveTo>
                      <a:pt x="1" y="567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6"/>
              <p:cNvSpPr/>
              <p:nvPr/>
            </p:nvSpPr>
            <p:spPr>
              <a:xfrm>
                <a:off x="5265285" y="1827055"/>
                <a:ext cx="22" cy="127469"/>
              </a:xfrm>
              <a:custGeom>
                <a:avLst/>
                <a:gdLst/>
                <a:ahLst/>
                <a:cxnLst/>
                <a:rect l="l" t="t" r="r" b="b"/>
                <a:pathLst>
                  <a:path w="1" h="5676" fill="none" extrusionOk="0">
                    <a:moveTo>
                      <a:pt x="1" y="567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6"/>
              <p:cNvSpPr/>
              <p:nvPr/>
            </p:nvSpPr>
            <p:spPr>
              <a:xfrm>
                <a:off x="5331443" y="1824271"/>
                <a:ext cx="22" cy="130252"/>
              </a:xfrm>
              <a:custGeom>
                <a:avLst/>
                <a:gdLst/>
                <a:ahLst/>
                <a:cxnLst/>
                <a:rect l="l" t="t" r="r" b="b"/>
                <a:pathLst>
                  <a:path w="1" h="5408" fill="none" extrusionOk="0">
                    <a:moveTo>
                      <a:pt x="1" y="5407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6"/>
              <p:cNvSpPr/>
              <p:nvPr/>
            </p:nvSpPr>
            <p:spPr>
              <a:xfrm>
                <a:off x="5398750" y="1827055"/>
                <a:ext cx="22" cy="127469"/>
              </a:xfrm>
              <a:custGeom>
                <a:avLst/>
                <a:gdLst/>
                <a:ahLst/>
                <a:cxnLst/>
                <a:rect l="l" t="t" r="r" b="b"/>
                <a:pathLst>
                  <a:path w="1" h="5676" fill="none" extrusionOk="0">
                    <a:moveTo>
                      <a:pt x="0" y="5675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6"/>
              <p:cNvSpPr/>
              <p:nvPr/>
            </p:nvSpPr>
            <p:spPr>
              <a:xfrm>
                <a:off x="5469041" y="1824271"/>
                <a:ext cx="22" cy="130252"/>
              </a:xfrm>
              <a:custGeom>
                <a:avLst/>
                <a:gdLst/>
                <a:ahLst/>
                <a:cxnLst/>
                <a:rect l="l" t="t" r="r" b="b"/>
                <a:pathLst>
                  <a:path w="1" h="5408" fill="none" extrusionOk="0">
                    <a:moveTo>
                      <a:pt x="0" y="5407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6"/>
            <p:cNvGrpSpPr/>
            <p:nvPr/>
          </p:nvGrpSpPr>
          <p:grpSpPr>
            <a:xfrm>
              <a:off x="8192954" y="4659334"/>
              <a:ext cx="763488" cy="305242"/>
              <a:chOff x="4996154" y="4081384"/>
              <a:chExt cx="763488" cy="305242"/>
            </a:xfrm>
          </p:grpSpPr>
          <p:sp>
            <p:nvSpPr>
              <p:cNvPr id="144" name="Google Shape;144;p6"/>
              <p:cNvSpPr/>
              <p:nvPr/>
            </p:nvSpPr>
            <p:spPr>
              <a:xfrm>
                <a:off x="4996154" y="4176851"/>
                <a:ext cx="664989" cy="147748"/>
              </a:xfrm>
              <a:custGeom>
                <a:avLst/>
                <a:gdLst/>
                <a:ahLst/>
                <a:cxnLst/>
                <a:rect l="l" t="t" r="r" b="b"/>
                <a:pathLst>
                  <a:path w="29611" h="6579" extrusionOk="0">
                    <a:moveTo>
                      <a:pt x="24556" y="1"/>
                    </a:moveTo>
                    <a:lnTo>
                      <a:pt x="18513" y="6478"/>
                    </a:lnTo>
                    <a:lnTo>
                      <a:pt x="0" y="6478"/>
                    </a:lnTo>
                    <a:lnTo>
                      <a:pt x="0" y="6579"/>
                    </a:lnTo>
                    <a:lnTo>
                      <a:pt x="18563" y="6579"/>
                    </a:lnTo>
                    <a:lnTo>
                      <a:pt x="24589" y="101"/>
                    </a:lnTo>
                    <a:lnTo>
                      <a:pt x="29611" y="101"/>
                    </a:lnTo>
                    <a:lnTo>
                      <a:pt x="2961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6"/>
              <p:cNvSpPr/>
              <p:nvPr/>
            </p:nvSpPr>
            <p:spPr>
              <a:xfrm>
                <a:off x="5593838" y="4115923"/>
                <a:ext cx="135711" cy="124190"/>
              </a:xfrm>
              <a:custGeom>
                <a:avLst/>
                <a:gdLst/>
                <a:ahLst/>
                <a:cxnLst/>
                <a:rect l="l" t="t" r="r" b="b"/>
                <a:pathLst>
                  <a:path w="6043" h="5530" extrusionOk="0">
                    <a:moveTo>
                      <a:pt x="2998" y="50"/>
                    </a:moveTo>
                    <a:cubicBezTo>
                      <a:pt x="3175" y="50"/>
                      <a:pt x="3354" y="67"/>
                      <a:pt x="3532" y="102"/>
                    </a:cubicBezTo>
                    <a:cubicBezTo>
                      <a:pt x="4804" y="353"/>
                      <a:pt x="5725" y="1475"/>
                      <a:pt x="5725" y="2764"/>
                    </a:cubicBezTo>
                    <a:cubicBezTo>
                      <a:pt x="5725" y="3484"/>
                      <a:pt x="5440" y="4187"/>
                      <a:pt x="4922" y="4689"/>
                    </a:cubicBezTo>
                    <a:cubicBezTo>
                      <a:pt x="4396" y="5215"/>
                      <a:pt x="3700" y="5484"/>
                      <a:pt x="3001" y="5484"/>
                    </a:cubicBezTo>
                    <a:cubicBezTo>
                      <a:pt x="2477" y="5484"/>
                      <a:pt x="1949" y="5332"/>
                      <a:pt x="1490" y="5024"/>
                    </a:cubicBezTo>
                    <a:cubicBezTo>
                      <a:pt x="419" y="4304"/>
                      <a:pt x="0" y="2914"/>
                      <a:pt x="486" y="1726"/>
                    </a:cubicBezTo>
                    <a:cubicBezTo>
                      <a:pt x="917" y="690"/>
                      <a:pt x="1918" y="50"/>
                      <a:pt x="2998" y="50"/>
                    </a:cubicBezTo>
                    <a:close/>
                    <a:moveTo>
                      <a:pt x="2993" y="1"/>
                    </a:moveTo>
                    <a:cubicBezTo>
                      <a:pt x="2817" y="1"/>
                      <a:pt x="2639" y="18"/>
                      <a:pt x="2461" y="52"/>
                    </a:cubicBezTo>
                    <a:cubicBezTo>
                      <a:pt x="1155" y="303"/>
                      <a:pt x="235" y="1441"/>
                      <a:pt x="235" y="2764"/>
                    </a:cubicBezTo>
                    <a:cubicBezTo>
                      <a:pt x="218" y="3500"/>
                      <a:pt x="519" y="4203"/>
                      <a:pt x="1038" y="4722"/>
                    </a:cubicBezTo>
                    <a:cubicBezTo>
                      <a:pt x="1572" y="5256"/>
                      <a:pt x="2275" y="5530"/>
                      <a:pt x="2982" y="5530"/>
                    </a:cubicBezTo>
                    <a:cubicBezTo>
                      <a:pt x="3516" y="5530"/>
                      <a:pt x="4052" y="5374"/>
                      <a:pt x="4520" y="5057"/>
                    </a:cubicBezTo>
                    <a:cubicBezTo>
                      <a:pt x="5625" y="4337"/>
                      <a:pt x="6043" y="2931"/>
                      <a:pt x="5541" y="1709"/>
                    </a:cubicBezTo>
                    <a:cubicBezTo>
                      <a:pt x="5108" y="656"/>
                      <a:pt x="4091" y="1"/>
                      <a:pt x="29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6"/>
              <p:cNvSpPr/>
              <p:nvPr/>
            </p:nvSpPr>
            <p:spPr>
              <a:xfrm>
                <a:off x="5613376" y="4129869"/>
                <a:ext cx="95512" cy="95871"/>
              </a:xfrm>
              <a:custGeom>
                <a:avLst/>
                <a:gdLst/>
                <a:ahLst/>
                <a:cxnLst/>
                <a:rect l="l" t="t" r="r" b="b"/>
                <a:pathLst>
                  <a:path w="4253" h="4269" extrusionOk="0">
                    <a:moveTo>
                      <a:pt x="2009" y="0"/>
                    </a:moveTo>
                    <a:lnTo>
                      <a:pt x="2026" y="235"/>
                    </a:lnTo>
                    <a:lnTo>
                      <a:pt x="2060" y="235"/>
                    </a:lnTo>
                    <a:lnTo>
                      <a:pt x="2060" y="0"/>
                    </a:lnTo>
                    <a:close/>
                    <a:moveTo>
                      <a:pt x="2194" y="0"/>
                    </a:moveTo>
                    <a:lnTo>
                      <a:pt x="2177" y="235"/>
                    </a:lnTo>
                    <a:lnTo>
                      <a:pt x="2210" y="235"/>
                    </a:lnTo>
                    <a:lnTo>
                      <a:pt x="2227" y="0"/>
                    </a:lnTo>
                    <a:close/>
                    <a:moveTo>
                      <a:pt x="2378" y="17"/>
                    </a:moveTo>
                    <a:lnTo>
                      <a:pt x="2344" y="235"/>
                    </a:lnTo>
                    <a:lnTo>
                      <a:pt x="2378" y="235"/>
                    </a:lnTo>
                    <a:lnTo>
                      <a:pt x="2411" y="17"/>
                    </a:lnTo>
                    <a:close/>
                    <a:moveTo>
                      <a:pt x="1842" y="17"/>
                    </a:moveTo>
                    <a:lnTo>
                      <a:pt x="1876" y="251"/>
                    </a:lnTo>
                    <a:lnTo>
                      <a:pt x="1909" y="251"/>
                    </a:lnTo>
                    <a:lnTo>
                      <a:pt x="1876" y="17"/>
                    </a:lnTo>
                    <a:close/>
                    <a:moveTo>
                      <a:pt x="1675" y="34"/>
                    </a:moveTo>
                    <a:lnTo>
                      <a:pt x="1708" y="268"/>
                    </a:lnTo>
                    <a:lnTo>
                      <a:pt x="1742" y="268"/>
                    </a:lnTo>
                    <a:lnTo>
                      <a:pt x="1708" y="34"/>
                    </a:lnTo>
                    <a:close/>
                    <a:moveTo>
                      <a:pt x="2545" y="51"/>
                    </a:moveTo>
                    <a:lnTo>
                      <a:pt x="2495" y="268"/>
                    </a:lnTo>
                    <a:lnTo>
                      <a:pt x="2528" y="268"/>
                    </a:lnTo>
                    <a:lnTo>
                      <a:pt x="2579" y="51"/>
                    </a:lnTo>
                    <a:close/>
                    <a:moveTo>
                      <a:pt x="1491" y="84"/>
                    </a:moveTo>
                    <a:lnTo>
                      <a:pt x="1557" y="318"/>
                    </a:lnTo>
                    <a:lnTo>
                      <a:pt x="1591" y="318"/>
                    </a:lnTo>
                    <a:lnTo>
                      <a:pt x="1524" y="84"/>
                    </a:lnTo>
                    <a:close/>
                    <a:moveTo>
                      <a:pt x="2712" y="84"/>
                    </a:moveTo>
                    <a:lnTo>
                      <a:pt x="2645" y="318"/>
                    </a:lnTo>
                    <a:lnTo>
                      <a:pt x="2679" y="318"/>
                    </a:lnTo>
                    <a:lnTo>
                      <a:pt x="2746" y="84"/>
                    </a:lnTo>
                    <a:close/>
                    <a:moveTo>
                      <a:pt x="1323" y="151"/>
                    </a:moveTo>
                    <a:lnTo>
                      <a:pt x="1457" y="385"/>
                    </a:lnTo>
                    <a:lnTo>
                      <a:pt x="1474" y="369"/>
                    </a:lnTo>
                    <a:lnTo>
                      <a:pt x="1407" y="168"/>
                    </a:lnTo>
                    <a:lnTo>
                      <a:pt x="1323" y="151"/>
                    </a:lnTo>
                    <a:close/>
                    <a:moveTo>
                      <a:pt x="2880" y="151"/>
                    </a:moveTo>
                    <a:lnTo>
                      <a:pt x="2796" y="369"/>
                    </a:lnTo>
                    <a:lnTo>
                      <a:pt x="2830" y="385"/>
                    </a:lnTo>
                    <a:lnTo>
                      <a:pt x="2913" y="168"/>
                    </a:lnTo>
                    <a:lnTo>
                      <a:pt x="2880" y="151"/>
                    </a:lnTo>
                    <a:close/>
                    <a:moveTo>
                      <a:pt x="1206" y="201"/>
                    </a:moveTo>
                    <a:lnTo>
                      <a:pt x="1172" y="218"/>
                    </a:lnTo>
                    <a:lnTo>
                      <a:pt x="1273" y="419"/>
                    </a:lnTo>
                    <a:lnTo>
                      <a:pt x="1290" y="402"/>
                    </a:lnTo>
                    <a:lnTo>
                      <a:pt x="1206" y="201"/>
                    </a:lnTo>
                    <a:close/>
                    <a:moveTo>
                      <a:pt x="3047" y="218"/>
                    </a:moveTo>
                    <a:lnTo>
                      <a:pt x="2947" y="435"/>
                    </a:lnTo>
                    <a:lnTo>
                      <a:pt x="2964" y="452"/>
                    </a:lnTo>
                    <a:lnTo>
                      <a:pt x="3081" y="235"/>
                    </a:lnTo>
                    <a:lnTo>
                      <a:pt x="3047" y="218"/>
                    </a:lnTo>
                    <a:close/>
                    <a:moveTo>
                      <a:pt x="1039" y="285"/>
                    </a:moveTo>
                    <a:lnTo>
                      <a:pt x="1005" y="302"/>
                    </a:lnTo>
                    <a:lnTo>
                      <a:pt x="1139" y="502"/>
                    </a:lnTo>
                    <a:lnTo>
                      <a:pt x="1156" y="486"/>
                    </a:lnTo>
                    <a:lnTo>
                      <a:pt x="1039" y="285"/>
                    </a:lnTo>
                    <a:close/>
                    <a:moveTo>
                      <a:pt x="3198" y="302"/>
                    </a:moveTo>
                    <a:lnTo>
                      <a:pt x="3081" y="502"/>
                    </a:lnTo>
                    <a:lnTo>
                      <a:pt x="3114" y="519"/>
                    </a:lnTo>
                    <a:lnTo>
                      <a:pt x="3231" y="318"/>
                    </a:lnTo>
                    <a:lnTo>
                      <a:pt x="3198" y="302"/>
                    </a:lnTo>
                    <a:close/>
                    <a:moveTo>
                      <a:pt x="888" y="385"/>
                    </a:moveTo>
                    <a:lnTo>
                      <a:pt x="854" y="402"/>
                    </a:lnTo>
                    <a:lnTo>
                      <a:pt x="1005" y="586"/>
                    </a:lnTo>
                    <a:lnTo>
                      <a:pt x="1022" y="569"/>
                    </a:lnTo>
                    <a:lnTo>
                      <a:pt x="888" y="385"/>
                    </a:lnTo>
                    <a:close/>
                    <a:moveTo>
                      <a:pt x="3349" y="402"/>
                    </a:moveTo>
                    <a:lnTo>
                      <a:pt x="3215" y="586"/>
                    </a:lnTo>
                    <a:lnTo>
                      <a:pt x="3231" y="603"/>
                    </a:lnTo>
                    <a:lnTo>
                      <a:pt x="3382" y="419"/>
                    </a:lnTo>
                    <a:lnTo>
                      <a:pt x="3349" y="402"/>
                    </a:lnTo>
                    <a:close/>
                    <a:moveTo>
                      <a:pt x="754" y="486"/>
                    </a:moveTo>
                    <a:lnTo>
                      <a:pt x="721" y="519"/>
                    </a:lnTo>
                    <a:lnTo>
                      <a:pt x="871" y="687"/>
                    </a:lnTo>
                    <a:lnTo>
                      <a:pt x="905" y="670"/>
                    </a:lnTo>
                    <a:lnTo>
                      <a:pt x="754" y="486"/>
                    </a:lnTo>
                    <a:close/>
                    <a:moveTo>
                      <a:pt x="3482" y="502"/>
                    </a:moveTo>
                    <a:lnTo>
                      <a:pt x="3332" y="687"/>
                    </a:lnTo>
                    <a:lnTo>
                      <a:pt x="3365" y="703"/>
                    </a:lnTo>
                    <a:lnTo>
                      <a:pt x="3516" y="536"/>
                    </a:lnTo>
                    <a:lnTo>
                      <a:pt x="3482" y="502"/>
                    </a:lnTo>
                    <a:close/>
                    <a:moveTo>
                      <a:pt x="620" y="603"/>
                    </a:moveTo>
                    <a:lnTo>
                      <a:pt x="587" y="636"/>
                    </a:lnTo>
                    <a:lnTo>
                      <a:pt x="754" y="804"/>
                    </a:lnTo>
                    <a:lnTo>
                      <a:pt x="788" y="787"/>
                    </a:lnTo>
                    <a:lnTo>
                      <a:pt x="620" y="603"/>
                    </a:lnTo>
                    <a:close/>
                    <a:moveTo>
                      <a:pt x="3616" y="620"/>
                    </a:moveTo>
                    <a:lnTo>
                      <a:pt x="3533" y="703"/>
                    </a:lnTo>
                    <a:lnTo>
                      <a:pt x="3449" y="787"/>
                    </a:lnTo>
                    <a:lnTo>
                      <a:pt x="3466" y="804"/>
                    </a:lnTo>
                    <a:lnTo>
                      <a:pt x="3633" y="636"/>
                    </a:lnTo>
                    <a:lnTo>
                      <a:pt x="3616" y="620"/>
                    </a:lnTo>
                    <a:close/>
                    <a:moveTo>
                      <a:pt x="503" y="737"/>
                    </a:moveTo>
                    <a:lnTo>
                      <a:pt x="469" y="770"/>
                    </a:lnTo>
                    <a:lnTo>
                      <a:pt x="654" y="921"/>
                    </a:lnTo>
                    <a:lnTo>
                      <a:pt x="670" y="887"/>
                    </a:lnTo>
                    <a:lnTo>
                      <a:pt x="503" y="737"/>
                    </a:lnTo>
                    <a:close/>
                    <a:moveTo>
                      <a:pt x="3733" y="754"/>
                    </a:moveTo>
                    <a:lnTo>
                      <a:pt x="3566" y="904"/>
                    </a:lnTo>
                    <a:lnTo>
                      <a:pt x="3583" y="921"/>
                    </a:lnTo>
                    <a:lnTo>
                      <a:pt x="3767" y="770"/>
                    </a:lnTo>
                    <a:lnTo>
                      <a:pt x="3733" y="754"/>
                    </a:lnTo>
                    <a:close/>
                    <a:moveTo>
                      <a:pt x="386" y="871"/>
                    </a:moveTo>
                    <a:lnTo>
                      <a:pt x="369" y="904"/>
                    </a:lnTo>
                    <a:lnTo>
                      <a:pt x="553" y="1038"/>
                    </a:lnTo>
                    <a:lnTo>
                      <a:pt x="570" y="1021"/>
                    </a:lnTo>
                    <a:lnTo>
                      <a:pt x="386" y="871"/>
                    </a:lnTo>
                    <a:close/>
                    <a:moveTo>
                      <a:pt x="3851" y="887"/>
                    </a:moveTo>
                    <a:lnTo>
                      <a:pt x="3650" y="1021"/>
                    </a:lnTo>
                    <a:lnTo>
                      <a:pt x="3667" y="1055"/>
                    </a:lnTo>
                    <a:lnTo>
                      <a:pt x="3867" y="921"/>
                    </a:lnTo>
                    <a:cubicBezTo>
                      <a:pt x="3867" y="904"/>
                      <a:pt x="3851" y="904"/>
                      <a:pt x="3851" y="887"/>
                    </a:cubicBezTo>
                    <a:close/>
                    <a:moveTo>
                      <a:pt x="285" y="1021"/>
                    </a:moveTo>
                    <a:lnTo>
                      <a:pt x="269" y="1055"/>
                    </a:lnTo>
                    <a:lnTo>
                      <a:pt x="469" y="1172"/>
                    </a:lnTo>
                    <a:cubicBezTo>
                      <a:pt x="486" y="1172"/>
                      <a:pt x="486" y="1155"/>
                      <a:pt x="486" y="1155"/>
                    </a:cubicBezTo>
                    <a:lnTo>
                      <a:pt x="285" y="1021"/>
                    </a:lnTo>
                    <a:close/>
                    <a:moveTo>
                      <a:pt x="3951" y="1038"/>
                    </a:moveTo>
                    <a:lnTo>
                      <a:pt x="3750" y="1155"/>
                    </a:lnTo>
                    <a:lnTo>
                      <a:pt x="3778" y="1183"/>
                    </a:lnTo>
                    <a:lnTo>
                      <a:pt x="3778" y="1183"/>
                    </a:lnTo>
                    <a:lnTo>
                      <a:pt x="3968" y="1072"/>
                    </a:lnTo>
                    <a:lnTo>
                      <a:pt x="3951" y="1038"/>
                    </a:lnTo>
                    <a:close/>
                    <a:moveTo>
                      <a:pt x="3778" y="1183"/>
                    </a:moveTo>
                    <a:lnTo>
                      <a:pt x="3767" y="1189"/>
                    </a:lnTo>
                    <a:lnTo>
                      <a:pt x="3784" y="1189"/>
                    </a:lnTo>
                    <a:lnTo>
                      <a:pt x="3778" y="1183"/>
                    </a:lnTo>
                    <a:close/>
                    <a:moveTo>
                      <a:pt x="202" y="1189"/>
                    </a:moveTo>
                    <a:lnTo>
                      <a:pt x="185" y="1222"/>
                    </a:lnTo>
                    <a:lnTo>
                      <a:pt x="403" y="1323"/>
                    </a:lnTo>
                    <a:lnTo>
                      <a:pt x="403" y="1289"/>
                    </a:lnTo>
                    <a:lnTo>
                      <a:pt x="202" y="1189"/>
                    </a:lnTo>
                    <a:close/>
                    <a:moveTo>
                      <a:pt x="4035" y="1189"/>
                    </a:moveTo>
                    <a:lnTo>
                      <a:pt x="3817" y="1289"/>
                    </a:lnTo>
                    <a:lnTo>
                      <a:pt x="3834" y="1323"/>
                    </a:lnTo>
                    <a:lnTo>
                      <a:pt x="4035" y="1222"/>
                    </a:lnTo>
                    <a:lnTo>
                      <a:pt x="4035" y="1189"/>
                    </a:lnTo>
                    <a:close/>
                    <a:moveTo>
                      <a:pt x="135" y="1356"/>
                    </a:moveTo>
                    <a:cubicBezTo>
                      <a:pt x="118" y="1373"/>
                      <a:pt x="118" y="1373"/>
                      <a:pt x="118" y="1390"/>
                    </a:cubicBezTo>
                    <a:lnTo>
                      <a:pt x="319" y="1473"/>
                    </a:lnTo>
                    <a:cubicBezTo>
                      <a:pt x="336" y="1457"/>
                      <a:pt x="336" y="1457"/>
                      <a:pt x="336" y="1440"/>
                    </a:cubicBezTo>
                    <a:lnTo>
                      <a:pt x="135" y="1356"/>
                    </a:lnTo>
                    <a:close/>
                    <a:moveTo>
                      <a:pt x="4118" y="1373"/>
                    </a:moveTo>
                    <a:lnTo>
                      <a:pt x="3918" y="1473"/>
                    </a:lnTo>
                    <a:cubicBezTo>
                      <a:pt x="3918" y="1483"/>
                      <a:pt x="3918" y="1490"/>
                      <a:pt x="3918" y="1490"/>
                    </a:cubicBezTo>
                    <a:lnTo>
                      <a:pt x="4135" y="1406"/>
                    </a:lnTo>
                    <a:lnTo>
                      <a:pt x="4118" y="1373"/>
                    </a:lnTo>
                    <a:close/>
                    <a:moveTo>
                      <a:pt x="4169" y="1540"/>
                    </a:moveTo>
                    <a:lnTo>
                      <a:pt x="3951" y="1607"/>
                    </a:lnTo>
                    <a:lnTo>
                      <a:pt x="3968" y="1607"/>
                    </a:lnTo>
                    <a:cubicBezTo>
                      <a:pt x="3968" y="1616"/>
                      <a:pt x="3963" y="1620"/>
                      <a:pt x="3959" y="1622"/>
                    </a:cubicBezTo>
                    <a:lnTo>
                      <a:pt x="3959" y="1622"/>
                    </a:lnTo>
                    <a:lnTo>
                      <a:pt x="4169" y="1574"/>
                    </a:lnTo>
                    <a:cubicBezTo>
                      <a:pt x="4169" y="1557"/>
                      <a:pt x="4169" y="1540"/>
                      <a:pt x="4169" y="1540"/>
                    </a:cubicBezTo>
                    <a:close/>
                    <a:moveTo>
                      <a:pt x="51" y="1524"/>
                    </a:moveTo>
                    <a:lnTo>
                      <a:pt x="51" y="1557"/>
                    </a:lnTo>
                    <a:lnTo>
                      <a:pt x="269" y="1624"/>
                    </a:lnTo>
                    <a:cubicBezTo>
                      <a:pt x="285" y="1607"/>
                      <a:pt x="285" y="1607"/>
                      <a:pt x="285" y="1590"/>
                    </a:cubicBezTo>
                    <a:lnTo>
                      <a:pt x="51" y="1524"/>
                    </a:lnTo>
                    <a:close/>
                    <a:moveTo>
                      <a:pt x="3959" y="1622"/>
                    </a:moveTo>
                    <a:lnTo>
                      <a:pt x="3951" y="1624"/>
                    </a:lnTo>
                    <a:cubicBezTo>
                      <a:pt x="3951" y="1624"/>
                      <a:pt x="3955" y="1624"/>
                      <a:pt x="3959" y="1622"/>
                    </a:cubicBezTo>
                    <a:close/>
                    <a:moveTo>
                      <a:pt x="18" y="1691"/>
                    </a:moveTo>
                    <a:cubicBezTo>
                      <a:pt x="18" y="1708"/>
                      <a:pt x="18" y="1708"/>
                      <a:pt x="18" y="1724"/>
                    </a:cubicBezTo>
                    <a:lnTo>
                      <a:pt x="252" y="1775"/>
                    </a:lnTo>
                    <a:lnTo>
                      <a:pt x="252" y="1741"/>
                    </a:lnTo>
                    <a:lnTo>
                      <a:pt x="18" y="1691"/>
                    </a:lnTo>
                    <a:close/>
                    <a:moveTo>
                      <a:pt x="4219" y="1708"/>
                    </a:moveTo>
                    <a:lnTo>
                      <a:pt x="3985" y="1758"/>
                    </a:lnTo>
                    <a:lnTo>
                      <a:pt x="3985" y="1791"/>
                    </a:lnTo>
                    <a:lnTo>
                      <a:pt x="4219" y="1741"/>
                    </a:lnTo>
                    <a:cubicBezTo>
                      <a:pt x="4219" y="1724"/>
                      <a:pt x="4219" y="1724"/>
                      <a:pt x="4219" y="1708"/>
                    </a:cubicBezTo>
                    <a:close/>
                    <a:moveTo>
                      <a:pt x="1" y="1858"/>
                    </a:moveTo>
                    <a:cubicBezTo>
                      <a:pt x="1" y="1875"/>
                      <a:pt x="1" y="1875"/>
                      <a:pt x="1" y="1892"/>
                    </a:cubicBezTo>
                    <a:lnTo>
                      <a:pt x="235" y="1925"/>
                    </a:lnTo>
                    <a:cubicBezTo>
                      <a:pt x="235" y="1908"/>
                      <a:pt x="235" y="1892"/>
                      <a:pt x="235" y="1892"/>
                    </a:cubicBezTo>
                    <a:lnTo>
                      <a:pt x="1" y="1858"/>
                    </a:lnTo>
                    <a:close/>
                    <a:moveTo>
                      <a:pt x="4236" y="1875"/>
                    </a:moveTo>
                    <a:lnTo>
                      <a:pt x="4001" y="1908"/>
                    </a:lnTo>
                    <a:lnTo>
                      <a:pt x="4035" y="1925"/>
                    </a:lnTo>
                    <a:cubicBezTo>
                      <a:pt x="4035" y="1925"/>
                      <a:pt x="4001" y="1942"/>
                      <a:pt x="4001" y="1942"/>
                    </a:cubicBezTo>
                    <a:lnTo>
                      <a:pt x="4236" y="1925"/>
                    </a:lnTo>
                    <a:lnTo>
                      <a:pt x="4236" y="1875"/>
                    </a:lnTo>
                    <a:close/>
                    <a:moveTo>
                      <a:pt x="1" y="2042"/>
                    </a:moveTo>
                    <a:lnTo>
                      <a:pt x="1" y="2076"/>
                    </a:lnTo>
                    <a:lnTo>
                      <a:pt x="235" y="2093"/>
                    </a:lnTo>
                    <a:cubicBezTo>
                      <a:pt x="235" y="2076"/>
                      <a:pt x="235" y="2059"/>
                      <a:pt x="235" y="2059"/>
                    </a:cubicBezTo>
                    <a:lnTo>
                      <a:pt x="1" y="2042"/>
                    </a:lnTo>
                    <a:close/>
                    <a:moveTo>
                      <a:pt x="4035" y="2076"/>
                    </a:moveTo>
                    <a:cubicBezTo>
                      <a:pt x="4035" y="2093"/>
                      <a:pt x="4035" y="2093"/>
                      <a:pt x="4018" y="2109"/>
                    </a:cubicBezTo>
                    <a:lnTo>
                      <a:pt x="4252" y="2109"/>
                    </a:lnTo>
                    <a:lnTo>
                      <a:pt x="4252" y="2076"/>
                    </a:lnTo>
                    <a:close/>
                    <a:moveTo>
                      <a:pt x="1" y="2210"/>
                    </a:moveTo>
                    <a:cubicBezTo>
                      <a:pt x="1" y="2227"/>
                      <a:pt x="1" y="2243"/>
                      <a:pt x="1" y="2243"/>
                    </a:cubicBezTo>
                    <a:lnTo>
                      <a:pt x="235" y="2243"/>
                    </a:lnTo>
                    <a:lnTo>
                      <a:pt x="235" y="2210"/>
                    </a:lnTo>
                    <a:close/>
                    <a:moveTo>
                      <a:pt x="4018" y="2227"/>
                    </a:moveTo>
                    <a:cubicBezTo>
                      <a:pt x="4018" y="2227"/>
                      <a:pt x="4018" y="2243"/>
                      <a:pt x="4018" y="2260"/>
                    </a:cubicBezTo>
                    <a:lnTo>
                      <a:pt x="4252" y="2277"/>
                    </a:lnTo>
                    <a:cubicBezTo>
                      <a:pt x="4252" y="2260"/>
                      <a:pt x="4252" y="2243"/>
                      <a:pt x="4252" y="2243"/>
                    </a:cubicBezTo>
                    <a:lnTo>
                      <a:pt x="4018" y="2227"/>
                    </a:lnTo>
                    <a:close/>
                    <a:moveTo>
                      <a:pt x="235" y="2360"/>
                    </a:moveTo>
                    <a:lnTo>
                      <a:pt x="1" y="2394"/>
                    </a:lnTo>
                    <a:lnTo>
                      <a:pt x="18" y="2394"/>
                    </a:lnTo>
                    <a:cubicBezTo>
                      <a:pt x="1" y="2394"/>
                      <a:pt x="1" y="2411"/>
                      <a:pt x="1" y="2427"/>
                    </a:cubicBezTo>
                    <a:lnTo>
                      <a:pt x="235" y="2394"/>
                    </a:lnTo>
                    <a:cubicBezTo>
                      <a:pt x="235" y="2377"/>
                      <a:pt x="235" y="2377"/>
                      <a:pt x="235" y="2360"/>
                    </a:cubicBezTo>
                    <a:close/>
                    <a:moveTo>
                      <a:pt x="4001" y="2377"/>
                    </a:moveTo>
                    <a:cubicBezTo>
                      <a:pt x="4001" y="2394"/>
                      <a:pt x="4001" y="2411"/>
                      <a:pt x="4001" y="2411"/>
                    </a:cubicBezTo>
                    <a:lnTo>
                      <a:pt x="4236" y="2444"/>
                    </a:lnTo>
                    <a:cubicBezTo>
                      <a:pt x="4236" y="2427"/>
                      <a:pt x="4236" y="2427"/>
                      <a:pt x="4236" y="2411"/>
                    </a:cubicBezTo>
                    <a:lnTo>
                      <a:pt x="4001" y="2377"/>
                    </a:lnTo>
                    <a:close/>
                    <a:moveTo>
                      <a:pt x="252" y="2511"/>
                    </a:moveTo>
                    <a:lnTo>
                      <a:pt x="18" y="2561"/>
                    </a:lnTo>
                    <a:lnTo>
                      <a:pt x="18" y="2595"/>
                    </a:lnTo>
                    <a:lnTo>
                      <a:pt x="252" y="2545"/>
                    </a:lnTo>
                    <a:lnTo>
                      <a:pt x="252" y="2511"/>
                    </a:lnTo>
                    <a:close/>
                    <a:moveTo>
                      <a:pt x="3985" y="2545"/>
                    </a:moveTo>
                    <a:lnTo>
                      <a:pt x="3985" y="2561"/>
                    </a:lnTo>
                    <a:lnTo>
                      <a:pt x="4219" y="2628"/>
                    </a:lnTo>
                    <a:lnTo>
                      <a:pt x="4219" y="2578"/>
                    </a:lnTo>
                    <a:lnTo>
                      <a:pt x="3985" y="2545"/>
                    </a:lnTo>
                    <a:close/>
                    <a:moveTo>
                      <a:pt x="285" y="2678"/>
                    </a:moveTo>
                    <a:lnTo>
                      <a:pt x="84" y="2736"/>
                    </a:lnTo>
                    <a:lnTo>
                      <a:pt x="84" y="2736"/>
                    </a:lnTo>
                    <a:cubicBezTo>
                      <a:pt x="84" y="2733"/>
                      <a:pt x="84" y="2731"/>
                      <a:pt x="84" y="2729"/>
                    </a:cubicBezTo>
                    <a:lnTo>
                      <a:pt x="84" y="2729"/>
                    </a:lnTo>
                    <a:lnTo>
                      <a:pt x="51" y="2745"/>
                    </a:lnTo>
                    <a:lnTo>
                      <a:pt x="84" y="2736"/>
                    </a:lnTo>
                    <a:lnTo>
                      <a:pt x="84" y="2736"/>
                    </a:lnTo>
                    <a:cubicBezTo>
                      <a:pt x="84" y="2750"/>
                      <a:pt x="80" y="2765"/>
                      <a:pt x="51" y="2779"/>
                    </a:cubicBezTo>
                    <a:lnTo>
                      <a:pt x="285" y="2712"/>
                    </a:lnTo>
                    <a:lnTo>
                      <a:pt x="285" y="2678"/>
                    </a:lnTo>
                    <a:close/>
                    <a:moveTo>
                      <a:pt x="3951" y="2695"/>
                    </a:moveTo>
                    <a:lnTo>
                      <a:pt x="3951" y="2729"/>
                    </a:lnTo>
                    <a:lnTo>
                      <a:pt x="4169" y="2796"/>
                    </a:lnTo>
                    <a:cubicBezTo>
                      <a:pt x="4169" y="2779"/>
                      <a:pt x="4169" y="2762"/>
                      <a:pt x="4169" y="2762"/>
                    </a:cubicBezTo>
                    <a:lnTo>
                      <a:pt x="3951" y="2695"/>
                    </a:lnTo>
                    <a:close/>
                    <a:moveTo>
                      <a:pt x="302" y="2829"/>
                    </a:moveTo>
                    <a:lnTo>
                      <a:pt x="101" y="2913"/>
                    </a:lnTo>
                    <a:lnTo>
                      <a:pt x="118" y="2946"/>
                    </a:lnTo>
                    <a:lnTo>
                      <a:pt x="319" y="2863"/>
                    </a:lnTo>
                    <a:lnTo>
                      <a:pt x="302" y="2829"/>
                    </a:lnTo>
                    <a:close/>
                    <a:moveTo>
                      <a:pt x="3918" y="2846"/>
                    </a:moveTo>
                    <a:lnTo>
                      <a:pt x="3918" y="2879"/>
                    </a:lnTo>
                    <a:lnTo>
                      <a:pt x="4118" y="2963"/>
                    </a:lnTo>
                    <a:lnTo>
                      <a:pt x="4135" y="2930"/>
                    </a:lnTo>
                    <a:lnTo>
                      <a:pt x="3918" y="2846"/>
                    </a:lnTo>
                    <a:close/>
                    <a:moveTo>
                      <a:pt x="386" y="2963"/>
                    </a:moveTo>
                    <a:lnTo>
                      <a:pt x="168" y="3063"/>
                    </a:lnTo>
                    <a:lnTo>
                      <a:pt x="202" y="3063"/>
                    </a:lnTo>
                    <a:cubicBezTo>
                      <a:pt x="202" y="3072"/>
                      <a:pt x="206" y="3080"/>
                      <a:pt x="206" y="3086"/>
                    </a:cubicBezTo>
                    <a:lnTo>
                      <a:pt x="206" y="3086"/>
                    </a:lnTo>
                    <a:lnTo>
                      <a:pt x="386" y="2996"/>
                    </a:lnTo>
                    <a:lnTo>
                      <a:pt x="386" y="2963"/>
                    </a:lnTo>
                    <a:close/>
                    <a:moveTo>
                      <a:pt x="206" y="3086"/>
                    </a:moveTo>
                    <a:lnTo>
                      <a:pt x="185" y="3097"/>
                    </a:lnTo>
                    <a:cubicBezTo>
                      <a:pt x="202" y="3097"/>
                      <a:pt x="206" y="3093"/>
                      <a:pt x="206" y="3086"/>
                    </a:cubicBezTo>
                    <a:close/>
                    <a:moveTo>
                      <a:pt x="3817" y="2963"/>
                    </a:moveTo>
                    <a:lnTo>
                      <a:pt x="3800" y="2996"/>
                    </a:lnTo>
                    <a:lnTo>
                      <a:pt x="4018" y="3097"/>
                    </a:lnTo>
                    <a:lnTo>
                      <a:pt x="4035" y="3063"/>
                    </a:lnTo>
                    <a:lnTo>
                      <a:pt x="3817" y="2963"/>
                    </a:lnTo>
                    <a:close/>
                    <a:moveTo>
                      <a:pt x="453" y="3097"/>
                    </a:moveTo>
                    <a:lnTo>
                      <a:pt x="252" y="3214"/>
                    </a:lnTo>
                    <a:lnTo>
                      <a:pt x="269" y="3248"/>
                    </a:lnTo>
                    <a:lnTo>
                      <a:pt x="469" y="3130"/>
                    </a:lnTo>
                    <a:lnTo>
                      <a:pt x="453" y="3097"/>
                    </a:lnTo>
                    <a:close/>
                    <a:moveTo>
                      <a:pt x="3750" y="3114"/>
                    </a:moveTo>
                    <a:lnTo>
                      <a:pt x="3733" y="3130"/>
                    </a:lnTo>
                    <a:lnTo>
                      <a:pt x="3934" y="3264"/>
                    </a:lnTo>
                    <a:lnTo>
                      <a:pt x="3951" y="3231"/>
                    </a:lnTo>
                    <a:lnTo>
                      <a:pt x="3750" y="3114"/>
                    </a:lnTo>
                    <a:close/>
                    <a:moveTo>
                      <a:pt x="536" y="3231"/>
                    </a:moveTo>
                    <a:lnTo>
                      <a:pt x="352" y="3365"/>
                    </a:lnTo>
                    <a:lnTo>
                      <a:pt x="369" y="3398"/>
                    </a:lnTo>
                    <a:lnTo>
                      <a:pt x="553" y="3248"/>
                    </a:lnTo>
                    <a:lnTo>
                      <a:pt x="536" y="3231"/>
                    </a:lnTo>
                    <a:close/>
                    <a:moveTo>
                      <a:pt x="3667" y="3248"/>
                    </a:moveTo>
                    <a:lnTo>
                      <a:pt x="3633" y="3264"/>
                    </a:lnTo>
                    <a:lnTo>
                      <a:pt x="3834" y="3398"/>
                    </a:lnTo>
                    <a:lnTo>
                      <a:pt x="3851" y="3381"/>
                    </a:lnTo>
                    <a:lnTo>
                      <a:pt x="3667" y="3248"/>
                    </a:lnTo>
                    <a:close/>
                    <a:moveTo>
                      <a:pt x="637" y="3348"/>
                    </a:moveTo>
                    <a:lnTo>
                      <a:pt x="453" y="3499"/>
                    </a:lnTo>
                    <a:lnTo>
                      <a:pt x="469" y="3532"/>
                    </a:lnTo>
                    <a:lnTo>
                      <a:pt x="654" y="3381"/>
                    </a:lnTo>
                    <a:lnTo>
                      <a:pt x="637" y="3348"/>
                    </a:lnTo>
                    <a:close/>
                    <a:moveTo>
                      <a:pt x="3566" y="3365"/>
                    </a:moveTo>
                    <a:lnTo>
                      <a:pt x="3549" y="3381"/>
                    </a:lnTo>
                    <a:lnTo>
                      <a:pt x="3717" y="3549"/>
                    </a:lnTo>
                    <a:lnTo>
                      <a:pt x="3733" y="3515"/>
                    </a:lnTo>
                    <a:lnTo>
                      <a:pt x="3566" y="3365"/>
                    </a:lnTo>
                    <a:close/>
                    <a:moveTo>
                      <a:pt x="737" y="3465"/>
                    </a:moveTo>
                    <a:lnTo>
                      <a:pt x="570" y="3633"/>
                    </a:lnTo>
                    <a:lnTo>
                      <a:pt x="603" y="3666"/>
                    </a:lnTo>
                    <a:lnTo>
                      <a:pt x="754" y="3499"/>
                    </a:lnTo>
                    <a:lnTo>
                      <a:pt x="737" y="3465"/>
                    </a:lnTo>
                    <a:close/>
                    <a:moveTo>
                      <a:pt x="3449" y="3482"/>
                    </a:moveTo>
                    <a:lnTo>
                      <a:pt x="3432" y="3515"/>
                    </a:lnTo>
                    <a:lnTo>
                      <a:pt x="3600" y="3683"/>
                    </a:lnTo>
                    <a:lnTo>
                      <a:pt x="3616" y="3649"/>
                    </a:lnTo>
                    <a:lnTo>
                      <a:pt x="3449" y="3482"/>
                    </a:lnTo>
                    <a:close/>
                    <a:moveTo>
                      <a:pt x="854" y="3582"/>
                    </a:moveTo>
                    <a:lnTo>
                      <a:pt x="704" y="3766"/>
                    </a:lnTo>
                    <a:lnTo>
                      <a:pt x="721" y="3783"/>
                    </a:lnTo>
                    <a:lnTo>
                      <a:pt x="871" y="3599"/>
                    </a:lnTo>
                    <a:lnTo>
                      <a:pt x="854" y="3582"/>
                    </a:lnTo>
                    <a:close/>
                    <a:moveTo>
                      <a:pt x="3332" y="3599"/>
                    </a:moveTo>
                    <a:cubicBezTo>
                      <a:pt x="3332" y="3599"/>
                      <a:pt x="3332" y="3616"/>
                      <a:pt x="3315" y="3616"/>
                    </a:cubicBezTo>
                    <a:lnTo>
                      <a:pt x="3466" y="3800"/>
                    </a:lnTo>
                    <a:lnTo>
                      <a:pt x="3499" y="3766"/>
                    </a:lnTo>
                    <a:lnTo>
                      <a:pt x="3332" y="3599"/>
                    </a:lnTo>
                    <a:close/>
                    <a:moveTo>
                      <a:pt x="972" y="3683"/>
                    </a:moveTo>
                    <a:lnTo>
                      <a:pt x="838" y="3867"/>
                    </a:lnTo>
                    <a:lnTo>
                      <a:pt x="871" y="3884"/>
                    </a:lnTo>
                    <a:lnTo>
                      <a:pt x="1005" y="3700"/>
                    </a:lnTo>
                    <a:lnTo>
                      <a:pt x="972" y="3683"/>
                    </a:lnTo>
                    <a:close/>
                    <a:moveTo>
                      <a:pt x="3215" y="3700"/>
                    </a:moveTo>
                    <a:lnTo>
                      <a:pt x="3198" y="3716"/>
                    </a:lnTo>
                    <a:lnTo>
                      <a:pt x="3332" y="3900"/>
                    </a:lnTo>
                    <a:lnTo>
                      <a:pt x="3349" y="3884"/>
                    </a:lnTo>
                    <a:lnTo>
                      <a:pt x="3215" y="3700"/>
                    </a:lnTo>
                    <a:close/>
                    <a:moveTo>
                      <a:pt x="1106" y="3750"/>
                    </a:moveTo>
                    <a:lnTo>
                      <a:pt x="988" y="3951"/>
                    </a:lnTo>
                    <a:lnTo>
                      <a:pt x="1022" y="3967"/>
                    </a:lnTo>
                    <a:lnTo>
                      <a:pt x="1139" y="3766"/>
                    </a:lnTo>
                    <a:lnTo>
                      <a:pt x="1106" y="3750"/>
                    </a:lnTo>
                    <a:close/>
                    <a:moveTo>
                      <a:pt x="3081" y="3783"/>
                    </a:moveTo>
                    <a:lnTo>
                      <a:pt x="3064" y="3800"/>
                    </a:lnTo>
                    <a:lnTo>
                      <a:pt x="3181" y="4001"/>
                    </a:lnTo>
                    <a:lnTo>
                      <a:pt x="3198" y="3984"/>
                    </a:lnTo>
                    <a:lnTo>
                      <a:pt x="3081" y="3783"/>
                    </a:lnTo>
                    <a:close/>
                    <a:moveTo>
                      <a:pt x="1239" y="3833"/>
                    </a:moveTo>
                    <a:lnTo>
                      <a:pt x="1139" y="4051"/>
                    </a:lnTo>
                    <a:lnTo>
                      <a:pt x="1172" y="4051"/>
                    </a:lnTo>
                    <a:lnTo>
                      <a:pt x="1273" y="3850"/>
                    </a:lnTo>
                    <a:lnTo>
                      <a:pt x="1239" y="3833"/>
                    </a:lnTo>
                    <a:close/>
                    <a:moveTo>
                      <a:pt x="2947" y="3850"/>
                    </a:moveTo>
                    <a:lnTo>
                      <a:pt x="2913" y="3867"/>
                    </a:lnTo>
                    <a:lnTo>
                      <a:pt x="3014" y="4085"/>
                    </a:lnTo>
                    <a:lnTo>
                      <a:pt x="3047" y="4068"/>
                    </a:lnTo>
                    <a:lnTo>
                      <a:pt x="2947" y="3850"/>
                    </a:lnTo>
                    <a:close/>
                    <a:moveTo>
                      <a:pt x="1390" y="3917"/>
                    </a:moveTo>
                    <a:lnTo>
                      <a:pt x="1306" y="4118"/>
                    </a:lnTo>
                    <a:lnTo>
                      <a:pt x="1340" y="4135"/>
                    </a:lnTo>
                    <a:lnTo>
                      <a:pt x="1424" y="3917"/>
                    </a:lnTo>
                    <a:close/>
                    <a:moveTo>
                      <a:pt x="2779" y="3917"/>
                    </a:moveTo>
                    <a:lnTo>
                      <a:pt x="2846" y="4135"/>
                    </a:lnTo>
                    <a:lnTo>
                      <a:pt x="2880" y="4118"/>
                    </a:lnTo>
                    <a:lnTo>
                      <a:pt x="2796" y="3917"/>
                    </a:lnTo>
                    <a:close/>
                    <a:moveTo>
                      <a:pt x="1541" y="3951"/>
                    </a:moveTo>
                    <a:lnTo>
                      <a:pt x="1474" y="4185"/>
                    </a:lnTo>
                    <a:lnTo>
                      <a:pt x="1507" y="4185"/>
                    </a:lnTo>
                    <a:lnTo>
                      <a:pt x="1574" y="3951"/>
                    </a:lnTo>
                    <a:close/>
                    <a:moveTo>
                      <a:pt x="2629" y="3967"/>
                    </a:moveTo>
                    <a:lnTo>
                      <a:pt x="2679" y="4202"/>
                    </a:lnTo>
                    <a:lnTo>
                      <a:pt x="2712" y="4202"/>
                    </a:lnTo>
                    <a:lnTo>
                      <a:pt x="2645" y="3967"/>
                    </a:lnTo>
                    <a:close/>
                    <a:moveTo>
                      <a:pt x="1691" y="4001"/>
                    </a:moveTo>
                    <a:lnTo>
                      <a:pt x="1641" y="4218"/>
                    </a:lnTo>
                    <a:lnTo>
                      <a:pt x="1675" y="4218"/>
                    </a:lnTo>
                    <a:lnTo>
                      <a:pt x="1725" y="4001"/>
                    </a:lnTo>
                    <a:close/>
                    <a:moveTo>
                      <a:pt x="2461" y="4001"/>
                    </a:moveTo>
                    <a:lnTo>
                      <a:pt x="2512" y="4235"/>
                    </a:lnTo>
                    <a:lnTo>
                      <a:pt x="2545" y="4235"/>
                    </a:lnTo>
                    <a:lnTo>
                      <a:pt x="2495" y="4001"/>
                    </a:lnTo>
                    <a:close/>
                    <a:moveTo>
                      <a:pt x="1842" y="4018"/>
                    </a:moveTo>
                    <a:lnTo>
                      <a:pt x="1809" y="4252"/>
                    </a:lnTo>
                    <a:lnTo>
                      <a:pt x="1842" y="4252"/>
                    </a:lnTo>
                    <a:lnTo>
                      <a:pt x="1876" y="4018"/>
                    </a:lnTo>
                    <a:close/>
                    <a:moveTo>
                      <a:pt x="2311" y="4034"/>
                    </a:moveTo>
                    <a:lnTo>
                      <a:pt x="2344" y="4252"/>
                    </a:lnTo>
                    <a:lnTo>
                      <a:pt x="2378" y="4252"/>
                    </a:lnTo>
                    <a:lnTo>
                      <a:pt x="2344" y="4034"/>
                    </a:lnTo>
                    <a:close/>
                    <a:moveTo>
                      <a:pt x="1993" y="4034"/>
                    </a:moveTo>
                    <a:lnTo>
                      <a:pt x="1993" y="4269"/>
                    </a:lnTo>
                    <a:lnTo>
                      <a:pt x="2026" y="4269"/>
                    </a:lnTo>
                    <a:lnTo>
                      <a:pt x="2026" y="4034"/>
                    </a:lnTo>
                    <a:close/>
                    <a:moveTo>
                      <a:pt x="2160" y="4034"/>
                    </a:moveTo>
                    <a:lnTo>
                      <a:pt x="2160" y="4269"/>
                    </a:lnTo>
                    <a:lnTo>
                      <a:pt x="2194" y="4269"/>
                    </a:lnTo>
                    <a:lnTo>
                      <a:pt x="2194" y="4034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6"/>
              <p:cNvSpPr/>
              <p:nvPr/>
            </p:nvSpPr>
            <p:spPr>
              <a:xfrm>
                <a:off x="5566395" y="4081384"/>
                <a:ext cx="193247" cy="193516"/>
              </a:xfrm>
              <a:custGeom>
                <a:avLst/>
                <a:gdLst/>
                <a:ahLst/>
                <a:cxnLst/>
                <a:rect l="l" t="t" r="r" b="b"/>
                <a:pathLst>
                  <a:path w="8605" h="8617" extrusionOk="0">
                    <a:moveTo>
                      <a:pt x="4034" y="0"/>
                    </a:moveTo>
                    <a:lnTo>
                      <a:pt x="4051" y="134"/>
                    </a:lnTo>
                    <a:lnTo>
                      <a:pt x="4302" y="134"/>
                    </a:lnTo>
                    <a:lnTo>
                      <a:pt x="4302" y="0"/>
                    </a:lnTo>
                    <a:close/>
                    <a:moveTo>
                      <a:pt x="4637" y="0"/>
                    </a:moveTo>
                    <a:lnTo>
                      <a:pt x="4637" y="134"/>
                    </a:lnTo>
                    <a:cubicBezTo>
                      <a:pt x="4721" y="134"/>
                      <a:pt x="4804" y="151"/>
                      <a:pt x="4888" y="151"/>
                    </a:cubicBezTo>
                    <a:lnTo>
                      <a:pt x="4905" y="17"/>
                    </a:lnTo>
                    <a:cubicBezTo>
                      <a:pt x="4804" y="17"/>
                      <a:pt x="4721" y="0"/>
                      <a:pt x="4637" y="0"/>
                    </a:cubicBezTo>
                    <a:close/>
                    <a:moveTo>
                      <a:pt x="3700" y="33"/>
                    </a:moveTo>
                    <a:cubicBezTo>
                      <a:pt x="3616" y="33"/>
                      <a:pt x="3532" y="50"/>
                      <a:pt x="3449" y="67"/>
                    </a:cubicBezTo>
                    <a:lnTo>
                      <a:pt x="3465" y="201"/>
                    </a:lnTo>
                    <a:cubicBezTo>
                      <a:pt x="3549" y="184"/>
                      <a:pt x="3633" y="167"/>
                      <a:pt x="3733" y="167"/>
                    </a:cubicBezTo>
                    <a:lnTo>
                      <a:pt x="3700" y="33"/>
                    </a:lnTo>
                    <a:close/>
                    <a:moveTo>
                      <a:pt x="5240" y="67"/>
                    </a:moveTo>
                    <a:lnTo>
                      <a:pt x="5206" y="201"/>
                    </a:lnTo>
                    <a:lnTo>
                      <a:pt x="5206" y="218"/>
                    </a:lnTo>
                    <a:cubicBezTo>
                      <a:pt x="5290" y="234"/>
                      <a:pt x="5374" y="251"/>
                      <a:pt x="5457" y="268"/>
                    </a:cubicBezTo>
                    <a:lnTo>
                      <a:pt x="5491" y="134"/>
                    </a:lnTo>
                    <a:cubicBezTo>
                      <a:pt x="5407" y="117"/>
                      <a:pt x="5323" y="84"/>
                      <a:pt x="5240" y="67"/>
                    </a:cubicBezTo>
                    <a:close/>
                    <a:moveTo>
                      <a:pt x="3114" y="151"/>
                    </a:moveTo>
                    <a:cubicBezTo>
                      <a:pt x="3030" y="184"/>
                      <a:pt x="2946" y="201"/>
                      <a:pt x="2863" y="234"/>
                    </a:cubicBezTo>
                    <a:lnTo>
                      <a:pt x="2913" y="368"/>
                    </a:lnTo>
                    <a:cubicBezTo>
                      <a:pt x="2997" y="335"/>
                      <a:pt x="3080" y="301"/>
                      <a:pt x="3147" y="285"/>
                    </a:cubicBezTo>
                    <a:lnTo>
                      <a:pt x="3114" y="151"/>
                    </a:lnTo>
                    <a:close/>
                    <a:moveTo>
                      <a:pt x="5809" y="234"/>
                    </a:moveTo>
                    <a:lnTo>
                      <a:pt x="5759" y="368"/>
                    </a:lnTo>
                    <a:lnTo>
                      <a:pt x="5775" y="368"/>
                    </a:lnTo>
                    <a:cubicBezTo>
                      <a:pt x="5859" y="402"/>
                      <a:pt x="5943" y="435"/>
                      <a:pt x="6010" y="469"/>
                    </a:cubicBezTo>
                    <a:lnTo>
                      <a:pt x="6060" y="335"/>
                    </a:lnTo>
                    <a:cubicBezTo>
                      <a:pt x="5976" y="301"/>
                      <a:pt x="5892" y="268"/>
                      <a:pt x="5809" y="234"/>
                    </a:cubicBezTo>
                    <a:close/>
                    <a:moveTo>
                      <a:pt x="2511" y="368"/>
                    </a:moveTo>
                    <a:cubicBezTo>
                      <a:pt x="2428" y="402"/>
                      <a:pt x="2344" y="452"/>
                      <a:pt x="2260" y="485"/>
                    </a:cubicBezTo>
                    <a:lnTo>
                      <a:pt x="2327" y="603"/>
                    </a:lnTo>
                    <a:cubicBezTo>
                      <a:pt x="2411" y="569"/>
                      <a:pt x="2478" y="519"/>
                      <a:pt x="2561" y="485"/>
                    </a:cubicBezTo>
                    <a:lnTo>
                      <a:pt x="2511" y="368"/>
                    </a:lnTo>
                    <a:close/>
                    <a:moveTo>
                      <a:pt x="6361" y="485"/>
                    </a:moveTo>
                    <a:lnTo>
                      <a:pt x="6294" y="603"/>
                    </a:lnTo>
                    <a:lnTo>
                      <a:pt x="6311" y="619"/>
                    </a:lnTo>
                    <a:cubicBezTo>
                      <a:pt x="6378" y="653"/>
                      <a:pt x="6462" y="703"/>
                      <a:pt x="6512" y="737"/>
                    </a:cubicBezTo>
                    <a:lnTo>
                      <a:pt x="6595" y="619"/>
                    </a:lnTo>
                    <a:cubicBezTo>
                      <a:pt x="6512" y="569"/>
                      <a:pt x="6428" y="536"/>
                      <a:pt x="6361" y="485"/>
                    </a:cubicBezTo>
                    <a:close/>
                    <a:moveTo>
                      <a:pt x="1976" y="653"/>
                    </a:moveTo>
                    <a:cubicBezTo>
                      <a:pt x="1909" y="703"/>
                      <a:pt x="1825" y="753"/>
                      <a:pt x="1758" y="803"/>
                    </a:cubicBezTo>
                    <a:lnTo>
                      <a:pt x="1842" y="904"/>
                    </a:lnTo>
                    <a:cubicBezTo>
                      <a:pt x="1909" y="854"/>
                      <a:pt x="1976" y="803"/>
                      <a:pt x="2043" y="753"/>
                    </a:cubicBezTo>
                    <a:lnTo>
                      <a:pt x="1976" y="653"/>
                    </a:lnTo>
                    <a:close/>
                    <a:moveTo>
                      <a:pt x="6863" y="803"/>
                    </a:moveTo>
                    <a:lnTo>
                      <a:pt x="6780" y="921"/>
                    </a:lnTo>
                    <a:lnTo>
                      <a:pt x="6796" y="921"/>
                    </a:lnTo>
                    <a:cubicBezTo>
                      <a:pt x="6863" y="971"/>
                      <a:pt x="6947" y="1038"/>
                      <a:pt x="6980" y="1071"/>
                    </a:cubicBezTo>
                    <a:lnTo>
                      <a:pt x="7064" y="971"/>
                    </a:lnTo>
                    <a:cubicBezTo>
                      <a:pt x="6997" y="921"/>
                      <a:pt x="6930" y="870"/>
                      <a:pt x="6863" y="803"/>
                    </a:cubicBezTo>
                    <a:close/>
                    <a:moveTo>
                      <a:pt x="1507" y="1004"/>
                    </a:moveTo>
                    <a:cubicBezTo>
                      <a:pt x="1440" y="1071"/>
                      <a:pt x="1373" y="1122"/>
                      <a:pt x="1306" y="1188"/>
                    </a:cubicBezTo>
                    <a:lnTo>
                      <a:pt x="1390" y="1289"/>
                    </a:lnTo>
                    <a:cubicBezTo>
                      <a:pt x="1457" y="1222"/>
                      <a:pt x="1524" y="1155"/>
                      <a:pt x="1591" y="1105"/>
                    </a:cubicBezTo>
                    <a:lnTo>
                      <a:pt x="1507" y="1004"/>
                    </a:lnTo>
                    <a:close/>
                    <a:moveTo>
                      <a:pt x="7315" y="1205"/>
                    </a:moveTo>
                    <a:lnTo>
                      <a:pt x="7232" y="1289"/>
                    </a:lnTo>
                    <a:lnTo>
                      <a:pt x="7265" y="1306"/>
                    </a:lnTo>
                    <a:cubicBezTo>
                      <a:pt x="7315" y="1373"/>
                      <a:pt x="7365" y="1423"/>
                      <a:pt x="7399" y="1490"/>
                    </a:cubicBezTo>
                    <a:lnTo>
                      <a:pt x="7499" y="1389"/>
                    </a:lnTo>
                    <a:cubicBezTo>
                      <a:pt x="7449" y="1322"/>
                      <a:pt x="7382" y="1255"/>
                      <a:pt x="7315" y="1205"/>
                    </a:cubicBezTo>
                    <a:close/>
                    <a:moveTo>
                      <a:pt x="1088" y="1423"/>
                    </a:moveTo>
                    <a:cubicBezTo>
                      <a:pt x="1022" y="1490"/>
                      <a:pt x="971" y="1557"/>
                      <a:pt x="904" y="1640"/>
                    </a:cubicBezTo>
                    <a:lnTo>
                      <a:pt x="1022" y="1724"/>
                    </a:lnTo>
                    <a:cubicBezTo>
                      <a:pt x="1072" y="1640"/>
                      <a:pt x="1122" y="1573"/>
                      <a:pt x="1172" y="1506"/>
                    </a:cubicBezTo>
                    <a:lnTo>
                      <a:pt x="1088" y="1423"/>
                    </a:lnTo>
                    <a:close/>
                    <a:moveTo>
                      <a:pt x="7717" y="1657"/>
                    </a:moveTo>
                    <a:lnTo>
                      <a:pt x="7600" y="1741"/>
                    </a:lnTo>
                    <a:lnTo>
                      <a:pt x="7633" y="1741"/>
                    </a:lnTo>
                    <a:cubicBezTo>
                      <a:pt x="7683" y="1808"/>
                      <a:pt x="7734" y="1875"/>
                      <a:pt x="7750" y="1942"/>
                    </a:cubicBezTo>
                    <a:lnTo>
                      <a:pt x="7868" y="1858"/>
                    </a:lnTo>
                    <a:cubicBezTo>
                      <a:pt x="7817" y="1791"/>
                      <a:pt x="7767" y="1724"/>
                      <a:pt x="7717" y="1657"/>
                    </a:cubicBezTo>
                    <a:close/>
                    <a:moveTo>
                      <a:pt x="720" y="1908"/>
                    </a:moveTo>
                    <a:cubicBezTo>
                      <a:pt x="670" y="1975"/>
                      <a:pt x="620" y="2059"/>
                      <a:pt x="586" y="2126"/>
                    </a:cubicBezTo>
                    <a:lnTo>
                      <a:pt x="687" y="2193"/>
                    </a:lnTo>
                    <a:cubicBezTo>
                      <a:pt x="737" y="2126"/>
                      <a:pt x="787" y="2042"/>
                      <a:pt x="837" y="1975"/>
                    </a:cubicBezTo>
                    <a:lnTo>
                      <a:pt x="720" y="1908"/>
                    </a:lnTo>
                    <a:close/>
                    <a:moveTo>
                      <a:pt x="8035" y="2159"/>
                    </a:moveTo>
                    <a:lnTo>
                      <a:pt x="7918" y="2226"/>
                    </a:lnTo>
                    <a:lnTo>
                      <a:pt x="7968" y="2226"/>
                    </a:lnTo>
                    <a:cubicBezTo>
                      <a:pt x="8002" y="2310"/>
                      <a:pt x="8052" y="2377"/>
                      <a:pt x="8052" y="2444"/>
                    </a:cubicBezTo>
                    <a:lnTo>
                      <a:pt x="8169" y="2394"/>
                    </a:lnTo>
                    <a:cubicBezTo>
                      <a:pt x="8119" y="2310"/>
                      <a:pt x="8085" y="2226"/>
                      <a:pt x="8035" y="2159"/>
                    </a:cubicBezTo>
                    <a:close/>
                    <a:moveTo>
                      <a:pt x="436" y="2427"/>
                    </a:moveTo>
                    <a:cubicBezTo>
                      <a:pt x="385" y="2511"/>
                      <a:pt x="352" y="2594"/>
                      <a:pt x="319" y="2678"/>
                    </a:cubicBezTo>
                    <a:lnTo>
                      <a:pt x="436" y="2728"/>
                    </a:lnTo>
                    <a:cubicBezTo>
                      <a:pt x="469" y="2645"/>
                      <a:pt x="503" y="2561"/>
                      <a:pt x="553" y="2494"/>
                    </a:cubicBezTo>
                    <a:lnTo>
                      <a:pt x="436" y="2427"/>
                    </a:lnTo>
                    <a:close/>
                    <a:moveTo>
                      <a:pt x="8303" y="2695"/>
                    </a:moveTo>
                    <a:lnTo>
                      <a:pt x="8169" y="2745"/>
                    </a:lnTo>
                    <a:lnTo>
                      <a:pt x="8219" y="2745"/>
                    </a:lnTo>
                    <a:cubicBezTo>
                      <a:pt x="8253" y="2829"/>
                      <a:pt x="8269" y="2913"/>
                      <a:pt x="8269" y="2996"/>
                    </a:cubicBezTo>
                    <a:lnTo>
                      <a:pt x="8386" y="2946"/>
                    </a:lnTo>
                    <a:cubicBezTo>
                      <a:pt x="8353" y="2862"/>
                      <a:pt x="8336" y="2779"/>
                      <a:pt x="8303" y="2695"/>
                    </a:cubicBezTo>
                    <a:close/>
                    <a:moveTo>
                      <a:pt x="201" y="2996"/>
                    </a:moveTo>
                    <a:cubicBezTo>
                      <a:pt x="185" y="3080"/>
                      <a:pt x="151" y="3164"/>
                      <a:pt x="134" y="3247"/>
                    </a:cubicBezTo>
                    <a:lnTo>
                      <a:pt x="268" y="3281"/>
                    </a:lnTo>
                    <a:cubicBezTo>
                      <a:pt x="285" y="3197"/>
                      <a:pt x="302" y="3113"/>
                      <a:pt x="335" y="3030"/>
                    </a:cubicBezTo>
                    <a:lnTo>
                      <a:pt x="201" y="2996"/>
                    </a:lnTo>
                    <a:close/>
                    <a:moveTo>
                      <a:pt x="8470" y="3264"/>
                    </a:moveTo>
                    <a:lnTo>
                      <a:pt x="8353" y="3298"/>
                    </a:lnTo>
                    <a:lnTo>
                      <a:pt x="8386" y="3314"/>
                    </a:lnTo>
                    <a:cubicBezTo>
                      <a:pt x="8420" y="3398"/>
                      <a:pt x="8437" y="3482"/>
                      <a:pt x="8403" y="3549"/>
                    </a:cubicBezTo>
                    <a:lnTo>
                      <a:pt x="8537" y="3532"/>
                    </a:lnTo>
                    <a:cubicBezTo>
                      <a:pt x="8520" y="3448"/>
                      <a:pt x="8504" y="3364"/>
                      <a:pt x="8470" y="3264"/>
                    </a:cubicBezTo>
                    <a:close/>
                    <a:moveTo>
                      <a:pt x="67" y="3582"/>
                    </a:moveTo>
                    <a:cubicBezTo>
                      <a:pt x="51" y="3666"/>
                      <a:pt x="34" y="3749"/>
                      <a:pt x="34" y="3850"/>
                    </a:cubicBezTo>
                    <a:lnTo>
                      <a:pt x="168" y="3850"/>
                    </a:lnTo>
                    <a:cubicBezTo>
                      <a:pt x="168" y="3766"/>
                      <a:pt x="185" y="3683"/>
                      <a:pt x="201" y="3599"/>
                    </a:cubicBezTo>
                    <a:lnTo>
                      <a:pt x="67" y="3582"/>
                    </a:lnTo>
                    <a:close/>
                    <a:moveTo>
                      <a:pt x="8571" y="3867"/>
                    </a:moveTo>
                    <a:lnTo>
                      <a:pt x="8453" y="3883"/>
                    </a:lnTo>
                    <a:lnTo>
                      <a:pt x="8487" y="3883"/>
                    </a:lnTo>
                    <a:cubicBezTo>
                      <a:pt x="8504" y="3967"/>
                      <a:pt x="8520" y="4051"/>
                      <a:pt x="8470" y="4134"/>
                    </a:cubicBezTo>
                    <a:lnTo>
                      <a:pt x="8604" y="4134"/>
                    </a:lnTo>
                    <a:cubicBezTo>
                      <a:pt x="8587" y="4051"/>
                      <a:pt x="8571" y="3967"/>
                      <a:pt x="8571" y="3867"/>
                    </a:cubicBezTo>
                    <a:close/>
                    <a:moveTo>
                      <a:pt x="0" y="4185"/>
                    </a:moveTo>
                    <a:lnTo>
                      <a:pt x="0" y="4302"/>
                    </a:lnTo>
                    <a:cubicBezTo>
                      <a:pt x="0" y="4352"/>
                      <a:pt x="17" y="4402"/>
                      <a:pt x="0" y="4436"/>
                    </a:cubicBezTo>
                    <a:lnTo>
                      <a:pt x="134" y="4436"/>
                    </a:lnTo>
                    <a:lnTo>
                      <a:pt x="134" y="4185"/>
                    </a:lnTo>
                    <a:close/>
                    <a:moveTo>
                      <a:pt x="8470" y="4469"/>
                    </a:moveTo>
                    <a:cubicBezTo>
                      <a:pt x="8470" y="4553"/>
                      <a:pt x="8453" y="4637"/>
                      <a:pt x="8453" y="4720"/>
                    </a:cubicBezTo>
                    <a:lnTo>
                      <a:pt x="8571" y="4720"/>
                    </a:lnTo>
                    <a:cubicBezTo>
                      <a:pt x="8604" y="4637"/>
                      <a:pt x="8604" y="4553"/>
                      <a:pt x="8604" y="4469"/>
                    </a:cubicBezTo>
                    <a:close/>
                    <a:moveTo>
                      <a:pt x="168" y="4771"/>
                    </a:moveTo>
                    <a:lnTo>
                      <a:pt x="34" y="4787"/>
                    </a:lnTo>
                    <a:cubicBezTo>
                      <a:pt x="51" y="4871"/>
                      <a:pt x="51" y="4955"/>
                      <a:pt x="67" y="5038"/>
                    </a:cubicBezTo>
                    <a:lnTo>
                      <a:pt x="201" y="5022"/>
                    </a:lnTo>
                    <a:cubicBezTo>
                      <a:pt x="185" y="4938"/>
                      <a:pt x="168" y="4854"/>
                      <a:pt x="168" y="4771"/>
                    </a:cubicBezTo>
                    <a:close/>
                    <a:moveTo>
                      <a:pt x="8403" y="5038"/>
                    </a:moveTo>
                    <a:cubicBezTo>
                      <a:pt x="8386" y="5122"/>
                      <a:pt x="8370" y="5206"/>
                      <a:pt x="8353" y="5289"/>
                    </a:cubicBezTo>
                    <a:lnTo>
                      <a:pt x="8470" y="5323"/>
                    </a:lnTo>
                    <a:cubicBezTo>
                      <a:pt x="8504" y="5239"/>
                      <a:pt x="8520" y="5155"/>
                      <a:pt x="8537" y="5072"/>
                    </a:cubicBezTo>
                    <a:lnTo>
                      <a:pt x="8403" y="5038"/>
                    </a:lnTo>
                    <a:close/>
                    <a:moveTo>
                      <a:pt x="268" y="5340"/>
                    </a:moveTo>
                    <a:lnTo>
                      <a:pt x="134" y="5373"/>
                    </a:lnTo>
                    <a:lnTo>
                      <a:pt x="151" y="5373"/>
                    </a:lnTo>
                    <a:cubicBezTo>
                      <a:pt x="168" y="5457"/>
                      <a:pt x="185" y="5540"/>
                      <a:pt x="218" y="5624"/>
                    </a:cubicBezTo>
                    <a:lnTo>
                      <a:pt x="335" y="5591"/>
                    </a:lnTo>
                    <a:cubicBezTo>
                      <a:pt x="302" y="5507"/>
                      <a:pt x="285" y="5423"/>
                      <a:pt x="268" y="5340"/>
                    </a:cubicBezTo>
                    <a:close/>
                    <a:moveTo>
                      <a:pt x="8269" y="5607"/>
                    </a:moveTo>
                    <a:cubicBezTo>
                      <a:pt x="8236" y="5691"/>
                      <a:pt x="8202" y="5775"/>
                      <a:pt x="8169" y="5859"/>
                    </a:cubicBezTo>
                    <a:lnTo>
                      <a:pt x="8303" y="5909"/>
                    </a:lnTo>
                    <a:cubicBezTo>
                      <a:pt x="8336" y="5825"/>
                      <a:pt x="8353" y="5741"/>
                      <a:pt x="8386" y="5658"/>
                    </a:cubicBezTo>
                    <a:lnTo>
                      <a:pt x="8269" y="5607"/>
                    </a:lnTo>
                    <a:close/>
                    <a:moveTo>
                      <a:pt x="436" y="5892"/>
                    </a:moveTo>
                    <a:lnTo>
                      <a:pt x="319" y="5942"/>
                    </a:lnTo>
                    <a:lnTo>
                      <a:pt x="335" y="5942"/>
                    </a:lnTo>
                    <a:cubicBezTo>
                      <a:pt x="369" y="6026"/>
                      <a:pt x="402" y="6110"/>
                      <a:pt x="436" y="6193"/>
                    </a:cubicBezTo>
                    <a:lnTo>
                      <a:pt x="553" y="6126"/>
                    </a:lnTo>
                    <a:cubicBezTo>
                      <a:pt x="503" y="6059"/>
                      <a:pt x="469" y="5976"/>
                      <a:pt x="436" y="5892"/>
                    </a:cubicBezTo>
                    <a:close/>
                    <a:moveTo>
                      <a:pt x="8052" y="6143"/>
                    </a:moveTo>
                    <a:cubicBezTo>
                      <a:pt x="8002" y="6227"/>
                      <a:pt x="7968" y="6310"/>
                      <a:pt x="7918" y="6377"/>
                    </a:cubicBezTo>
                    <a:lnTo>
                      <a:pt x="8035" y="6444"/>
                    </a:lnTo>
                    <a:cubicBezTo>
                      <a:pt x="8085" y="6361"/>
                      <a:pt x="8119" y="6294"/>
                      <a:pt x="8169" y="6210"/>
                    </a:cubicBezTo>
                    <a:lnTo>
                      <a:pt x="8052" y="6143"/>
                    </a:lnTo>
                    <a:close/>
                    <a:moveTo>
                      <a:pt x="687" y="6411"/>
                    </a:moveTo>
                    <a:lnTo>
                      <a:pt x="586" y="6478"/>
                    </a:lnTo>
                    <a:lnTo>
                      <a:pt x="603" y="6478"/>
                    </a:lnTo>
                    <a:cubicBezTo>
                      <a:pt x="637" y="6562"/>
                      <a:pt x="687" y="6645"/>
                      <a:pt x="720" y="6695"/>
                    </a:cubicBezTo>
                    <a:lnTo>
                      <a:pt x="837" y="6628"/>
                    </a:lnTo>
                    <a:cubicBezTo>
                      <a:pt x="787" y="6562"/>
                      <a:pt x="737" y="6495"/>
                      <a:pt x="687" y="6411"/>
                    </a:cubicBezTo>
                    <a:close/>
                    <a:moveTo>
                      <a:pt x="7750" y="6662"/>
                    </a:moveTo>
                    <a:cubicBezTo>
                      <a:pt x="7717" y="6729"/>
                      <a:pt x="7650" y="6796"/>
                      <a:pt x="7600" y="6863"/>
                    </a:cubicBezTo>
                    <a:lnTo>
                      <a:pt x="7700" y="6947"/>
                    </a:lnTo>
                    <a:cubicBezTo>
                      <a:pt x="7767" y="6880"/>
                      <a:pt x="7817" y="6813"/>
                      <a:pt x="7868" y="6729"/>
                    </a:cubicBezTo>
                    <a:lnTo>
                      <a:pt x="7750" y="6662"/>
                    </a:lnTo>
                    <a:close/>
                    <a:moveTo>
                      <a:pt x="1005" y="6896"/>
                    </a:moveTo>
                    <a:lnTo>
                      <a:pt x="904" y="6980"/>
                    </a:lnTo>
                    <a:lnTo>
                      <a:pt x="938" y="6980"/>
                    </a:lnTo>
                    <a:cubicBezTo>
                      <a:pt x="988" y="7047"/>
                      <a:pt x="1055" y="7131"/>
                      <a:pt x="1088" y="7198"/>
                    </a:cubicBezTo>
                    <a:lnTo>
                      <a:pt x="1172" y="7114"/>
                    </a:lnTo>
                    <a:cubicBezTo>
                      <a:pt x="1122" y="7030"/>
                      <a:pt x="1072" y="6963"/>
                      <a:pt x="1005" y="6896"/>
                    </a:cubicBezTo>
                    <a:close/>
                    <a:moveTo>
                      <a:pt x="7399" y="7114"/>
                    </a:moveTo>
                    <a:cubicBezTo>
                      <a:pt x="7332" y="7181"/>
                      <a:pt x="7282" y="7248"/>
                      <a:pt x="7215" y="7298"/>
                    </a:cubicBezTo>
                    <a:lnTo>
                      <a:pt x="7298" y="7398"/>
                    </a:lnTo>
                    <a:cubicBezTo>
                      <a:pt x="7365" y="7332"/>
                      <a:pt x="7432" y="7265"/>
                      <a:pt x="7499" y="7198"/>
                    </a:cubicBezTo>
                    <a:lnTo>
                      <a:pt x="7399" y="7114"/>
                    </a:lnTo>
                    <a:close/>
                    <a:moveTo>
                      <a:pt x="1390" y="7332"/>
                    </a:moveTo>
                    <a:lnTo>
                      <a:pt x="1306" y="7432"/>
                    </a:lnTo>
                    <a:lnTo>
                      <a:pt x="1340" y="7432"/>
                    </a:lnTo>
                    <a:cubicBezTo>
                      <a:pt x="1407" y="7482"/>
                      <a:pt x="1473" y="7549"/>
                      <a:pt x="1507" y="7599"/>
                    </a:cubicBezTo>
                    <a:lnTo>
                      <a:pt x="1591" y="7499"/>
                    </a:lnTo>
                    <a:cubicBezTo>
                      <a:pt x="1524" y="7449"/>
                      <a:pt x="1457" y="7382"/>
                      <a:pt x="1390" y="7332"/>
                    </a:cubicBezTo>
                    <a:close/>
                    <a:moveTo>
                      <a:pt x="6980" y="7516"/>
                    </a:moveTo>
                    <a:cubicBezTo>
                      <a:pt x="6913" y="7566"/>
                      <a:pt x="6847" y="7616"/>
                      <a:pt x="6780" y="7683"/>
                    </a:cubicBezTo>
                    <a:lnTo>
                      <a:pt x="6863" y="7783"/>
                    </a:lnTo>
                    <a:cubicBezTo>
                      <a:pt x="6930" y="7733"/>
                      <a:pt x="6997" y="7666"/>
                      <a:pt x="7064" y="7616"/>
                    </a:cubicBezTo>
                    <a:lnTo>
                      <a:pt x="6980" y="7516"/>
                    </a:lnTo>
                    <a:close/>
                    <a:moveTo>
                      <a:pt x="1842" y="7700"/>
                    </a:moveTo>
                    <a:lnTo>
                      <a:pt x="1775" y="7817"/>
                    </a:lnTo>
                    <a:lnTo>
                      <a:pt x="1825" y="7817"/>
                    </a:lnTo>
                    <a:cubicBezTo>
                      <a:pt x="1892" y="7867"/>
                      <a:pt x="1959" y="7917"/>
                      <a:pt x="2026" y="7968"/>
                    </a:cubicBezTo>
                    <a:lnTo>
                      <a:pt x="2059" y="7850"/>
                    </a:lnTo>
                    <a:cubicBezTo>
                      <a:pt x="1992" y="7800"/>
                      <a:pt x="1925" y="7750"/>
                      <a:pt x="1842" y="7700"/>
                    </a:cubicBezTo>
                    <a:close/>
                    <a:moveTo>
                      <a:pt x="6512" y="7850"/>
                    </a:moveTo>
                    <a:cubicBezTo>
                      <a:pt x="6428" y="7901"/>
                      <a:pt x="6361" y="7951"/>
                      <a:pt x="6277" y="7984"/>
                    </a:cubicBezTo>
                    <a:lnTo>
                      <a:pt x="6344" y="8101"/>
                    </a:lnTo>
                    <a:cubicBezTo>
                      <a:pt x="6428" y="8068"/>
                      <a:pt x="6495" y="8018"/>
                      <a:pt x="6579" y="7968"/>
                    </a:cubicBezTo>
                    <a:lnTo>
                      <a:pt x="6512" y="7850"/>
                    </a:lnTo>
                    <a:close/>
                    <a:moveTo>
                      <a:pt x="2344" y="8018"/>
                    </a:moveTo>
                    <a:lnTo>
                      <a:pt x="2277" y="8135"/>
                    </a:lnTo>
                    <a:lnTo>
                      <a:pt x="2528" y="8252"/>
                    </a:lnTo>
                    <a:lnTo>
                      <a:pt x="2578" y="8135"/>
                    </a:lnTo>
                    <a:cubicBezTo>
                      <a:pt x="2495" y="8101"/>
                      <a:pt x="2428" y="8051"/>
                      <a:pt x="2344" y="8018"/>
                    </a:cubicBezTo>
                    <a:close/>
                    <a:moveTo>
                      <a:pt x="5993" y="8135"/>
                    </a:moveTo>
                    <a:cubicBezTo>
                      <a:pt x="5926" y="8168"/>
                      <a:pt x="5842" y="8202"/>
                      <a:pt x="5759" y="8219"/>
                    </a:cubicBezTo>
                    <a:lnTo>
                      <a:pt x="5809" y="8353"/>
                    </a:lnTo>
                    <a:cubicBezTo>
                      <a:pt x="5892" y="8319"/>
                      <a:pt x="5976" y="8286"/>
                      <a:pt x="6060" y="8252"/>
                    </a:cubicBezTo>
                    <a:lnTo>
                      <a:pt x="5993" y="8135"/>
                    </a:lnTo>
                    <a:close/>
                    <a:moveTo>
                      <a:pt x="2930" y="8252"/>
                    </a:moveTo>
                    <a:lnTo>
                      <a:pt x="2880" y="8369"/>
                    </a:lnTo>
                    <a:cubicBezTo>
                      <a:pt x="2963" y="8403"/>
                      <a:pt x="3047" y="8436"/>
                      <a:pt x="3131" y="8453"/>
                    </a:cubicBezTo>
                    <a:lnTo>
                      <a:pt x="3164" y="8319"/>
                    </a:lnTo>
                    <a:lnTo>
                      <a:pt x="2930" y="8252"/>
                    </a:lnTo>
                    <a:close/>
                    <a:moveTo>
                      <a:pt x="5457" y="8319"/>
                    </a:moveTo>
                    <a:cubicBezTo>
                      <a:pt x="5374" y="8353"/>
                      <a:pt x="5290" y="8369"/>
                      <a:pt x="5206" y="8386"/>
                    </a:cubicBezTo>
                    <a:lnTo>
                      <a:pt x="5223" y="8520"/>
                    </a:lnTo>
                    <a:cubicBezTo>
                      <a:pt x="5307" y="8503"/>
                      <a:pt x="5407" y="8470"/>
                      <a:pt x="5491" y="8453"/>
                    </a:cubicBezTo>
                    <a:lnTo>
                      <a:pt x="5457" y="8319"/>
                    </a:lnTo>
                    <a:close/>
                    <a:moveTo>
                      <a:pt x="3482" y="8403"/>
                    </a:moveTo>
                    <a:lnTo>
                      <a:pt x="3465" y="8537"/>
                    </a:lnTo>
                    <a:cubicBezTo>
                      <a:pt x="3549" y="8553"/>
                      <a:pt x="3633" y="8570"/>
                      <a:pt x="3733" y="8570"/>
                    </a:cubicBezTo>
                    <a:lnTo>
                      <a:pt x="3750" y="8453"/>
                    </a:lnTo>
                    <a:lnTo>
                      <a:pt x="3482" y="8403"/>
                    </a:lnTo>
                    <a:close/>
                    <a:moveTo>
                      <a:pt x="4888" y="8453"/>
                    </a:moveTo>
                    <a:cubicBezTo>
                      <a:pt x="4804" y="8453"/>
                      <a:pt x="4704" y="8470"/>
                      <a:pt x="4620" y="8470"/>
                    </a:cubicBezTo>
                    <a:lnTo>
                      <a:pt x="4637" y="8604"/>
                    </a:lnTo>
                    <a:cubicBezTo>
                      <a:pt x="4721" y="8604"/>
                      <a:pt x="4804" y="8587"/>
                      <a:pt x="4905" y="8587"/>
                    </a:cubicBezTo>
                    <a:lnTo>
                      <a:pt x="4888" y="8453"/>
                    </a:lnTo>
                    <a:close/>
                    <a:moveTo>
                      <a:pt x="4051" y="8486"/>
                    </a:moveTo>
                    <a:lnTo>
                      <a:pt x="4051" y="8604"/>
                    </a:lnTo>
                    <a:cubicBezTo>
                      <a:pt x="4101" y="8612"/>
                      <a:pt x="4147" y="8616"/>
                      <a:pt x="4191" y="8616"/>
                    </a:cubicBezTo>
                    <a:cubicBezTo>
                      <a:pt x="4235" y="8616"/>
                      <a:pt x="4277" y="8612"/>
                      <a:pt x="4319" y="8604"/>
                    </a:cubicBezTo>
                    <a:lnTo>
                      <a:pt x="4319" y="8486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6"/>
              <p:cNvSpPr/>
              <p:nvPr/>
            </p:nvSpPr>
            <p:spPr>
              <a:xfrm>
                <a:off x="5065323" y="4268567"/>
                <a:ext cx="78579" cy="78601"/>
              </a:xfrm>
              <a:custGeom>
                <a:avLst/>
                <a:gdLst/>
                <a:ahLst/>
                <a:cxnLst/>
                <a:rect l="l" t="t" r="r" b="b"/>
                <a:pathLst>
                  <a:path w="3499" h="3500" extrusionOk="0">
                    <a:moveTo>
                      <a:pt x="1691" y="1"/>
                    </a:moveTo>
                    <a:cubicBezTo>
                      <a:pt x="1640" y="1"/>
                      <a:pt x="1573" y="18"/>
                      <a:pt x="1523" y="18"/>
                    </a:cubicBezTo>
                    <a:lnTo>
                      <a:pt x="1540" y="101"/>
                    </a:lnTo>
                    <a:cubicBezTo>
                      <a:pt x="1573" y="101"/>
                      <a:pt x="1640" y="85"/>
                      <a:pt x="1691" y="85"/>
                    </a:cubicBezTo>
                    <a:lnTo>
                      <a:pt x="1691" y="1"/>
                    </a:lnTo>
                    <a:close/>
                    <a:moveTo>
                      <a:pt x="1908" y="1"/>
                    </a:moveTo>
                    <a:lnTo>
                      <a:pt x="1908" y="85"/>
                    </a:lnTo>
                    <a:lnTo>
                      <a:pt x="2076" y="118"/>
                    </a:lnTo>
                    <a:lnTo>
                      <a:pt x="2092" y="34"/>
                    </a:lnTo>
                    <a:cubicBezTo>
                      <a:pt x="2025" y="18"/>
                      <a:pt x="1975" y="18"/>
                      <a:pt x="1908" y="1"/>
                    </a:cubicBezTo>
                    <a:close/>
                    <a:moveTo>
                      <a:pt x="1306" y="51"/>
                    </a:moveTo>
                    <a:cubicBezTo>
                      <a:pt x="1239" y="68"/>
                      <a:pt x="1188" y="85"/>
                      <a:pt x="1138" y="118"/>
                    </a:cubicBezTo>
                    <a:lnTo>
                      <a:pt x="1155" y="185"/>
                    </a:lnTo>
                    <a:lnTo>
                      <a:pt x="1155" y="202"/>
                    </a:lnTo>
                    <a:cubicBezTo>
                      <a:pt x="1205" y="168"/>
                      <a:pt x="1255" y="151"/>
                      <a:pt x="1322" y="135"/>
                    </a:cubicBezTo>
                    <a:lnTo>
                      <a:pt x="1306" y="51"/>
                    </a:lnTo>
                    <a:close/>
                    <a:moveTo>
                      <a:pt x="2310" y="85"/>
                    </a:moveTo>
                    <a:lnTo>
                      <a:pt x="2293" y="168"/>
                    </a:lnTo>
                    <a:cubicBezTo>
                      <a:pt x="2343" y="185"/>
                      <a:pt x="2394" y="202"/>
                      <a:pt x="2444" y="235"/>
                    </a:cubicBezTo>
                    <a:lnTo>
                      <a:pt x="2477" y="151"/>
                    </a:lnTo>
                    <a:cubicBezTo>
                      <a:pt x="2427" y="135"/>
                      <a:pt x="2377" y="101"/>
                      <a:pt x="2310" y="85"/>
                    </a:cubicBezTo>
                    <a:close/>
                    <a:moveTo>
                      <a:pt x="937" y="202"/>
                    </a:moveTo>
                    <a:cubicBezTo>
                      <a:pt x="870" y="235"/>
                      <a:pt x="820" y="252"/>
                      <a:pt x="770" y="302"/>
                    </a:cubicBezTo>
                    <a:lnTo>
                      <a:pt x="820" y="369"/>
                    </a:lnTo>
                    <a:cubicBezTo>
                      <a:pt x="870" y="336"/>
                      <a:pt x="921" y="302"/>
                      <a:pt x="971" y="285"/>
                    </a:cubicBezTo>
                    <a:lnTo>
                      <a:pt x="937" y="202"/>
                    </a:lnTo>
                    <a:close/>
                    <a:moveTo>
                      <a:pt x="2678" y="252"/>
                    </a:moveTo>
                    <a:lnTo>
                      <a:pt x="2628" y="336"/>
                    </a:lnTo>
                    <a:cubicBezTo>
                      <a:pt x="2678" y="369"/>
                      <a:pt x="2728" y="403"/>
                      <a:pt x="2762" y="436"/>
                    </a:cubicBezTo>
                    <a:lnTo>
                      <a:pt x="2829" y="352"/>
                    </a:lnTo>
                    <a:cubicBezTo>
                      <a:pt x="2779" y="319"/>
                      <a:pt x="2728" y="285"/>
                      <a:pt x="2678" y="252"/>
                    </a:cubicBezTo>
                    <a:close/>
                    <a:moveTo>
                      <a:pt x="603" y="436"/>
                    </a:moveTo>
                    <a:cubicBezTo>
                      <a:pt x="552" y="469"/>
                      <a:pt x="519" y="503"/>
                      <a:pt x="469" y="553"/>
                    </a:cubicBezTo>
                    <a:lnTo>
                      <a:pt x="527" y="612"/>
                    </a:lnTo>
                    <a:lnTo>
                      <a:pt x="527" y="612"/>
                    </a:lnTo>
                    <a:cubicBezTo>
                      <a:pt x="573" y="566"/>
                      <a:pt x="605" y="534"/>
                      <a:pt x="653" y="486"/>
                    </a:cubicBezTo>
                    <a:lnTo>
                      <a:pt x="603" y="436"/>
                    </a:lnTo>
                    <a:close/>
                    <a:moveTo>
                      <a:pt x="527" y="612"/>
                    </a:moveTo>
                    <a:lnTo>
                      <a:pt x="527" y="612"/>
                    </a:lnTo>
                    <a:cubicBezTo>
                      <a:pt x="525" y="615"/>
                      <a:pt x="522" y="617"/>
                      <a:pt x="519" y="620"/>
                    </a:cubicBezTo>
                    <a:lnTo>
                      <a:pt x="536" y="620"/>
                    </a:lnTo>
                    <a:lnTo>
                      <a:pt x="527" y="612"/>
                    </a:lnTo>
                    <a:close/>
                    <a:moveTo>
                      <a:pt x="2996" y="503"/>
                    </a:moveTo>
                    <a:lnTo>
                      <a:pt x="2929" y="570"/>
                    </a:lnTo>
                    <a:cubicBezTo>
                      <a:pt x="2963" y="603"/>
                      <a:pt x="3013" y="654"/>
                      <a:pt x="3046" y="687"/>
                    </a:cubicBezTo>
                    <a:lnTo>
                      <a:pt x="3113" y="637"/>
                    </a:lnTo>
                    <a:cubicBezTo>
                      <a:pt x="3080" y="587"/>
                      <a:pt x="3030" y="553"/>
                      <a:pt x="2996" y="503"/>
                    </a:cubicBezTo>
                    <a:close/>
                    <a:moveTo>
                      <a:pt x="335" y="721"/>
                    </a:moveTo>
                    <a:cubicBezTo>
                      <a:pt x="301" y="771"/>
                      <a:pt x="268" y="821"/>
                      <a:pt x="234" y="871"/>
                    </a:cubicBezTo>
                    <a:lnTo>
                      <a:pt x="306" y="914"/>
                    </a:lnTo>
                    <a:lnTo>
                      <a:pt x="306" y="914"/>
                    </a:lnTo>
                    <a:cubicBezTo>
                      <a:pt x="336" y="866"/>
                      <a:pt x="354" y="819"/>
                      <a:pt x="402" y="771"/>
                    </a:cubicBezTo>
                    <a:lnTo>
                      <a:pt x="335" y="721"/>
                    </a:lnTo>
                    <a:close/>
                    <a:moveTo>
                      <a:pt x="306" y="914"/>
                    </a:moveTo>
                    <a:cubicBezTo>
                      <a:pt x="304" y="917"/>
                      <a:pt x="303" y="919"/>
                      <a:pt x="301" y="921"/>
                    </a:cubicBezTo>
                    <a:lnTo>
                      <a:pt x="318" y="921"/>
                    </a:lnTo>
                    <a:lnTo>
                      <a:pt x="306" y="914"/>
                    </a:lnTo>
                    <a:close/>
                    <a:moveTo>
                      <a:pt x="3231" y="821"/>
                    </a:moveTo>
                    <a:lnTo>
                      <a:pt x="3164" y="871"/>
                    </a:lnTo>
                    <a:cubicBezTo>
                      <a:pt x="3180" y="921"/>
                      <a:pt x="3214" y="972"/>
                      <a:pt x="3247" y="1022"/>
                    </a:cubicBezTo>
                    <a:lnTo>
                      <a:pt x="3314" y="972"/>
                    </a:lnTo>
                    <a:cubicBezTo>
                      <a:pt x="3298" y="921"/>
                      <a:pt x="3264" y="871"/>
                      <a:pt x="3231" y="821"/>
                    </a:cubicBezTo>
                    <a:close/>
                    <a:moveTo>
                      <a:pt x="134" y="1072"/>
                    </a:moveTo>
                    <a:cubicBezTo>
                      <a:pt x="100" y="1139"/>
                      <a:pt x="84" y="1189"/>
                      <a:pt x="67" y="1239"/>
                    </a:cubicBezTo>
                    <a:lnTo>
                      <a:pt x="151" y="1273"/>
                    </a:lnTo>
                    <a:cubicBezTo>
                      <a:pt x="167" y="1223"/>
                      <a:pt x="184" y="1156"/>
                      <a:pt x="201" y="1106"/>
                    </a:cubicBezTo>
                    <a:lnTo>
                      <a:pt x="134" y="1072"/>
                    </a:lnTo>
                    <a:close/>
                    <a:moveTo>
                      <a:pt x="3398" y="1189"/>
                    </a:moveTo>
                    <a:lnTo>
                      <a:pt x="3314" y="1206"/>
                    </a:lnTo>
                    <a:cubicBezTo>
                      <a:pt x="3331" y="1256"/>
                      <a:pt x="3348" y="1323"/>
                      <a:pt x="3364" y="1373"/>
                    </a:cubicBezTo>
                    <a:lnTo>
                      <a:pt x="3448" y="1357"/>
                    </a:lnTo>
                    <a:cubicBezTo>
                      <a:pt x="3431" y="1290"/>
                      <a:pt x="3415" y="1239"/>
                      <a:pt x="3398" y="1189"/>
                    </a:cubicBezTo>
                    <a:close/>
                    <a:moveTo>
                      <a:pt x="17" y="1474"/>
                    </a:moveTo>
                    <a:cubicBezTo>
                      <a:pt x="0" y="1524"/>
                      <a:pt x="0" y="1591"/>
                      <a:pt x="0" y="1641"/>
                    </a:cubicBezTo>
                    <a:lnTo>
                      <a:pt x="84" y="1641"/>
                    </a:lnTo>
                    <a:cubicBezTo>
                      <a:pt x="84" y="1591"/>
                      <a:pt x="84" y="1541"/>
                      <a:pt x="100" y="1474"/>
                    </a:cubicBezTo>
                    <a:close/>
                    <a:moveTo>
                      <a:pt x="3398" y="1591"/>
                    </a:moveTo>
                    <a:lnTo>
                      <a:pt x="3398" y="1758"/>
                    </a:lnTo>
                    <a:lnTo>
                      <a:pt x="3398" y="1926"/>
                    </a:lnTo>
                    <a:lnTo>
                      <a:pt x="3482" y="1926"/>
                    </a:lnTo>
                    <a:lnTo>
                      <a:pt x="3482" y="1942"/>
                    </a:lnTo>
                    <a:cubicBezTo>
                      <a:pt x="3498" y="1876"/>
                      <a:pt x="3498" y="1825"/>
                      <a:pt x="3482" y="1775"/>
                    </a:cubicBezTo>
                    <a:cubicBezTo>
                      <a:pt x="3498" y="1708"/>
                      <a:pt x="3498" y="1641"/>
                      <a:pt x="3482" y="1591"/>
                    </a:cubicBezTo>
                    <a:close/>
                    <a:moveTo>
                      <a:pt x="0" y="1859"/>
                    </a:moveTo>
                    <a:cubicBezTo>
                      <a:pt x="0" y="1926"/>
                      <a:pt x="0" y="1976"/>
                      <a:pt x="17" y="2043"/>
                    </a:cubicBezTo>
                    <a:lnTo>
                      <a:pt x="100" y="2026"/>
                    </a:lnTo>
                    <a:cubicBezTo>
                      <a:pt x="84" y="1976"/>
                      <a:pt x="84" y="1909"/>
                      <a:pt x="84" y="1859"/>
                    </a:cubicBezTo>
                    <a:close/>
                    <a:moveTo>
                      <a:pt x="3364" y="2127"/>
                    </a:moveTo>
                    <a:cubicBezTo>
                      <a:pt x="3348" y="2177"/>
                      <a:pt x="3331" y="2244"/>
                      <a:pt x="3314" y="2294"/>
                    </a:cubicBezTo>
                    <a:lnTo>
                      <a:pt x="3398" y="2327"/>
                    </a:lnTo>
                    <a:cubicBezTo>
                      <a:pt x="3415" y="2261"/>
                      <a:pt x="3431" y="2210"/>
                      <a:pt x="3448" y="2143"/>
                    </a:cubicBezTo>
                    <a:lnTo>
                      <a:pt x="3364" y="2127"/>
                    </a:lnTo>
                    <a:close/>
                    <a:moveTo>
                      <a:pt x="151" y="2227"/>
                    </a:moveTo>
                    <a:lnTo>
                      <a:pt x="67" y="2261"/>
                    </a:lnTo>
                    <a:cubicBezTo>
                      <a:pt x="84" y="2311"/>
                      <a:pt x="100" y="2361"/>
                      <a:pt x="134" y="2428"/>
                    </a:cubicBezTo>
                    <a:lnTo>
                      <a:pt x="201" y="2394"/>
                    </a:lnTo>
                    <a:cubicBezTo>
                      <a:pt x="184" y="2344"/>
                      <a:pt x="167" y="2277"/>
                      <a:pt x="151" y="2227"/>
                    </a:cubicBezTo>
                    <a:close/>
                    <a:moveTo>
                      <a:pt x="3247" y="2495"/>
                    </a:moveTo>
                    <a:cubicBezTo>
                      <a:pt x="3214" y="2545"/>
                      <a:pt x="3180" y="2579"/>
                      <a:pt x="3164" y="2629"/>
                    </a:cubicBezTo>
                    <a:lnTo>
                      <a:pt x="3231" y="2679"/>
                    </a:lnTo>
                    <a:cubicBezTo>
                      <a:pt x="3264" y="2629"/>
                      <a:pt x="3298" y="2579"/>
                      <a:pt x="3314" y="2528"/>
                    </a:cubicBezTo>
                    <a:lnTo>
                      <a:pt x="3247" y="2495"/>
                    </a:lnTo>
                    <a:close/>
                    <a:moveTo>
                      <a:pt x="301" y="2579"/>
                    </a:moveTo>
                    <a:lnTo>
                      <a:pt x="218" y="2629"/>
                    </a:lnTo>
                    <a:cubicBezTo>
                      <a:pt x="251" y="2679"/>
                      <a:pt x="285" y="2729"/>
                      <a:pt x="318" y="2779"/>
                    </a:cubicBezTo>
                    <a:lnTo>
                      <a:pt x="385" y="2712"/>
                    </a:lnTo>
                    <a:cubicBezTo>
                      <a:pt x="352" y="2679"/>
                      <a:pt x="335" y="2629"/>
                      <a:pt x="301" y="2579"/>
                    </a:cubicBezTo>
                    <a:close/>
                    <a:moveTo>
                      <a:pt x="3030" y="2813"/>
                    </a:moveTo>
                    <a:cubicBezTo>
                      <a:pt x="2996" y="2863"/>
                      <a:pt x="2946" y="2897"/>
                      <a:pt x="2913" y="2947"/>
                    </a:cubicBezTo>
                    <a:lnTo>
                      <a:pt x="2979" y="2997"/>
                    </a:lnTo>
                    <a:cubicBezTo>
                      <a:pt x="3030" y="2947"/>
                      <a:pt x="3063" y="2913"/>
                      <a:pt x="3097" y="2863"/>
                    </a:cubicBezTo>
                    <a:lnTo>
                      <a:pt x="3030" y="2813"/>
                    </a:lnTo>
                    <a:close/>
                    <a:moveTo>
                      <a:pt x="519" y="2897"/>
                    </a:moveTo>
                    <a:lnTo>
                      <a:pt x="452" y="2947"/>
                    </a:lnTo>
                    <a:cubicBezTo>
                      <a:pt x="502" y="2997"/>
                      <a:pt x="536" y="3030"/>
                      <a:pt x="586" y="3081"/>
                    </a:cubicBezTo>
                    <a:lnTo>
                      <a:pt x="636" y="3014"/>
                    </a:lnTo>
                    <a:cubicBezTo>
                      <a:pt x="603" y="2980"/>
                      <a:pt x="552" y="2930"/>
                      <a:pt x="519" y="2897"/>
                    </a:cubicBezTo>
                    <a:close/>
                    <a:moveTo>
                      <a:pt x="2745" y="3081"/>
                    </a:moveTo>
                    <a:cubicBezTo>
                      <a:pt x="2712" y="3114"/>
                      <a:pt x="2661" y="3148"/>
                      <a:pt x="2611" y="3181"/>
                    </a:cubicBezTo>
                    <a:lnTo>
                      <a:pt x="2661" y="3248"/>
                    </a:lnTo>
                    <a:cubicBezTo>
                      <a:pt x="2712" y="3215"/>
                      <a:pt x="2762" y="3181"/>
                      <a:pt x="2812" y="3148"/>
                    </a:cubicBezTo>
                    <a:lnTo>
                      <a:pt x="2745" y="3081"/>
                    </a:lnTo>
                    <a:close/>
                    <a:moveTo>
                      <a:pt x="803" y="3148"/>
                    </a:moveTo>
                    <a:lnTo>
                      <a:pt x="753" y="3215"/>
                    </a:lnTo>
                    <a:cubicBezTo>
                      <a:pt x="803" y="3248"/>
                      <a:pt x="854" y="3282"/>
                      <a:pt x="904" y="3298"/>
                    </a:cubicBezTo>
                    <a:lnTo>
                      <a:pt x="954" y="3231"/>
                    </a:lnTo>
                    <a:cubicBezTo>
                      <a:pt x="904" y="3198"/>
                      <a:pt x="854" y="3164"/>
                      <a:pt x="803" y="3148"/>
                    </a:cubicBezTo>
                    <a:close/>
                    <a:moveTo>
                      <a:pt x="2427" y="3282"/>
                    </a:moveTo>
                    <a:cubicBezTo>
                      <a:pt x="2377" y="3298"/>
                      <a:pt x="2327" y="3315"/>
                      <a:pt x="2260" y="3332"/>
                    </a:cubicBezTo>
                    <a:lnTo>
                      <a:pt x="2293" y="3415"/>
                    </a:lnTo>
                    <a:lnTo>
                      <a:pt x="2310" y="3415"/>
                    </a:lnTo>
                    <a:cubicBezTo>
                      <a:pt x="2377" y="3399"/>
                      <a:pt x="2410" y="3365"/>
                      <a:pt x="2461" y="3349"/>
                    </a:cubicBezTo>
                    <a:lnTo>
                      <a:pt x="2427" y="3282"/>
                    </a:lnTo>
                    <a:close/>
                    <a:moveTo>
                      <a:pt x="1138" y="3315"/>
                    </a:moveTo>
                    <a:lnTo>
                      <a:pt x="1122" y="3399"/>
                    </a:lnTo>
                    <a:cubicBezTo>
                      <a:pt x="1172" y="3415"/>
                      <a:pt x="1222" y="3432"/>
                      <a:pt x="1289" y="3449"/>
                    </a:cubicBezTo>
                    <a:lnTo>
                      <a:pt x="1306" y="3365"/>
                    </a:lnTo>
                    <a:cubicBezTo>
                      <a:pt x="1255" y="3349"/>
                      <a:pt x="1205" y="3332"/>
                      <a:pt x="1138" y="3315"/>
                    </a:cubicBezTo>
                    <a:close/>
                    <a:moveTo>
                      <a:pt x="1540" y="3399"/>
                    </a:moveTo>
                    <a:lnTo>
                      <a:pt x="1506" y="3482"/>
                    </a:lnTo>
                    <a:cubicBezTo>
                      <a:pt x="1573" y="3499"/>
                      <a:pt x="1624" y="3499"/>
                      <a:pt x="1691" y="3499"/>
                    </a:cubicBezTo>
                    <a:lnTo>
                      <a:pt x="1707" y="3415"/>
                    </a:lnTo>
                    <a:cubicBezTo>
                      <a:pt x="1640" y="3415"/>
                      <a:pt x="1590" y="3399"/>
                      <a:pt x="1540" y="3399"/>
                    </a:cubicBezTo>
                    <a:close/>
                    <a:moveTo>
                      <a:pt x="2076" y="3399"/>
                    </a:moveTo>
                    <a:cubicBezTo>
                      <a:pt x="2025" y="3399"/>
                      <a:pt x="1958" y="3415"/>
                      <a:pt x="1908" y="3415"/>
                    </a:cubicBezTo>
                    <a:lnTo>
                      <a:pt x="1908" y="3499"/>
                    </a:lnTo>
                    <a:cubicBezTo>
                      <a:pt x="1975" y="3499"/>
                      <a:pt x="2042" y="3482"/>
                      <a:pt x="2092" y="3482"/>
                    </a:cubicBezTo>
                    <a:lnTo>
                      <a:pt x="2076" y="3399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6"/>
              <p:cNvSpPr/>
              <p:nvPr/>
            </p:nvSpPr>
            <p:spPr>
              <a:xfrm>
                <a:off x="5020947" y="4226841"/>
                <a:ext cx="163558" cy="159785"/>
              </a:xfrm>
              <a:custGeom>
                <a:avLst/>
                <a:gdLst/>
                <a:ahLst/>
                <a:cxnLst/>
                <a:rect l="l" t="t" r="r" b="b"/>
                <a:pathLst>
                  <a:path w="7283" h="7115" extrusionOk="0">
                    <a:moveTo>
                      <a:pt x="3516" y="1"/>
                    </a:moveTo>
                    <a:lnTo>
                      <a:pt x="3516" y="18"/>
                    </a:lnTo>
                    <a:lnTo>
                      <a:pt x="3616" y="18"/>
                    </a:lnTo>
                    <a:lnTo>
                      <a:pt x="3616" y="235"/>
                    </a:lnTo>
                    <a:lnTo>
                      <a:pt x="3516" y="235"/>
                    </a:lnTo>
                    <a:lnTo>
                      <a:pt x="3516" y="252"/>
                    </a:lnTo>
                    <a:lnTo>
                      <a:pt x="3633" y="252"/>
                    </a:lnTo>
                    <a:lnTo>
                      <a:pt x="3650" y="1"/>
                    </a:lnTo>
                    <a:close/>
                    <a:moveTo>
                      <a:pt x="3876" y="143"/>
                    </a:moveTo>
                    <a:lnTo>
                      <a:pt x="3867" y="252"/>
                    </a:lnTo>
                    <a:lnTo>
                      <a:pt x="3869" y="252"/>
                    </a:lnTo>
                    <a:lnTo>
                      <a:pt x="3876" y="143"/>
                    </a:lnTo>
                    <a:close/>
                    <a:moveTo>
                      <a:pt x="3150" y="51"/>
                    </a:moveTo>
                    <a:lnTo>
                      <a:pt x="3148" y="51"/>
                    </a:lnTo>
                    <a:lnTo>
                      <a:pt x="3181" y="269"/>
                    </a:lnTo>
                    <a:lnTo>
                      <a:pt x="3150" y="51"/>
                    </a:lnTo>
                    <a:close/>
                    <a:moveTo>
                      <a:pt x="3265" y="18"/>
                    </a:moveTo>
                    <a:lnTo>
                      <a:pt x="3148" y="34"/>
                    </a:lnTo>
                    <a:lnTo>
                      <a:pt x="3150" y="51"/>
                    </a:lnTo>
                    <a:lnTo>
                      <a:pt x="3150" y="51"/>
                    </a:lnTo>
                    <a:lnTo>
                      <a:pt x="3248" y="34"/>
                    </a:lnTo>
                    <a:lnTo>
                      <a:pt x="3282" y="252"/>
                    </a:lnTo>
                    <a:lnTo>
                      <a:pt x="3181" y="269"/>
                    </a:lnTo>
                    <a:lnTo>
                      <a:pt x="3298" y="269"/>
                    </a:lnTo>
                    <a:lnTo>
                      <a:pt x="3265" y="18"/>
                    </a:lnTo>
                    <a:close/>
                    <a:moveTo>
                      <a:pt x="3884" y="18"/>
                    </a:moveTo>
                    <a:lnTo>
                      <a:pt x="3876" y="143"/>
                    </a:lnTo>
                    <a:lnTo>
                      <a:pt x="3884" y="34"/>
                    </a:lnTo>
                    <a:lnTo>
                      <a:pt x="3985" y="34"/>
                    </a:lnTo>
                    <a:lnTo>
                      <a:pt x="3968" y="252"/>
                    </a:lnTo>
                    <a:lnTo>
                      <a:pt x="3869" y="252"/>
                    </a:lnTo>
                    <a:lnTo>
                      <a:pt x="3867" y="269"/>
                    </a:lnTo>
                    <a:lnTo>
                      <a:pt x="3985" y="269"/>
                    </a:lnTo>
                    <a:lnTo>
                      <a:pt x="4001" y="18"/>
                    </a:lnTo>
                    <a:close/>
                    <a:moveTo>
                      <a:pt x="4227" y="177"/>
                    </a:moveTo>
                    <a:lnTo>
                      <a:pt x="4202" y="285"/>
                    </a:lnTo>
                    <a:lnTo>
                      <a:pt x="4205" y="286"/>
                    </a:lnTo>
                    <a:lnTo>
                      <a:pt x="4205" y="286"/>
                    </a:lnTo>
                    <a:lnTo>
                      <a:pt x="4227" y="177"/>
                    </a:lnTo>
                    <a:close/>
                    <a:moveTo>
                      <a:pt x="2897" y="85"/>
                    </a:moveTo>
                    <a:lnTo>
                      <a:pt x="2930" y="285"/>
                    </a:lnTo>
                    <a:lnTo>
                      <a:pt x="2846" y="319"/>
                    </a:lnTo>
                    <a:lnTo>
                      <a:pt x="2796" y="101"/>
                    </a:lnTo>
                    <a:lnTo>
                      <a:pt x="2897" y="85"/>
                    </a:lnTo>
                    <a:close/>
                    <a:moveTo>
                      <a:pt x="4252" y="51"/>
                    </a:moveTo>
                    <a:lnTo>
                      <a:pt x="4227" y="177"/>
                    </a:lnTo>
                    <a:lnTo>
                      <a:pt x="4252" y="68"/>
                    </a:lnTo>
                    <a:lnTo>
                      <a:pt x="4353" y="101"/>
                    </a:lnTo>
                    <a:lnTo>
                      <a:pt x="4303" y="302"/>
                    </a:lnTo>
                    <a:lnTo>
                      <a:pt x="4205" y="286"/>
                    </a:lnTo>
                    <a:lnTo>
                      <a:pt x="4205" y="286"/>
                    </a:lnTo>
                    <a:lnTo>
                      <a:pt x="4202" y="302"/>
                    </a:lnTo>
                    <a:lnTo>
                      <a:pt x="4319" y="319"/>
                    </a:lnTo>
                    <a:lnTo>
                      <a:pt x="4370" y="85"/>
                    </a:lnTo>
                    <a:lnTo>
                      <a:pt x="4252" y="51"/>
                    </a:lnTo>
                    <a:close/>
                    <a:moveTo>
                      <a:pt x="2913" y="68"/>
                    </a:moveTo>
                    <a:lnTo>
                      <a:pt x="2779" y="101"/>
                    </a:lnTo>
                    <a:lnTo>
                      <a:pt x="2846" y="336"/>
                    </a:lnTo>
                    <a:lnTo>
                      <a:pt x="2947" y="319"/>
                    </a:lnTo>
                    <a:lnTo>
                      <a:pt x="2913" y="68"/>
                    </a:lnTo>
                    <a:close/>
                    <a:moveTo>
                      <a:pt x="2433" y="200"/>
                    </a:moveTo>
                    <a:lnTo>
                      <a:pt x="2428" y="202"/>
                    </a:lnTo>
                    <a:lnTo>
                      <a:pt x="2495" y="419"/>
                    </a:lnTo>
                    <a:lnTo>
                      <a:pt x="2510" y="414"/>
                    </a:lnTo>
                    <a:lnTo>
                      <a:pt x="2510" y="414"/>
                    </a:lnTo>
                    <a:lnTo>
                      <a:pt x="2433" y="200"/>
                    </a:lnTo>
                    <a:close/>
                    <a:moveTo>
                      <a:pt x="2545" y="151"/>
                    </a:moveTo>
                    <a:lnTo>
                      <a:pt x="2428" y="185"/>
                    </a:lnTo>
                    <a:lnTo>
                      <a:pt x="2433" y="200"/>
                    </a:lnTo>
                    <a:lnTo>
                      <a:pt x="2433" y="200"/>
                    </a:lnTo>
                    <a:lnTo>
                      <a:pt x="2528" y="168"/>
                    </a:lnTo>
                    <a:lnTo>
                      <a:pt x="2595" y="386"/>
                    </a:lnTo>
                    <a:lnTo>
                      <a:pt x="2510" y="414"/>
                    </a:lnTo>
                    <a:lnTo>
                      <a:pt x="2510" y="414"/>
                    </a:lnTo>
                    <a:lnTo>
                      <a:pt x="2512" y="419"/>
                    </a:lnTo>
                    <a:lnTo>
                      <a:pt x="2612" y="386"/>
                    </a:lnTo>
                    <a:lnTo>
                      <a:pt x="2545" y="151"/>
                    </a:lnTo>
                    <a:close/>
                    <a:moveTo>
                      <a:pt x="2135" y="444"/>
                    </a:moveTo>
                    <a:lnTo>
                      <a:pt x="2177" y="553"/>
                    </a:lnTo>
                    <a:lnTo>
                      <a:pt x="2190" y="547"/>
                    </a:lnTo>
                    <a:lnTo>
                      <a:pt x="2190" y="547"/>
                    </a:lnTo>
                    <a:lnTo>
                      <a:pt x="2135" y="444"/>
                    </a:lnTo>
                    <a:close/>
                    <a:moveTo>
                      <a:pt x="2194" y="285"/>
                    </a:moveTo>
                    <a:lnTo>
                      <a:pt x="2076" y="336"/>
                    </a:lnTo>
                    <a:lnTo>
                      <a:pt x="2135" y="444"/>
                    </a:lnTo>
                    <a:lnTo>
                      <a:pt x="2135" y="444"/>
                    </a:lnTo>
                    <a:lnTo>
                      <a:pt x="2093" y="336"/>
                    </a:lnTo>
                    <a:lnTo>
                      <a:pt x="2177" y="302"/>
                    </a:lnTo>
                    <a:lnTo>
                      <a:pt x="2277" y="503"/>
                    </a:lnTo>
                    <a:lnTo>
                      <a:pt x="2190" y="547"/>
                    </a:lnTo>
                    <a:lnTo>
                      <a:pt x="2190" y="547"/>
                    </a:lnTo>
                    <a:lnTo>
                      <a:pt x="2194" y="553"/>
                    </a:lnTo>
                    <a:lnTo>
                      <a:pt x="2294" y="520"/>
                    </a:lnTo>
                    <a:lnTo>
                      <a:pt x="2194" y="285"/>
                    </a:lnTo>
                    <a:close/>
                    <a:moveTo>
                      <a:pt x="1859" y="453"/>
                    </a:moveTo>
                    <a:lnTo>
                      <a:pt x="1847" y="461"/>
                    </a:lnTo>
                    <a:lnTo>
                      <a:pt x="1847" y="461"/>
                    </a:lnTo>
                    <a:lnTo>
                      <a:pt x="1909" y="553"/>
                    </a:lnTo>
                    <a:lnTo>
                      <a:pt x="1909" y="553"/>
                    </a:lnTo>
                    <a:lnTo>
                      <a:pt x="1859" y="453"/>
                    </a:lnTo>
                    <a:close/>
                    <a:moveTo>
                      <a:pt x="1842" y="453"/>
                    </a:moveTo>
                    <a:lnTo>
                      <a:pt x="1742" y="520"/>
                    </a:lnTo>
                    <a:lnTo>
                      <a:pt x="1876" y="721"/>
                    </a:lnTo>
                    <a:lnTo>
                      <a:pt x="1976" y="654"/>
                    </a:lnTo>
                    <a:lnTo>
                      <a:pt x="1909" y="553"/>
                    </a:lnTo>
                    <a:lnTo>
                      <a:pt x="1909" y="553"/>
                    </a:lnTo>
                    <a:lnTo>
                      <a:pt x="1959" y="654"/>
                    </a:lnTo>
                    <a:lnTo>
                      <a:pt x="1876" y="704"/>
                    </a:lnTo>
                    <a:lnTo>
                      <a:pt x="1758" y="520"/>
                    </a:lnTo>
                    <a:lnTo>
                      <a:pt x="1847" y="461"/>
                    </a:lnTo>
                    <a:lnTo>
                      <a:pt x="1847" y="461"/>
                    </a:lnTo>
                    <a:lnTo>
                      <a:pt x="1842" y="453"/>
                    </a:lnTo>
                    <a:close/>
                    <a:moveTo>
                      <a:pt x="5625" y="587"/>
                    </a:moveTo>
                    <a:lnTo>
                      <a:pt x="5613" y="606"/>
                    </a:lnTo>
                    <a:lnTo>
                      <a:pt x="5613" y="606"/>
                    </a:lnTo>
                    <a:cubicBezTo>
                      <a:pt x="5612" y="605"/>
                      <a:pt x="5610" y="604"/>
                      <a:pt x="5608" y="603"/>
                    </a:cubicBezTo>
                    <a:lnTo>
                      <a:pt x="5491" y="788"/>
                    </a:lnTo>
                    <a:lnTo>
                      <a:pt x="5499" y="792"/>
                    </a:lnTo>
                    <a:lnTo>
                      <a:pt x="5499" y="792"/>
                    </a:lnTo>
                    <a:lnTo>
                      <a:pt x="5613" y="606"/>
                    </a:lnTo>
                    <a:lnTo>
                      <a:pt x="5613" y="606"/>
                    </a:lnTo>
                    <a:cubicBezTo>
                      <a:pt x="5645" y="622"/>
                      <a:pt x="5676" y="638"/>
                      <a:pt x="5692" y="654"/>
                    </a:cubicBezTo>
                    <a:lnTo>
                      <a:pt x="5575" y="838"/>
                    </a:lnTo>
                    <a:lnTo>
                      <a:pt x="5499" y="792"/>
                    </a:lnTo>
                    <a:lnTo>
                      <a:pt x="5499" y="792"/>
                    </a:lnTo>
                    <a:lnTo>
                      <a:pt x="5491" y="804"/>
                    </a:lnTo>
                    <a:lnTo>
                      <a:pt x="5575" y="871"/>
                    </a:lnTo>
                    <a:lnTo>
                      <a:pt x="5725" y="654"/>
                    </a:lnTo>
                    <a:lnTo>
                      <a:pt x="5625" y="587"/>
                    </a:lnTo>
                    <a:close/>
                    <a:moveTo>
                      <a:pt x="5910" y="821"/>
                    </a:moveTo>
                    <a:lnTo>
                      <a:pt x="5843" y="905"/>
                    </a:lnTo>
                    <a:lnTo>
                      <a:pt x="5911" y="822"/>
                    </a:lnTo>
                    <a:lnTo>
                      <a:pt x="5911" y="822"/>
                    </a:lnTo>
                    <a:lnTo>
                      <a:pt x="5910" y="821"/>
                    </a:lnTo>
                    <a:close/>
                    <a:moveTo>
                      <a:pt x="5843" y="905"/>
                    </a:moveTo>
                    <a:lnTo>
                      <a:pt x="5843" y="905"/>
                    </a:lnTo>
                    <a:lnTo>
                      <a:pt x="5843" y="905"/>
                    </a:lnTo>
                    <a:close/>
                    <a:moveTo>
                      <a:pt x="1541" y="637"/>
                    </a:moveTo>
                    <a:lnTo>
                      <a:pt x="1440" y="704"/>
                    </a:lnTo>
                    <a:lnTo>
                      <a:pt x="1591" y="921"/>
                    </a:lnTo>
                    <a:lnTo>
                      <a:pt x="1591" y="905"/>
                    </a:lnTo>
                    <a:lnTo>
                      <a:pt x="1675" y="838"/>
                    </a:lnTo>
                    <a:lnTo>
                      <a:pt x="1675" y="838"/>
                    </a:lnTo>
                    <a:lnTo>
                      <a:pt x="1591" y="888"/>
                    </a:lnTo>
                    <a:lnTo>
                      <a:pt x="1457" y="721"/>
                    </a:lnTo>
                    <a:lnTo>
                      <a:pt x="1541" y="654"/>
                    </a:lnTo>
                    <a:lnTo>
                      <a:pt x="1675" y="838"/>
                    </a:lnTo>
                    <a:lnTo>
                      <a:pt x="1675" y="838"/>
                    </a:lnTo>
                    <a:lnTo>
                      <a:pt x="1541" y="637"/>
                    </a:lnTo>
                    <a:close/>
                    <a:moveTo>
                      <a:pt x="5926" y="804"/>
                    </a:moveTo>
                    <a:lnTo>
                      <a:pt x="5911" y="822"/>
                    </a:lnTo>
                    <a:lnTo>
                      <a:pt x="5911" y="822"/>
                    </a:lnTo>
                    <a:lnTo>
                      <a:pt x="5993" y="888"/>
                    </a:lnTo>
                    <a:lnTo>
                      <a:pt x="5843" y="1055"/>
                    </a:lnTo>
                    <a:cubicBezTo>
                      <a:pt x="5826" y="1039"/>
                      <a:pt x="5792" y="1005"/>
                      <a:pt x="5776" y="988"/>
                    </a:cubicBezTo>
                    <a:lnTo>
                      <a:pt x="5843" y="905"/>
                    </a:lnTo>
                    <a:lnTo>
                      <a:pt x="5759" y="1005"/>
                    </a:lnTo>
                    <a:cubicBezTo>
                      <a:pt x="5792" y="1022"/>
                      <a:pt x="5826" y="1055"/>
                      <a:pt x="5843" y="1072"/>
                    </a:cubicBezTo>
                    <a:lnTo>
                      <a:pt x="6010" y="888"/>
                    </a:lnTo>
                    <a:cubicBezTo>
                      <a:pt x="5977" y="855"/>
                      <a:pt x="5943" y="821"/>
                      <a:pt x="5926" y="804"/>
                    </a:cubicBezTo>
                    <a:close/>
                    <a:moveTo>
                      <a:pt x="6177" y="1055"/>
                    </a:moveTo>
                    <a:lnTo>
                      <a:pt x="6027" y="1206"/>
                    </a:lnTo>
                    <a:lnTo>
                      <a:pt x="6035" y="1214"/>
                    </a:lnTo>
                    <a:lnTo>
                      <a:pt x="6178" y="1056"/>
                    </a:lnTo>
                    <a:lnTo>
                      <a:pt x="6177" y="1055"/>
                    </a:lnTo>
                    <a:close/>
                    <a:moveTo>
                      <a:pt x="6194" y="1039"/>
                    </a:moveTo>
                    <a:lnTo>
                      <a:pt x="6178" y="1056"/>
                    </a:lnTo>
                    <a:lnTo>
                      <a:pt x="6261" y="1122"/>
                    </a:lnTo>
                    <a:lnTo>
                      <a:pt x="6094" y="1273"/>
                    </a:lnTo>
                    <a:lnTo>
                      <a:pt x="6035" y="1214"/>
                    </a:lnTo>
                    <a:lnTo>
                      <a:pt x="6027" y="1223"/>
                    </a:lnTo>
                    <a:cubicBezTo>
                      <a:pt x="6043" y="1239"/>
                      <a:pt x="6077" y="1273"/>
                      <a:pt x="6094" y="1306"/>
                    </a:cubicBezTo>
                    <a:lnTo>
                      <a:pt x="6278" y="1122"/>
                    </a:lnTo>
                    <a:lnTo>
                      <a:pt x="6194" y="1039"/>
                    </a:lnTo>
                    <a:close/>
                    <a:moveTo>
                      <a:pt x="6345" y="1390"/>
                    </a:moveTo>
                    <a:lnTo>
                      <a:pt x="6261" y="1457"/>
                    </a:lnTo>
                    <a:lnTo>
                      <a:pt x="6262" y="1459"/>
                    </a:lnTo>
                    <a:lnTo>
                      <a:pt x="6262" y="1459"/>
                    </a:lnTo>
                    <a:lnTo>
                      <a:pt x="6345" y="1390"/>
                    </a:lnTo>
                    <a:close/>
                    <a:moveTo>
                      <a:pt x="6445" y="1306"/>
                    </a:moveTo>
                    <a:lnTo>
                      <a:pt x="6345" y="1390"/>
                    </a:lnTo>
                    <a:lnTo>
                      <a:pt x="6428" y="1323"/>
                    </a:lnTo>
                    <a:cubicBezTo>
                      <a:pt x="6462" y="1357"/>
                      <a:pt x="6479" y="1373"/>
                      <a:pt x="6495" y="1407"/>
                    </a:cubicBezTo>
                    <a:lnTo>
                      <a:pt x="6328" y="1541"/>
                    </a:lnTo>
                    <a:lnTo>
                      <a:pt x="6262" y="1459"/>
                    </a:lnTo>
                    <a:lnTo>
                      <a:pt x="6262" y="1459"/>
                    </a:lnTo>
                    <a:lnTo>
                      <a:pt x="6244" y="1474"/>
                    </a:lnTo>
                    <a:lnTo>
                      <a:pt x="6328" y="1558"/>
                    </a:lnTo>
                    <a:lnTo>
                      <a:pt x="6529" y="1407"/>
                    </a:lnTo>
                    <a:cubicBezTo>
                      <a:pt x="6495" y="1373"/>
                      <a:pt x="6479" y="1340"/>
                      <a:pt x="6445" y="1306"/>
                    </a:cubicBezTo>
                    <a:close/>
                    <a:moveTo>
                      <a:pt x="6646" y="1608"/>
                    </a:moveTo>
                    <a:lnTo>
                      <a:pt x="6462" y="1742"/>
                    </a:lnTo>
                    <a:lnTo>
                      <a:pt x="6462" y="1742"/>
                    </a:lnTo>
                    <a:lnTo>
                      <a:pt x="6651" y="1615"/>
                    </a:lnTo>
                    <a:lnTo>
                      <a:pt x="6651" y="1615"/>
                    </a:lnTo>
                    <a:lnTo>
                      <a:pt x="6646" y="1608"/>
                    </a:lnTo>
                    <a:close/>
                    <a:moveTo>
                      <a:pt x="6663" y="1608"/>
                    </a:moveTo>
                    <a:lnTo>
                      <a:pt x="6651" y="1615"/>
                    </a:lnTo>
                    <a:lnTo>
                      <a:pt x="6651" y="1615"/>
                    </a:lnTo>
                    <a:lnTo>
                      <a:pt x="6713" y="1708"/>
                    </a:lnTo>
                    <a:lnTo>
                      <a:pt x="6529" y="1825"/>
                    </a:lnTo>
                    <a:lnTo>
                      <a:pt x="6462" y="1742"/>
                    </a:lnTo>
                    <a:lnTo>
                      <a:pt x="6462" y="1742"/>
                    </a:lnTo>
                    <a:cubicBezTo>
                      <a:pt x="6479" y="1775"/>
                      <a:pt x="6495" y="1809"/>
                      <a:pt x="6512" y="1842"/>
                    </a:cubicBezTo>
                    <a:lnTo>
                      <a:pt x="6730" y="1708"/>
                    </a:lnTo>
                    <a:cubicBezTo>
                      <a:pt x="6713" y="1675"/>
                      <a:pt x="6696" y="1641"/>
                      <a:pt x="6663" y="1608"/>
                    </a:cubicBezTo>
                    <a:close/>
                    <a:moveTo>
                      <a:pt x="6847" y="1926"/>
                    </a:moveTo>
                    <a:lnTo>
                      <a:pt x="6897" y="2026"/>
                    </a:lnTo>
                    <a:lnTo>
                      <a:pt x="6696" y="2127"/>
                    </a:lnTo>
                    <a:cubicBezTo>
                      <a:pt x="6680" y="2093"/>
                      <a:pt x="6663" y="2060"/>
                      <a:pt x="6646" y="2043"/>
                    </a:cubicBezTo>
                    <a:lnTo>
                      <a:pt x="6847" y="1926"/>
                    </a:lnTo>
                    <a:close/>
                    <a:moveTo>
                      <a:pt x="6864" y="1909"/>
                    </a:moveTo>
                    <a:lnTo>
                      <a:pt x="6629" y="2043"/>
                    </a:lnTo>
                    <a:cubicBezTo>
                      <a:pt x="6646" y="2076"/>
                      <a:pt x="6663" y="2110"/>
                      <a:pt x="6680" y="2143"/>
                    </a:cubicBezTo>
                    <a:lnTo>
                      <a:pt x="6914" y="2026"/>
                    </a:lnTo>
                    <a:lnTo>
                      <a:pt x="6864" y="1909"/>
                    </a:lnTo>
                    <a:close/>
                    <a:moveTo>
                      <a:pt x="352" y="2043"/>
                    </a:moveTo>
                    <a:cubicBezTo>
                      <a:pt x="336" y="2076"/>
                      <a:pt x="319" y="2110"/>
                      <a:pt x="302" y="2160"/>
                    </a:cubicBezTo>
                    <a:lnTo>
                      <a:pt x="537" y="2277"/>
                    </a:lnTo>
                    <a:lnTo>
                      <a:pt x="537" y="2261"/>
                    </a:lnTo>
                    <a:cubicBezTo>
                      <a:pt x="553" y="2227"/>
                      <a:pt x="570" y="2194"/>
                      <a:pt x="587" y="2160"/>
                    </a:cubicBezTo>
                    <a:lnTo>
                      <a:pt x="386" y="2060"/>
                    </a:lnTo>
                    <a:lnTo>
                      <a:pt x="570" y="2160"/>
                    </a:lnTo>
                    <a:lnTo>
                      <a:pt x="537" y="2244"/>
                    </a:lnTo>
                    <a:lnTo>
                      <a:pt x="319" y="2160"/>
                    </a:lnTo>
                    <a:lnTo>
                      <a:pt x="386" y="2060"/>
                    </a:lnTo>
                    <a:lnTo>
                      <a:pt x="352" y="2043"/>
                    </a:lnTo>
                    <a:close/>
                    <a:moveTo>
                      <a:pt x="202" y="2394"/>
                    </a:moveTo>
                    <a:cubicBezTo>
                      <a:pt x="202" y="2428"/>
                      <a:pt x="185" y="2478"/>
                      <a:pt x="168" y="2512"/>
                    </a:cubicBezTo>
                    <a:lnTo>
                      <a:pt x="403" y="2595"/>
                    </a:lnTo>
                    <a:lnTo>
                      <a:pt x="453" y="2478"/>
                    </a:lnTo>
                    <a:lnTo>
                      <a:pt x="327" y="2436"/>
                    </a:lnTo>
                    <a:lnTo>
                      <a:pt x="327" y="2436"/>
                    </a:lnTo>
                    <a:lnTo>
                      <a:pt x="436" y="2478"/>
                    </a:lnTo>
                    <a:lnTo>
                      <a:pt x="403" y="2579"/>
                    </a:lnTo>
                    <a:lnTo>
                      <a:pt x="185" y="2495"/>
                    </a:lnTo>
                    <a:lnTo>
                      <a:pt x="202" y="2495"/>
                    </a:lnTo>
                    <a:cubicBezTo>
                      <a:pt x="202" y="2463"/>
                      <a:pt x="217" y="2432"/>
                      <a:pt x="218" y="2400"/>
                    </a:cubicBezTo>
                    <a:lnTo>
                      <a:pt x="218" y="2400"/>
                    </a:lnTo>
                    <a:lnTo>
                      <a:pt x="327" y="2436"/>
                    </a:lnTo>
                    <a:lnTo>
                      <a:pt x="327" y="2436"/>
                    </a:lnTo>
                    <a:lnTo>
                      <a:pt x="218" y="2394"/>
                    </a:lnTo>
                    <a:cubicBezTo>
                      <a:pt x="218" y="2396"/>
                      <a:pt x="218" y="2398"/>
                      <a:pt x="218" y="2400"/>
                    </a:cubicBezTo>
                    <a:lnTo>
                      <a:pt x="218" y="2400"/>
                    </a:lnTo>
                    <a:lnTo>
                      <a:pt x="202" y="2394"/>
                    </a:lnTo>
                    <a:close/>
                    <a:moveTo>
                      <a:pt x="101" y="2746"/>
                    </a:moveTo>
                    <a:cubicBezTo>
                      <a:pt x="85" y="2796"/>
                      <a:pt x="68" y="2830"/>
                      <a:pt x="68" y="2863"/>
                    </a:cubicBezTo>
                    <a:lnTo>
                      <a:pt x="319" y="2930"/>
                    </a:lnTo>
                    <a:lnTo>
                      <a:pt x="336" y="2813"/>
                    </a:lnTo>
                    <a:lnTo>
                      <a:pt x="218" y="2779"/>
                    </a:lnTo>
                    <a:lnTo>
                      <a:pt x="218" y="2779"/>
                    </a:lnTo>
                    <a:lnTo>
                      <a:pt x="319" y="2813"/>
                    </a:lnTo>
                    <a:lnTo>
                      <a:pt x="302" y="2897"/>
                    </a:lnTo>
                    <a:lnTo>
                      <a:pt x="85" y="2863"/>
                    </a:lnTo>
                    <a:lnTo>
                      <a:pt x="101" y="2846"/>
                    </a:lnTo>
                    <a:cubicBezTo>
                      <a:pt x="101" y="2815"/>
                      <a:pt x="116" y="2783"/>
                      <a:pt x="118" y="2751"/>
                    </a:cubicBezTo>
                    <a:lnTo>
                      <a:pt x="118" y="2751"/>
                    </a:lnTo>
                    <a:lnTo>
                      <a:pt x="218" y="2779"/>
                    </a:lnTo>
                    <a:lnTo>
                      <a:pt x="218" y="2779"/>
                    </a:lnTo>
                    <a:lnTo>
                      <a:pt x="118" y="2746"/>
                    </a:lnTo>
                    <a:cubicBezTo>
                      <a:pt x="118" y="2748"/>
                      <a:pt x="118" y="2749"/>
                      <a:pt x="118" y="2751"/>
                    </a:cubicBezTo>
                    <a:lnTo>
                      <a:pt x="118" y="2751"/>
                    </a:lnTo>
                    <a:lnTo>
                      <a:pt x="101" y="2746"/>
                    </a:lnTo>
                    <a:close/>
                    <a:moveTo>
                      <a:pt x="34" y="3114"/>
                    </a:moveTo>
                    <a:cubicBezTo>
                      <a:pt x="18" y="3148"/>
                      <a:pt x="18" y="3198"/>
                      <a:pt x="18" y="3231"/>
                    </a:cubicBezTo>
                    <a:lnTo>
                      <a:pt x="253" y="3263"/>
                    </a:lnTo>
                    <a:lnTo>
                      <a:pt x="253" y="3263"/>
                    </a:lnTo>
                    <a:cubicBezTo>
                      <a:pt x="269" y="3229"/>
                      <a:pt x="269" y="3180"/>
                      <a:pt x="269" y="3148"/>
                    </a:cubicBezTo>
                    <a:lnTo>
                      <a:pt x="269" y="3148"/>
                    </a:lnTo>
                    <a:lnTo>
                      <a:pt x="252" y="3248"/>
                    </a:lnTo>
                    <a:lnTo>
                      <a:pt x="34" y="3215"/>
                    </a:lnTo>
                    <a:cubicBezTo>
                      <a:pt x="34" y="3167"/>
                      <a:pt x="50" y="3134"/>
                      <a:pt x="51" y="3117"/>
                    </a:cubicBezTo>
                    <a:lnTo>
                      <a:pt x="51" y="3117"/>
                    </a:lnTo>
                    <a:lnTo>
                      <a:pt x="269" y="3148"/>
                    </a:lnTo>
                    <a:lnTo>
                      <a:pt x="51" y="3114"/>
                    </a:lnTo>
                    <a:cubicBezTo>
                      <a:pt x="51" y="3115"/>
                      <a:pt x="51" y="3116"/>
                      <a:pt x="51" y="3117"/>
                    </a:cubicBezTo>
                    <a:lnTo>
                      <a:pt x="51" y="3117"/>
                    </a:lnTo>
                    <a:lnTo>
                      <a:pt x="34" y="3114"/>
                    </a:lnTo>
                    <a:close/>
                    <a:moveTo>
                      <a:pt x="253" y="3263"/>
                    </a:moveTo>
                    <a:cubicBezTo>
                      <a:pt x="253" y="3263"/>
                      <a:pt x="252" y="3264"/>
                      <a:pt x="252" y="3265"/>
                    </a:cubicBezTo>
                    <a:lnTo>
                      <a:pt x="269" y="3265"/>
                    </a:lnTo>
                    <a:lnTo>
                      <a:pt x="253" y="3263"/>
                    </a:lnTo>
                    <a:close/>
                    <a:moveTo>
                      <a:pt x="7265" y="3332"/>
                    </a:moveTo>
                    <a:lnTo>
                      <a:pt x="7157" y="3340"/>
                    </a:lnTo>
                    <a:lnTo>
                      <a:pt x="7157" y="3340"/>
                    </a:lnTo>
                    <a:lnTo>
                      <a:pt x="7265" y="3333"/>
                    </a:lnTo>
                    <a:lnTo>
                      <a:pt x="7265" y="3333"/>
                    </a:lnTo>
                    <a:lnTo>
                      <a:pt x="7265" y="3332"/>
                    </a:lnTo>
                    <a:close/>
                    <a:moveTo>
                      <a:pt x="7157" y="3340"/>
                    </a:moveTo>
                    <a:lnTo>
                      <a:pt x="7031" y="3349"/>
                    </a:lnTo>
                    <a:lnTo>
                      <a:pt x="7031" y="3449"/>
                    </a:lnTo>
                    <a:cubicBezTo>
                      <a:pt x="7048" y="3416"/>
                      <a:pt x="7048" y="3382"/>
                      <a:pt x="7048" y="3349"/>
                    </a:cubicBezTo>
                    <a:lnTo>
                      <a:pt x="7157" y="3340"/>
                    </a:lnTo>
                    <a:close/>
                    <a:moveTo>
                      <a:pt x="7282" y="3332"/>
                    </a:moveTo>
                    <a:lnTo>
                      <a:pt x="7265" y="3333"/>
                    </a:lnTo>
                    <a:lnTo>
                      <a:pt x="7265" y="3333"/>
                    </a:lnTo>
                    <a:lnTo>
                      <a:pt x="7265" y="3449"/>
                    </a:lnTo>
                    <a:lnTo>
                      <a:pt x="7031" y="3449"/>
                    </a:lnTo>
                    <a:lnTo>
                      <a:pt x="7031" y="3466"/>
                    </a:lnTo>
                    <a:lnTo>
                      <a:pt x="7282" y="3449"/>
                    </a:lnTo>
                    <a:lnTo>
                      <a:pt x="7282" y="3332"/>
                    </a:lnTo>
                    <a:close/>
                    <a:moveTo>
                      <a:pt x="1" y="3482"/>
                    </a:moveTo>
                    <a:lnTo>
                      <a:pt x="1" y="3600"/>
                    </a:lnTo>
                    <a:lnTo>
                      <a:pt x="252" y="3600"/>
                    </a:lnTo>
                    <a:lnTo>
                      <a:pt x="252" y="3499"/>
                    </a:lnTo>
                    <a:lnTo>
                      <a:pt x="235" y="3498"/>
                    </a:lnTo>
                    <a:lnTo>
                      <a:pt x="235" y="3498"/>
                    </a:lnTo>
                    <a:lnTo>
                      <a:pt x="235" y="3583"/>
                    </a:lnTo>
                    <a:lnTo>
                      <a:pt x="18" y="3583"/>
                    </a:lnTo>
                    <a:cubicBezTo>
                      <a:pt x="18" y="3534"/>
                      <a:pt x="18" y="3501"/>
                      <a:pt x="18" y="3484"/>
                    </a:cubicBezTo>
                    <a:lnTo>
                      <a:pt x="18" y="3484"/>
                    </a:lnTo>
                    <a:lnTo>
                      <a:pt x="235" y="3498"/>
                    </a:lnTo>
                    <a:lnTo>
                      <a:pt x="235" y="3498"/>
                    </a:lnTo>
                    <a:lnTo>
                      <a:pt x="235" y="3482"/>
                    </a:lnTo>
                    <a:lnTo>
                      <a:pt x="18" y="3482"/>
                    </a:lnTo>
                    <a:cubicBezTo>
                      <a:pt x="18" y="3483"/>
                      <a:pt x="18" y="3483"/>
                      <a:pt x="18" y="3484"/>
                    </a:cubicBezTo>
                    <a:lnTo>
                      <a:pt x="18" y="3484"/>
                    </a:lnTo>
                    <a:lnTo>
                      <a:pt x="1" y="3482"/>
                    </a:lnTo>
                    <a:close/>
                    <a:moveTo>
                      <a:pt x="7031" y="3700"/>
                    </a:moveTo>
                    <a:lnTo>
                      <a:pt x="7031" y="3817"/>
                    </a:lnTo>
                    <a:lnTo>
                      <a:pt x="7282" y="3817"/>
                    </a:lnTo>
                    <a:lnTo>
                      <a:pt x="7282" y="3700"/>
                    </a:lnTo>
                    <a:lnTo>
                      <a:pt x="7249" y="3700"/>
                    </a:lnTo>
                    <a:lnTo>
                      <a:pt x="7249" y="3800"/>
                    </a:lnTo>
                    <a:lnTo>
                      <a:pt x="7048" y="3800"/>
                    </a:lnTo>
                    <a:cubicBezTo>
                      <a:pt x="7048" y="3767"/>
                      <a:pt x="7048" y="3734"/>
                      <a:pt x="7048" y="3700"/>
                    </a:cubicBezTo>
                    <a:close/>
                    <a:moveTo>
                      <a:pt x="1" y="3817"/>
                    </a:moveTo>
                    <a:lnTo>
                      <a:pt x="1" y="3951"/>
                    </a:lnTo>
                    <a:lnTo>
                      <a:pt x="252" y="3934"/>
                    </a:lnTo>
                    <a:lnTo>
                      <a:pt x="252" y="3918"/>
                    </a:lnTo>
                    <a:lnTo>
                      <a:pt x="252" y="3817"/>
                    </a:lnTo>
                    <a:lnTo>
                      <a:pt x="235" y="3817"/>
                    </a:lnTo>
                    <a:lnTo>
                      <a:pt x="235" y="3901"/>
                    </a:lnTo>
                    <a:lnTo>
                      <a:pt x="18" y="3934"/>
                    </a:lnTo>
                    <a:lnTo>
                      <a:pt x="18" y="3817"/>
                    </a:lnTo>
                    <a:close/>
                    <a:moveTo>
                      <a:pt x="269" y="4169"/>
                    </a:moveTo>
                    <a:lnTo>
                      <a:pt x="160" y="4185"/>
                    </a:lnTo>
                    <a:lnTo>
                      <a:pt x="160" y="4185"/>
                    </a:lnTo>
                    <a:lnTo>
                      <a:pt x="269" y="4171"/>
                    </a:lnTo>
                    <a:lnTo>
                      <a:pt x="269" y="4171"/>
                    </a:lnTo>
                    <a:cubicBezTo>
                      <a:pt x="269" y="4204"/>
                      <a:pt x="285" y="4236"/>
                      <a:pt x="285" y="4269"/>
                    </a:cubicBezTo>
                    <a:lnTo>
                      <a:pt x="68" y="4303"/>
                    </a:lnTo>
                    <a:lnTo>
                      <a:pt x="51" y="4202"/>
                    </a:lnTo>
                    <a:lnTo>
                      <a:pt x="160" y="4185"/>
                    </a:lnTo>
                    <a:lnTo>
                      <a:pt x="160" y="4185"/>
                    </a:lnTo>
                    <a:lnTo>
                      <a:pt x="34" y="4202"/>
                    </a:lnTo>
                    <a:cubicBezTo>
                      <a:pt x="51" y="4236"/>
                      <a:pt x="68" y="4286"/>
                      <a:pt x="68" y="4319"/>
                    </a:cubicBezTo>
                    <a:lnTo>
                      <a:pt x="302" y="4269"/>
                    </a:lnTo>
                    <a:lnTo>
                      <a:pt x="285" y="4169"/>
                    </a:lnTo>
                    <a:lnTo>
                      <a:pt x="269" y="4171"/>
                    </a:lnTo>
                    <a:lnTo>
                      <a:pt x="269" y="4171"/>
                    </a:lnTo>
                    <a:cubicBezTo>
                      <a:pt x="269" y="4170"/>
                      <a:pt x="269" y="4169"/>
                      <a:pt x="269" y="4169"/>
                    </a:cubicBezTo>
                    <a:close/>
                    <a:moveTo>
                      <a:pt x="336" y="4504"/>
                    </a:moveTo>
                    <a:lnTo>
                      <a:pt x="135" y="4554"/>
                    </a:lnTo>
                    <a:cubicBezTo>
                      <a:pt x="135" y="4557"/>
                      <a:pt x="135" y="4561"/>
                      <a:pt x="135" y="4566"/>
                    </a:cubicBezTo>
                    <a:lnTo>
                      <a:pt x="135" y="4566"/>
                    </a:lnTo>
                    <a:lnTo>
                      <a:pt x="337" y="4508"/>
                    </a:lnTo>
                    <a:lnTo>
                      <a:pt x="337" y="4508"/>
                    </a:lnTo>
                    <a:lnTo>
                      <a:pt x="336" y="4504"/>
                    </a:lnTo>
                    <a:close/>
                    <a:moveTo>
                      <a:pt x="352" y="4504"/>
                    </a:moveTo>
                    <a:lnTo>
                      <a:pt x="337" y="4508"/>
                    </a:lnTo>
                    <a:lnTo>
                      <a:pt x="337" y="4508"/>
                    </a:lnTo>
                    <a:lnTo>
                      <a:pt x="369" y="4604"/>
                    </a:lnTo>
                    <a:lnTo>
                      <a:pt x="166" y="4666"/>
                    </a:lnTo>
                    <a:lnTo>
                      <a:pt x="166" y="4666"/>
                    </a:lnTo>
                    <a:cubicBezTo>
                      <a:pt x="152" y="4637"/>
                      <a:pt x="138" y="4597"/>
                      <a:pt x="135" y="4566"/>
                    </a:cubicBezTo>
                    <a:lnTo>
                      <a:pt x="135" y="4566"/>
                    </a:lnTo>
                    <a:lnTo>
                      <a:pt x="118" y="4570"/>
                    </a:lnTo>
                    <a:lnTo>
                      <a:pt x="152" y="4688"/>
                    </a:lnTo>
                    <a:lnTo>
                      <a:pt x="385" y="4604"/>
                    </a:lnTo>
                    <a:lnTo>
                      <a:pt x="385" y="4604"/>
                    </a:lnTo>
                    <a:cubicBezTo>
                      <a:pt x="385" y="4610"/>
                      <a:pt x="386" y="4615"/>
                      <a:pt x="386" y="4621"/>
                    </a:cubicBezTo>
                    <a:lnTo>
                      <a:pt x="386" y="4604"/>
                    </a:lnTo>
                    <a:lnTo>
                      <a:pt x="385" y="4604"/>
                    </a:lnTo>
                    <a:lnTo>
                      <a:pt x="385" y="4604"/>
                    </a:lnTo>
                    <a:cubicBezTo>
                      <a:pt x="379" y="4563"/>
                      <a:pt x="352" y="4533"/>
                      <a:pt x="352" y="4504"/>
                    </a:cubicBezTo>
                    <a:close/>
                    <a:moveTo>
                      <a:pt x="352" y="4872"/>
                    </a:moveTo>
                    <a:lnTo>
                      <a:pt x="252" y="4905"/>
                    </a:lnTo>
                    <a:cubicBezTo>
                      <a:pt x="252" y="4908"/>
                      <a:pt x="252" y="4911"/>
                      <a:pt x="252" y="4915"/>
                    </a:cubicBezTo>
                    <a:lnTo>
                      <a:pt x="252" y="4915"/>
                    </a:lnTo>
                    <a:lnTo>
                      <a:pt x="352" y="4872"/>
                    </a:lnTo>
                    <a:close/>
                    <a:moveTo>
                      <a:pt x="470" y="4822"/>
                    </a:moveTo>
                    <a:lnTo>
                      <a:pt x="352" y="4872"/>
                    </a:lnTo>
                    <a:lnTo>
                      <a:pt x="352" y="4872"/>
                    </a:lnTo>
                    <a:lnTo>
                      <a:pt x="453" y="4838"/>
                    </a:lnTo>
                    <a:cubicBezTo>
                      <a:pt x="470" y="4855"/>
                      <a:pt x="486" y="4888"/>
                      <a:pt x="486" y="4922"/>
                    </a:cubicBezTo>
                    <a:lnTo>
                      <a:pt x="285" y="5006"/>
                    </a:lnTo>
                    <a:cubicBezTo>
                      <a:pt x="270" y="4975"/>
                      <a:pt x="255" y="4945"/>
                      <a:pt x="252" y="4915"/>
                    </a:cubicBezTo>
                    <a:lnTo>
                      <a:pt x="252" y="4915"/>
                    </a:lnTo>
                    <a:lnTo>
                      <a:pt x="235" y="4922"/>
                    </a:lnTo>
                    <a:lnTo>
                      <a:pt x="269" y="5022"/>
                    </a:lnTo>
                    <a:lnTo>
                      <a:pt x="503" y="4939"/>
                    </a:lnTo>
                    <a:cubicBezTo>
                      <a:pt x="486" y="4905"/>
                      <a:pt x="470" y="4855"/>
                      <a:pt x="470" y="4822"/>
                    </a:cubicBezTo>
                    <a:close/>
                    <a:moveTo>
                      <a:pt x="6747" y="5022"/>
                    </a:moveTo>
                    <a:lnTo>
                      <a:pt x="6696" y="5123"/>
                    </a:lnTo>
                    <a:cubicBezTo>
                      <a:pt x="6712" y="5091"/>
                      <a:pt x="6728" y="5059"/>
                      <a:pt x="6758" y="5027"/>
                    </a:cubicBezTo>
                    <a:lnTo>
                      <a:pt x="6758" y="5027"/>
                    </a:lnTo>
                    <a:lnTo>
                      <a:pt x="6864" y="5073"/>
                    </a:lnTo>
                    <a:lnTo>
                      <a:pt x="6864" y="5073"/>
                    </a:lnTo>
                    <a:lnTo>
                      <a:pt x="6763" y="5022"/>
                    </a:lnTo>
                    <a:cubicBezTo>
                      <a:pt x="6762" y="5024"/>
                      <a:pt x="6760" y="5026"/>
                      <a:pt x="6758" y="5027"/>
                    </a:cubicBezTo>
                    <a:lnTo>
                      <a:pt x="6758" y="5027"/>
                    </a:lnTo>
                    <a:lnTo>
                      <a:pt x="6747" y="5022"/>
                    </a:lnTo>
                    <a:close/>
                    <a:moveTo>
                      <a:pt x="6864" y="5073"/>
                    </a:moveTo>
                    <a:lnTo>
                      <a:pt x="6964" y="5123"/>
                    </a:lnTo>
                    <a:lnTo>
                      <a:pt x="6931" y="5207"/>
                    </a:lnTo>
                    <a:lnTo>
                      <a:pt x="6713" y="5123"/>
                    </a:lnTo>
                    <a:lnTo>
                      <a:pt x="6696" y="5123"/>
                    </a:lnTo>
                    <a:lnTo>
                      <a:pt x="6931" y="5240"/>
                    </a:lnTo>
                    <a:lnTo>
                      <a:pt x="6981" y="5123"/>
                    </a:lnTo>
                    <a:lnTo>
                      <a:pt x="6864" y="5073"/>
                    </a:lnTo>
                    <a:close/>
                    <a:moveTo>
                      <a:pt x="587" y="5140"/>
                    </a:moveTo>
                    <a:lnTo>
                      <a:pt x="386" y="5240"/>
                    </a:lnTo>
                    <a:cubicBezTo>
                      <a:pt x="387" y="5242"/>
                      <a:pt x="388" y="5244"/>
                      <a:pt x="389" y="5246"/>
                    </a:cubicBezTo>
                    <a:lnTo>
                      <a:pt x="587" y="5140"/>
                    </a:lnTo>
                    <a:close/>
                    <a:moveTo>
                      <a:pt x="587" y="5140"/>
                    </a:moveTo>
                    <a:lnTo>
                      <a:pt x="587" y="5140"/>
                    </a:lnTo>
                    <a:cubicBezTo>
                      <a:pt x="603" y="5173"/>
                      <a:pt x="620" y="5207"/>
                      <a:pt x="637" y="5240"/>
                    </a:cubicBezTo>
                    <a:lnTo>
                      <a:pt x="436" y="5340"/>
                    </a:lnTo>
                    <a:cubicBezTo>
                      <a:pt x="420" y="5309"/>
                      <a:pt x="405" y="5278"/>
                      <a:pt x="389" y="5246"/>
                    </a:cubicBezTo>
                    <a:lnTo>
                      <a:pt x="389" y="5246"/>
                    </a:lnTo>
                    <a:lnTo>
                      <a:pt x="369" y="5257"/>
                    </a:lnTo>
                    <a:lnTo>
                      <a:pt x="436" y="5357"/>
                    </a:lnTo>
                    <a:lnTo>
                      <a:pt x="654" y="5240"/>
                    </a:lnTo>
                    <a:lnTo>
                      <a:pt x="587" y="5140"/>
                    </a:lnTo>
                    <a:close/>
                    <a:moveTo>
                      <a:pt x="6659" y="5366"/>
                    </a:moveTo>
                    <a:lnTo>
                      <a:pt x="6790" y="5453"/>
                    </a:lnTo>
                    <a:cubicBezTo>
                      <a:pt x="6793" y="5449"/>
                      <a:pt x="6795" y="5445"/>
                      <a:pt x="6797" y="5441"/>
                    </a:cubicBezTo>
                    <a:lnTo>
                      <a:pt x="6659" y="5366"/>
                    </a:lnTo>
                    <a:close/>
                    <a:moveTo>
                      <a:pt x="6596" y="5324"/>
                    </a:moveTo>
                    <a:lnTo>
                      <a:pt x="6529" y="5424"/>
                    </a:lnTo>
                    <a:lnTo>
                      <a:pt x="6747" y="5558"/>
                    </a:lnTo>
                    <a:lnTo>
                      <a:pt x="6797" y="5458"/>
                    </a:lnTo>
                    <a:lnTo>
                      <a:pt x="6790" y="5453"/>
                    </a:lnTo>
                    <a:lnTo>
                      <a:pt x="6790" y="5453"/>
                    </a:lnTo>
                    <a:cubicBezTo>
                      <a:pt x="6776" y="5483"/>
                      <a:pt x="6761" y="5512"/>
                      <a:pt x="6747" y="5541"/>
                    </a:cubicBezTo>
                    <a:lnTo>
                      <a:pt x="6562" y="5424"/>
                    </a:lnTo>
                    <a:lnTo>
                      <a:pt x="6613" y="5340"/>
                    </a:lnTo>
                    <a:lnTo>
                      <a:pt x="6659" y="5366"/>
                    </a:lnTo>
                    <a:lnTo>
                      <a:pt x="6659" y="5366"/>
                    </a:lnTo>
                    <a:lnTo>
                      <a:pt x="6596" y="5324"/>
                    </a:lnTo>
                    <a:close/>
                    <a:moveTo>
                      <a:pt x="754" y="5458"/>
                    </a:moveTo>
                    <a:lnTo>
                      <a:pt x="804" y="5541"/>
                    </a:lnTo>
                    <a:lnTo>
                      <a:pt x="620" y="5658"/>
                    </a:lnTo>
                    <a:lnTo>
                      <a:pt x="570" y="5575"/>
                    </a:lnTo>
                    <a:lnTo>
                      <a:pt x="754" y="5458"/>
                    </a:lnTo>
                    <a:close/>
                    <a:moveTo>
                      <a:pt x="771" y="5441"/>
                    </a:moveTo>
                    <a:lnTo>
                      <a:pt x="553" y="5575"/>
                    </a:lnTo>
                    <a:lnTo>
                      <a:pt x="620" y="5675"/>
                    </a:lnTo>
                    <a:lnTo>
                      <a:pt x="821" y="5541"/>
                    </a:lnTo>
                    <a:lnTo>
                      <a:pt x="771" y="5441"/>
                    </a:lnTo>
                    <a:close/>
                    <a:moveTo>
                      <a:pt x="6412" y="5625"/>
                    </a:moveTo>
                    <a:lnTo>
                      <a:pt x="6596" y="5759"/>
                    </a:lnTo>
                    <a:lnTo>
                      <a:pt x="6529" y="5843"/>
                    </a:lnTo>
                    <a:lnTo>
                      <a:pt x="6362" y="5709"/>
                    </a:lnTo>
                    <a:lnTo>
                      <a:pt x="6412" y="5625"/>
                    </a:lnTo>
                    <a:close/>
                    <a:moveTo>
                      <a:pt x="6395" y="5608"/>
                    </a:moveTo>
                    <a:lnTo>
                      <a:pt x="6328" y="5709"/>
                    </a:lnTo>
                    <a:lnTo>
                      <a:pt x="6529" y="5859"/>
                    </a:lnTo>
                    <a:cubicBezTo>
                      <a:pt x="6562" y="5826"/>
                      <a:pt x="6579" y="5792"/>
                      <a:pt x="6613" y="5759"/>
                    </a:cubicBezTo>
                    <a:lnTo>
                      <a:pt x="6395" y="5608"/>
                    </a:lnTo>
                    <a:close/>
                    <a:moveTo>
                      <a:pt x="972" y="5725"/>
                    </a:moveTo>
                    <a:lnTo>
                      <a:pt x="771" y="5876"/>
                    </a:lnTo>
                    <a:lnTo>
                      <a:pt x="955" y="5742"/>
                    </a:lnTo>
                    <a:lnTo>
                      <a:pt x="1022" y="5809"/>
                    </a:lnTo>
                    <a:lnTo>
                      <a:pt x="838" y="5960"/>
                    </a:lnTo>
                    <a:lnTo>
                      <a:pt x="771" y="5876"/>
                    </a:lnTo>
                    <a:lnTo>
                      <a:pt x="771" y="5876"/>
                    </a:lnTo>
                    <a:cubicBezTo>
                      <a:pt x="788" y="5910"/>
                      <a:pt x="821" y="5943"/>
                      <a:pt x="838" y="5977"/>
                    </a:cubicBezTo>
                    <a:lnTo>
                      <a:pt x="1039" y="5809"/>
                    </a:lnTo>
                    <a:cubicBezTo>
                      <a:pt x="1005" y="5776"/>
                      <a:pt x="988" y="5759"/>
                      <a:pt x="972" y="5725"/>
                    </a:cubicBezTo>
                    <a:close/>
                    <a:moveTo>
                      <a:pt x="1189" y="5993"/>
                    </a:moveTo>
                    <a:lnTo>
                      <a:pt x="1181" y="6000"/>
                    </a:lnTo>
                    <a:lnTo>
                      <a:pt x="1181" y="6000"/>
                    </a:lnTo>
                    <a:lnTo>
                      <a:pt x="1256" y="6060"/>
                    </a:lnTo>
                    <a:lnTo>
                      <a:pt x="1189" y="5993"/>
                    </a:lnTo>
                    <a:close/>
                    <a:moveTo>
                      <a:pt x="6211" y="5893"/>
                    </a:moveTo>
                    <a:lnTo>
                      <a:pt x="6362" y="6043"/>
                    </a:lnTo>
                    <a:cubicBezTo>
                      <a:pt x="6345" y="6060"/>
                      <a:pt x="6328" y="6094"/>
                      <a:pt x="6295" y="6110"/>
                    </a:cubicBezTo>
                    <a:lnTo>
                      <a:pt x="6127" y="5960"/>
                    </a:lnTo>
                    <a:lnTo>
                      <a:pt x="6211" y="5893"/>
                    </a:lnTo>
                    <a:close/>
                    <a:moveTo>
                      <a:pt x="6194" y="5876"/>
                    </a:moveTo>
                    <a:cubicBezTo>
                      <a:pt x="6161" y="5910"/>
                      <a:pt x="6144" y="5943"/>
                      <a:pt x="6110" y="5960"/>
                    </a:cubicBezTo>
                    <a:lnTo>
                      <a:pt x="6295" y="6144"/>
                    </a:lnTo>
                    <a:lnTo>
                      <a:pt x="6295" y="6127"/>
                    </a:lnTo>
                    <a:cubicBezTo>
                      <a:pt x="6328" y="6110"/>
                      <a:pt x="6345" y="6077"/>
                      <a:pt x="6378" y="6043"/>
                    </a:cubicBezTo>
                    <a:lnTo>
                      <a:pt x="6194" y="5876"/>
                    </a:lnTo>
                    <a:close/>
                    <a:moveTo>
                      <a:pt x="1173" y="5993"/>
                    </a:moveTo>
                    <a:lnTo>
                      <a:pt x="1022" y="6144"/>
                    </a:lnTo>
                    <a:lnTo>
                      <a:pt x="1023" y="6145"/>
                    </a:lnTo>
                    <a:lnTo>
                      <a:pt x="1181" y="6000"/>
                    </a:lnTo>
                    <a:lnTo>
                      <a:pt x="1181" y="6000"/>
                    </a:lnTo>
                    <a:lnTo>
                      <a:pt x="1173" y="5993"/>
                    </a:lnTo>
                    <a:close/>
                    <a:moveTo>
                      <a:pt x="5960" y="6144"/>
                    </a:moveTo>
                    <a:lnTo>
                      <a:pt x="5959" y="6145"/>
                    </a:lnTo>
                    <a:lnTo>
                      <a:pt x="5959" y="6145"/>
                    </a:lnTo>
                    <a:lnTo>
                      <a:pt x="6027" y="6219"/>
                    </a:lnTo>
                    <a:lnTo>
                      <a:pt x="6027" y="6219"/>
                    </a:lnTo>
                    <a:lnTo>
                      <a:pt x="5960" y="6144"/>
                    </a:lnTo>
                    <a:close/>
                    <a:moveTo>
                      <a:pt x="1256" y="6060"/>
                    </a:moveTo>
                    <a:lnTo>
                      <a:pt x="1089" y="6228"/>
                    </a:lnTo>
                    <a:lnTo>
                      <a:pt x="1023" y="6145"/>
                    </a:lnTo>
                    <a:lnTo>
                      <a:pt x="1005" y="6161"/>
                    </a:lnTo>
                    <a:lnTo>
                      <a:pt x="1089" y="6244"/>
                    </a:lnTo>
                    <a:lnTo>
                      <a:pt x="1273" y="6077"/>
                    </a:lnTo>
                    <a:lnTo>
                      <a:pt x="1256" y="6060"/>
                    </a:lnTo>
                    <a:close/>
                    <a:moveTo>
                      <a:pt x="1424" y="6228"/>
                    </a:moveTo>
                    <a:lnTo>
                      <a:pt x="1357" y="6311"/>
                    </a:lnTo>
                    <a:lnTo>
                      <a:pt x="1425" y="6229"/>
                    </a:lnTo>
                    <a:lnTo>
                      <a:pt x="1425" y="6229"/>
                    </a:lnTo>
                    <a:lnTo>
                      <a:pt x="1424" y="6228"/>
                    </a:lnTo>
                    <a:close/>
                    <a:moveTo>
                      <a:pt x="1357" y="6311"/>
                    </a:moveTo>
                    <a:lnTo>
                      <a:pt x="1357" y="6311"/>
                    </a:lnTo>
                    <a:lnTo>
                      <a:pt x="1357" y="6311"/>
                    </a:lnTo>
                    <a:close/>
                    <a:moveTo>
                      <a:pt x="5943" y="6127"/>
                    </a:moveTo>
                    <a:lnTo>
                      <a:pt x="5859" y="6211"/>
                    </a:lnTo>
                    <a:lnTo>
                      <a:pt x="6010" y="6395"/>
                    </a:lnTo>
                    <a:lnTo>
                      <a:pt x="6110" y="6311"/>
                    </a:lnTo>
                    <a:lnTo>
                      <a:pt x="6027" y="6219"/>
                    </a:lnTo>
                    <a:lnTo>
                      <a:pt x="6027" y="6219"/>
                    </a:lnTo>
                    <a:lnTo>
                      <a:pt x="6094" y="6295"/>
                    </a:lnTo>
                    <a:cubicBezTo>
                      <a:pt x="6077" y="6328"/>
                      <a:pt x="6043" y="6345"/>
                      <a:pt x="6027" y="6378"/>
                    </a:cubicBezTo>
                    <a:lnTo>
                      <a:pt x="5876" y="6211"/>
                    </a:lnTo>
                    <a:lnTo>
                      <a:pt x="5959" y="6145"/>
                    </a:lnTo>
                    <a:lnTo>
                      <a:pt x="5959" y="6145"/>
                    </a:lnTo>
                    <a:lnTo>
                      <a:pt x="5943" y="6127"/>
                    </a:lnTo>
                    <a:close/>
                    <a:moveTo>
                      <a:pt x="1440" y="6211"/>
                    </a:moveTo>
                    <a:lnTo>
                      <a:pt x="1425" y="6229"/>
                    </a:lnTo>
                    <a:lnTo>
                      <a:pt x="1425" y="6229"/>
                    </a:lnTo>
                    <a:lnTo>
                      <a:pt x="1507" y="6295"/>
                    </a:lnTo>
                    <a:lnTo>
                      <a:pt x="1373" y="6462"/>
                    </a:lnTo>
                    <a:lnTo>
                      <a:pt x="1290" y="6395"/>
                    </a:lnTo>
                    <a:lnTo>
                      <a:pt x="1357" y="6311"/>
                    </a:lnTo>
                    <a:lnTo>
                      <a:pt x="1273" y="6412"/>
                    </a:lnTo>
                    <a:cubicBezTo>
                      <a:pt x="1306" y="6428"/>
                      <a:pt x="1340" y="6462"/>
                      <a:pt x="1373" y="6495"/>
                    </a:cubicBezTo>
                    <a:lnTo>
                      <a:pt x="1524" y="6295"/>
                    </a:lnTo>
                    <a:lnTo>
                      <a:pt x="1440" y="6211"/>
                    </a:lnTo>
                    <a:close/>
                    <a:moveTo>
                      <a:pt x="1725" y="6428"/>
                    </a:moveTo>
                    <a:lnTo>
                      <a:pt x="1666" y="6521"/>
                    </a:lnTo>
                    <a:lnTo>
                      <a:pt x="1728" y="6431"/>
                    </a:lnTo>
                    <a:lnTo>
                      <a:pt x="1728" y="6431"/>
                    </a:lnTo>
                    <a:lnTo>
                      <a:pt x="1725" y="6428"/>
                    </a:lnTo>
                    <a:close/>
                    <a:moveTo>
                      <a:pt x="5761" y="6469"/>
                    </a:moveTo>
                    <a:lnTo>
                      <a:pt x="5805" y="6532"/>
                    </a:lnTo>
                    <a:lnTo>
                      <a:pt x="5805" y="6532"/>
                    </a:lnTo>
                    <a:lnTo>
                      <a:pt x="5809" y="6529"/>
                    </a:lnTo>
                    <a:lnTo>
                      <a:pt x="5761" y="6469"/>
                    </a:lnTo>
                    <a:close/>
                    <a:moveTo>
                      <a:pt x="5675" y="6345"/>
                    </a:moveTo>
                    <a:lnTo>
                      <a:pt x="5575" y="6412"/>
                    </a:lnTo>
                    <a:lnTo>
                      <a:pt x="5725" y="6629"/>
                    </a:lnTo>
                    <a:lnTo>
                      <a:pt x="5826" y="6562"/>
                    </a:lnTo>
                    <a:lnTo>
                      <a:pt x="5805" y="6532"/>
                    </a:lnTo>
                    <a:lnTo>
                      <a:pt x="5805" y="6532"/>
                    </a:lnTo>
                    <a:lnTo>
                      <a:pt x="5725" y="6596"/>
                    </a:lnTo>
                    <a:lnTo>
                      <a:pt x="5592" y="6412"/>
                    </a:lnTo>
                    <a:lnTo>
                      <a:pt x="5675" y="6361"/>
                    </a:lnTo>
                    <a:lnTo>
                      <a:pt x="5761" y="6469"/>
                    </a:lnTo>
                    <a:lnTo>
                      <a:pt x="5675" y="6345"/>
                    </a:lnTo>
                    <a:close/>
                    <a:moveTo>
                      <a:pt x="2010" y="6613"/>
                    </a:moveTo>
                    <a:lnTo>
                      <a:pt x="1982" y="6668"/>
                    </a:lnTo>
                    <a:lnTo>
                      <a:pt x="1982" y="6668"/>
                    </a:lnTo>
                    <a:lnTo>
                      <a:pt x="2014" y="6615"/>
                    </a:lnTo>
                    <a:lnTo>
                      <a:pt x="2014" y="6615"/>
                    </a:lnTo>
                    <a:lnTo>
                      <a:pt x="2010" y="6613"/>
                    </a:lnTo>
                    <a:close/>
                    <a:moveTo>
                      <a:pt x="1742" y="6412"/>
                    </a:moveTo>
                    <a:lnTo>
                      <a:pt x="1728" y="6431"/>
                    </a:lnTo>
                    <a:lnTo>
                      <a:pt x="1728" y="6431"/>
                    </a:lnTo>
                    <a:lnTo>
                      <a:pt x="1809" y="6495"/>
                    </a:lnTo>
                    <a:lnTo>
                      <a:pt x="1691" y="6680"/>
                    </a:lnTo>
                    <a:lnTo>
                      <a:pt x="1608" y="6613"/>
                    </a:lnTo>
                    <a:lnTo>
                      <a:pt x="1666" y="6521"/>
                    </a:lnTo>
                    <a:lnTo>
                      <a:pt x="1591" y="6629"/>
                    </a:lnTo>
                    <a:lnTo>
                      <a:pt x="1691" y="6696"/>
                    </a:lnTo>
                    <a:lnTo>
                      <a:pt x="1825" y="6479"/>
                    </a:lnTo>
                    <a:cubicBezTo>
                      <a:pt x="1792" y="6462"/>
                      <a:pt x="1775" y="6445"/>
                      <a:pt x="1742" y="6412"/>
                    </a:cubicBezTo>
                    <a:close/>
                    <a:moveTo>
                      <a:pt x="5449" y="6654"/>
                    </a:moveTo>
                    <a:lnTo>
                      <a:pt x="5501" y="6750"/>
                    </a:lnTo>
                    <a:lnTo>
                      <a:pt x="5508" y="6746"/>
                    </a:lnTo>
                    <a:lnTo>
                      <a:pt x="5449" y="6654"/>
                    </a:lnTo>
                    <a:close/>
                    <a:moveTo>
                      <a:pt x="5089" y="6696"/>
                    </a:moveTo>
                    <a:lnTo>
                      <a:pt x="4989" y="6746"/>
                    </a:lnTo>
                    <a:lnTo>
                      <a:pt x="5089" y="6713"/>
                    </a:lnTo>
                    <a:lnTo>
                      <a:pt x="5140" y="6813"/>
                    </a:lnTo>
                    <a:lnTo>
                      <a:pt x="5089" y="6696"/>
                    </a:lnTo>
                    <a:close/>
                    <a:moveTo>
                      <a:pt x="5391" y="6546"/>
                    </a:moveTo>
                    <a:lnTo>
                      <a:pt x="5290" y="6613"/>
                    </a:lnTo>
                    <a:lnTo>
                      <a:pt x="5407" y="6813"/>
                    </a:lnTo>
                    <a:lnTo>
                      <a:pt x="5508" y="6763"/>
                    </a:lnTo>
                    <a:lnTo>
                      <a:pt x="5501" y="6750"/>
                    </a:lnTo>
                    <a:lnTo>
                      <a:pt x="5407" y="6797"/>
                    </a:lnTo>
                    <a:lnTo>
                      <a:pt x="5307" y="6613"/>
                    </a:lnTo>
                    <a:cubicBezTo>
                      <a:pt x="5340" y="6596"/>
                      <a:pt x="5357" y="6579"/>
                      <a:pt x="5391" y="6562"/>
                    </a:cubicBezTo>
                    <a:lnTo>
                      <a:pt x="5449" y="6654"/>
                    </a:lnTo>
                    <a:lnTo>
                      <a:pt x="5391" y="6546"/>
                    </a:lnTo>
                    <a:close/>
                    <a:moveTo>
                      <a:pt x="5140" y="6813"/>
                    </a:moveTo>
                    <a:lnTo>
                      <a:pt x="5140" y="6813"/>
                    </a:lnTo>
                    <a:lnTo>
                      <a:pt x="5140" y="6813"/>
                    </a:lnTo>
                    <a:close/>
                    <a:moveTo>
                      <a:pt x="2026" y="6596"/>
                    </a:moveTo>
                    <a:lnTo>
                      <a:pt x="2014" y="6615"/>
                    </a:lnTo>
                    <a:lnTo>
                      <a:pt x="2014" y="6615"/>
                    </a:lnTo>
                    <a:lnTo>
                      <a:pt x="2093" y="6663"/>
                    </a:lnTo>
                    <a:lnTo>
                      <a:pt x="1993" y="6864"/>
                    </a:lnTo>
                    <a:lnTo>
                      <a:pt x="1909" y="6813"/>
                    </a:lnTo>
                    <a:lnTo>
                      <a:pt x="1982" y="6668"/>
                    </a:lnTo>
                    <a:lnTo>
                      <a:pt x="1982" y="6668"/>
                    </a:lnTo>
                    <a:lnTo>
                      <a:pt x="1892" y="6813"/>
                    </a:lnTo>
                    <a:lnTo>
                      <a:pt x="2010" y="6880"/>
                    </a:lnTo>
                    <a:lnTo>
                      <a:pt x="2127" y="6646"/>
                    </a:lnTo>
                    <a:lnTo>
                      <a:pt x="2026" y="6596"/>
                    </a:lnTo>
                    <a:close/>
                    <a:moveTo>
                      <a:pt x="5140" y="6813"/>
                    </a:moveTo>
                    <a:lnTo>
                      <a:pt x="5184" y="6917"/>
                    </a:lnTo>
                    <a:lnTo>
                      <a:pt x="5184" y="6917"/>
                    </a:lnTo>
                    <a:lnTo>
                      <a:pt x="5190" y="6914"/>
                    </a:lnTo>
                    <a:lnTo>
                      <a:pt x="5140" y="6813"/>
                    </a:lnTo>
                    <a:close/>
                    <a:moveTo>
                      <a:pt x="4989" y="6746"/>
                    </a:moveTo>
                    <a:lnTo>
                      <a:pt x="5089" y="6981"/>
                    </a:lnTo>
                    <a:cubicBezTo>
                      <a:pt x="5123" y="6964"/>
                      <a:pt x="5156" y="6947"/>
                      <a:pt x="5190" y="6931"/>
                    </a:cubicBezTo>
                    <a:lnTo>
                      <a:pt x="5184" y="6917"/>
                    </a:lnTo>
                    <a:lnTo>
                      <a:pt x="5184" y="6917"/>
                    </a:lnTo>
                    <a:lnTo>
                      <a:pt x="5089" y="6964"/>
                    </a:lnTo>
                    <a:lnTo>
                      <a:pt x="4989" y="6746"/>
                    </a:lnTo>
                    <a:close/>
                    <a:moveTo>
                      <a:pt x="4675" y="6879"/>
                    </a:moveTo>
                    <a:lnTo>
                      <a:pt x="4671" y="6880"/>
                    </a:lnTo>
                    <a:lnTo>
                      <a:pt x="4704" y="6989"/>
                    </a:lnTo>
                    <a:lnTo>
                      <a:pt x="4675" y="6879"/>
                    </a:lnTo>
                    <a:close/>
                    <a:moveTo>
                      <a:pt x="2328" y="6763"/>
                    </a:moveTo>
                    <a:lnTo>
                      <a:pt x="2411" y="6797"/>
                    </a:lnTo>
                    <a:lnTo>
                      <a:pt x="2328" y="7014"/>
                    </a:lnTo>
                    <a:lnTo>
                      <a:pt x="2244" y="6964"/>
                    </a:lnTo>
                    <a:lnTo>
                      <a:pt x="2328" y="6763"/>
                    </a:lnTo>
                    <a:close/>
                    <a:moveTo>
                      <a:pt x="2328" y="6746"/>
                    </a:moveTo>
                    <a:lnTo>
                      <a:pt x="2227" y="6981"/>
                    </a:lnTo>
                    <a:lnTo>
                      <a:pt x="2344" y="7031"/>
                    </a:lnTo>
                    <a:lnTo>
                      <a:pt x="2428" y="6797"/>
                    </a:lnTo>
                    <a:lnTo>
                      <a:pt x="2328" y="6746"/>
                    </a:lnTo>
                    <a:close/>
                    <a:moveTo>
                      <a:pt x="4771" y="6830"/>
                    </a:moveTo>
                    <a:lnTo>
                      <a:pt x="4671" y="6864"/>
                    </a:lnTo>
                    <a:lnTo>
                      <a:pt x="4675" y="6879"/>
                    </a:lnTo>
                    <a:lnTo>
                      <a:pt x="4675" y="6879"/>
                    </a:lnTo>
                    <a:lnTo>
                      <a:pt x="4771" y="6847"/>
                    </a:lnTo>
                    <a:lnTo>
                      <a:pt x="4838" y="7065"/>
                    </a:lnTo>
                    <a:lnTo>
                      <a:pt x="4738" y="7098"/>
                    </a:lnTo>
                    <a:lnTo>
                      <a:pt x="4704" y="6989"/>
                    </a:lnTo>
                    <a:lnTo>
                      <a:pt x="4738" y="7115"/>
                    </a:lnTo>
                    <a:lnTo>
                      <a:pt x="4855" y="7065"/>
                    </a:lnTo>
                    <a:lnTo>
                      <a:pt x="4771" y="683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-1526275" y="-15643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6445275" y="29165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7"/>
          <p:cNvSpPr txBox="1">
            <a:spLocks noGrp="1"/>
          </p:cNvSpPr>
          <p:nvPr>
            <p:ph type="body" idx="1"/>
          </p:nvPr>
        </p:nvSpPr>
        <p:spPr>
          <a:xfrm>
            <a:off x="715050" y="1605175"/>
            <a:ext cx="4123200" cy="25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⟜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55" name="Google Shape;155;p7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156" name="Google Shape;156;p7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60" name="Google Shape;160;p7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1" name="Google Shape;161;p7"/>
          <p:cNvSpPr>
            <a:spLocks noGrp="1"/>
          </p:cNvSpPr>
          <p:nvPr>
            <p:ph type="pic" idx="2"/>
          </p:nvPr>
        </p:nvSpPr>
        <p:spPr>
          <a:xfrm>
            <a:off x="5272950" y="1337650"/>
            <a:ext cx="3156000" cy="3098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162" name="Google Shape;162;p7"/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63" name="Google Shape;163;p7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" name="Google Shape;173;p7"/>
          <p:cNvGrpSpPr/>
          <p:nvPr/>
        </p:nvGrpSpPr>
        <p:grpSpPr>
          <a:xfrm rot="5400000">
            <a:off x="8421322" y="4290811"/>
            <a:ext cx="362756" cy="761422"/>
            <a:chOff x="3447799" y="586188"/>
            <a:chExt cx="362756" cy="761422"/>
          </a:xfrm>
        </p:grpSpPr>
        <p:sp>
          <p:nvSpPr>
            <p:cNvPr id="174" name="Google Shape;174;p7"/>
            <p:cNvSpPr/>
            <p:nvPr/>
          </p:nvSpPr>
          <p:spPr>
            <a:xfrm>
              <a:off x="3762429" y="1074504"/>
              <a:ext cx="40626" cy="35146"/>
            </a:xfrm>
            <a:custGeom>
              <a:avLst/>
              <a:gdLst/>
              <a:ahLst/>
              <a:cxnLst/>
              <a:rect l="l" t="t" r="r" b="b"/>
              <a:pathLst>
                <a:path w="1809" h="1565" extrusionOk="0">
                  <a:moveTo>
                    <a:pt x="1038" y="0"/>
                  </a:moveTo>
                  <a:cubicBezTo>
                    <a:pt x="335" y="0"/>
                    <a:pt x="0" y="837"/>
                    <a:pt x="486" y="1339"/>
                  </a:cubicBezTo>
                  <a:cubicBezTo>
                    <a:pt x="641" y="1495"/>
                    <a:pt x="833" y="1565"/>
                    <a:pt x="1022" y="1565"/>
                  </a:cubicBezTo>
                  <a:cubicBezTo>
                    <a:pt x="1422" y="1565"/>
                    <a:pt x="1808" y="1253"/>
                    <a:pt x="1808" y="787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3717312" y="1166221"/>
              <a:ext cx="41007" cy="40626"/>
            </a:xfrm>
            <a:custGeom>
              <a:avLst/>
              <a:gdLst/>
              <a:ahLst/>
              <a:cxnLst/>
              <a:rect l="l" t="t" r="r" b="b"/>
              <a:pathLst>
                <a:path w="1826" h="1809" fill="none" extrusionOk="0">
                  <a:moveTo>
                    <a:pt x="1825" y="770"/>
                  </a:moveTo>
                  <a:cubicBezTo>
                    <a:pt x="1825" y="1457"/>
                    <a:pt x="988" y="1808"/>
                    <a:pt x="486" y="1323"/>
                  </a:cubicBezTo>
                  <a:cubicBezTo>
                    <a:pt x="1" y="821"/>
                    <a:pt x="352" y="1"/>
                    <a:pt x="1038" y="1"/>
                  </a:cubicBezTo>
                  <a:cubicBezTo>
                    <a:pt x="1474" y="1"/>
                    <a:pt x="1825" y="335"/>
                    <a:pt x="1825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3504931" y="1038415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8" y="770"/>
                  </a:moveTo>
                  <a:cubicBezTo>
                    <a:pt x="1808" y="1457"/>
                    <a:pt x="971" y="1808"/>
                    <a:pt x="486" y="1323"/>
                  </a:cubicBezTo>
                  <a:cubicBezTo>
                    <a:pt x="0" y="837"/>
                    <a:pt x="335" y="0"/>
                    <a:pt x="1038" y="0"/>
                  </a:cubicBezTo>
                  <a:cubicBezTo>
                    <a:pt x="1457" y="0"/>
                    <a:pt x="1808" y="335"/>
                    <a:pt x="1808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3642124" y="1151938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9" y="770"/>
                  </a:moveTo>
                  <a:cubicBezTo>
                    <a:pt x="1809" y="1473"/>
                    <a:pt x="972" y="1808"/>
                    <a:pt x="486" y="1323"/>
                  </a:cubicBezTo>
                  <a:cubicBezTo>
                    <a:pt x="1" y="837"/>
                    <a:pt x="352" y="0"/>
                    <a:pt x="1039" y="0"/>
                  </a:cubicBezTo>
                  <a:cubicBezTo>
                    <a:pt x="1474" y="0"/>
                    <a:pt x="1809" y="352"/>
                    <a:pt x="1809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3508322" y="1295149"/>
              <a:ext cx="40985" cy="41007"/>
            </a:xfrm>
            <a:custGeom>
              <a:avLst/>
              <a:gdLst/>
              <a:ahLst/>
              <a:cxnLst/>
              <a:rect l="l" t="t" r="r" b="b"/>
              <a:pathLst>
                <a:path w="1825" h="1826" fill="none" extrusionOk="0">
                  <a:moveTo>
                    <a:pt x="1825" y="788"/>
                  </a:moveTo>
                  <a:cubicBezTo>
                    <a:pt x="1825" y="1474"/>
                    <a:pt x="988" y="1825"/>
                    <a:pt x="485" y="1340"/>
                  </a:cubicBezTo>
                  <a:cubicBezTo>
                    <a:pt x="0" y="838"/>
                    <a:pt x="352" y="1"/>
                    <a:pt x="1038" y="18"/>
                  </a:cubicBezTo>
                  <a:cubicBezTo>
                    <a:pt x="1473" y="18"/>
                    <a:pt x="1808" y="352"/>
                    <a:pt x="1825" y="78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3473356" y="983147"/>
              <a:ext cx="40985" cy="35056"/>
            </a:xfrm>
            <a:custGeom>
              <a:avLst/>
              <a:gdLst/>
              <a:ahLst/>
              <a:cxnLst/>
              <a:rect l="l" t="t" r="r" b="b"/>
              <a:pathLst>
                <a:path w="1825" h="1561" extrusionOk="0">
                  <a:moveTo>
                    <a:pt x="1055" y="1"/>
                  </a:moveTo>
                  <a:cubicBezTo>
                    <a:pt x="352" y="1"/>
                    <a:pt x="0" y="838"/>
                    <a:pt x="502" y="1323"/>
                  </a:cubicBezTo>
                  <a:cubicBezTo>
                    <a:pt x="661" y="1487"/>
                    <a:pt x="857" y="1560"/>
                    <a:pt x="1049" y="1560"/>
                  </a:cubicBezTo>
                  <a:cubicBezTo>
                    <a:pt x="1445" y="1560"/>
                    <a:pt x="1825" y="1250"/>
                    <a:pt x="1825" y="788"/>
                  </a:cubicBezTo>
                  <a:cubicBezTo>
                    <a:pt x="1825" y="352"/>
                    <a:pt x="14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3615445" y="1200042"/>
              <a:ext cx="40626" cy="34876"/>
            </a:xfrm>
            <a:custGeom>
              <a:avLst/>
              <a:gdLst/>
              <a:ahLst/>
              <a:cxnLst/>
              <a:rect l="l" t="t" r="r" b="b"/>
              <a:pathLst>
                <a:path w="1809" h="1553" extrusionOk="0">
                  <a:moveTo>
                    <a:pt x="1038" y="1"/>
                  </a:moveTo>
                  <a:cubicBezTo>
                    <a:pt x="335" y="1"/>
                    <a:pt x="1" y="838"/>
                    <a:pt x="486" y="1323"/>
                  </a:cubicBezTo>
                  <a:cubicBezTo>
                    <a:pt x="644" y="1481"/>
                    <a:pt x="839" y="1552"/>
                    <a:pt x="1030" y="1552"/>
                  </a:cubicBezTo>
                  <a:cubicBezTo>
                    <a:pt x="1427" y="1552"/>
                    <a:pt x="1808" y="1245"/>
                    <a:pt x="1808" y="771"/>
                  </a:cubicBezTo>
                  <a:cubicBezTo>
                    <a:pt x="1808" y="352"/>
                    <a:pt x="1457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3574100" y="926397"/>
              <a:ext cx="40985" cy="35146"/>
            </a:xfrm>
            <a:custGeom>
              <a:avLst/>
              <a:gdLst/>
              <a:ahLst/>
              <a:cxnLst/>
              <a:rect l="l" t="t" r="r" b="b"/>
              <a:pathLst>
                <a:path w="1825" h="1565" extrusionOk="0">
                  <a:moveTo>
                    <a:pt x="1038" y="0"/>
                  </a:moveTo>
                  <a:cubicBezTo>
                    <a:pt x="352" y="0"/>
                    <a:pt x="0" y="837"/>
                    <a:pt x="486" y="1339"/>
                  </a:cubicBezTo>
                  <a:cubicBezTo>
                    <a:pt x="647" y="1495"/>
                    <a:pt x="842" y="1565"/>
                    <a:pt x="1034" y="1565"/>
                  </a:cubicBezTo>
                  <a:cubicBezTo>
                    <a:pt x="1439" y="1565"/>
                    <a:pt x="1825" y="1253"/>
                    <a:pt x="1825" y="787"/>
                  </a:cubicBezTo>
                  <a:cubicBezTo>
                    <a:pt x="1825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3574100" y="1312823"/>
              <a:ext cx="40985" cy="34787"/>
            </a:xfrm>
            <a:custGeom>
              <a:avLst/>
              <a:gdLst/>
              <a:ahLst/>
              <a:cxnLst/>
              <a:rect l="l" t="t" r="r" b="b"/>
              <a:pathLst>
                <a:path w="1825" h="1549" extrusionOk="0">
                  <a:moveTo>
                    <a:pt x="1038" y="1"/>
                  </a:moveTo>
                  <a:cubicBezTo>
                    <a:pt x="352" y="1"/>
                    <a:pt x="0" y="837"/>
                    <a:pt x="486" y="1323"/>
                  </a:cubicBezTo>
                  <a:cubicBezTo>
                    <a:pt x="647" y="1479"/>
                    <a:pt x="842" y="1548"/>
                    <a:pt x="1034" y="1548"/>
                  </a:cubicBezTo>
                  <a:cubicBezTo>
                    <a:pt x="1439" y="1548"/>
                    <a:pt x="1825" y="1237"/>
                    <a:pt x="1825" y="771"/>
                  </a:cubicBezTo>
                  <a:cubicBezTo>
                    <a:pt x="1825" y="352"/>
                    <a:pt x="1473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3638756" y="1272983"/>
              <a:ext cx="40626" cy="34854"/>
            </a:xfrm>
            <a:custGeom>
              <a:avLst/>
              <a:gdLst/>
              <a:ahLst/>
              <a:cxnLst/>
              <a:rect l="l" t="t" r="r" b="b"/>
              <a:pathLst>
                <a:path w="1809" h="1552" extrusionOk="0">
                  <a:moveTo>
                    <a:pt x="1038" y="0"/>
                  </a:moveTo>
                  <a:cubicBezTo>
                    <a:pt x="352" y="0"/>
                    <a:pt x="0" y="837"/>
                    <a:pt x="486" y="1323"/>
                  </a:cubicBezTo>
                  <a:cubicBezTo>
                    <a:pt x="643" y="1480"/>
                    <a:pt x="838" y="1551"/>
                    <a:pt x="1030" y="1551"/>
                  </a:cubicBezTo>
                  <a:cubicBezTo>
                    <a:pt x="1427" y="1551"/>
                    <a:pt x="1808" y="1245"/>
                    <a:pt x="1808" y="770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3447799" y="996307"/>
              <a:ext cx="124055" cy="302255"/>
            </a:xfrm>
            <a:custGeom>
              <a:avLst/>
              <a:gdLst/>
              <a:ahLst/>
              <a:cxnLst/>
              <a:rect l="l" t="t" r="r" b="b"/>
              <a:pathLst>
                <a:path w="5524" h="13459" fill="none" extrusionOk="0">
                  <a:moveTo>
                    <a:pt x="0" y="1"/>
                  </a:moveTo>
                  <a:lnTo>
                    <a:pt x="0" y="2009"/>
                  </a:lnTo>
                  <a:lnTo>
                    <a:pt x="5524" y="7483"/>
                  </a:lnTo>
                  <a:lnTo>
                    <a:pt x="5524" y="12270"/>
                  </a:lnTo>
                  <a:lnTo>
                    <a:pt x="4252" y="1345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3597411" y="961341"/>
              <a:ext cx="22" cy="368797"/>
            </a:xfrm>
            <a:custGeom>
              <a:avLst/>
              <a:gdLst/>
              <a:ahLst/>
              <a:cxnLst/>
              <a:rect l="l" t="t" r="r" b="b"/>
              <a:pathLst>
                <a:path w="1" h="16422" fill="none" extrusionOk="0">
                  <a:moveTo>
                    <a:pt x="0" y="1"/>
                  </a:moveTo>
                  <a:lnTo>
                    <a:pt x="0" y="16422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3497026" y="594475"/>
              <a:ext cx="72201" cy="388694"/>
            </a:xfrm>
            <a:custGeom>
              <a:avLst/>
              <a:gdLst/>
              <a:ahLst/>
              <a:cxnLst/>
              <a:rect l="l" t="t" r="r" b="b"/>
              <a:pathLst>
                <a:path w="3215" h="17308" fill="none" extrusionOk="0">
                  <a:moveTo>
                    <a:pt x="1" y="17308"/>
                  </a:moveTo>
                  <a:lnTo>
                    <a:pt x="1" y="6997"/>
                  </a:lnTo>
                  <a:lnTo>
                    <a:pt x="3215" y="3783"/>
                  </a:lnTo>
                  <a:lnTo>
                    <a:pt x="3215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3528242" y="586188"/>
              <a:ext cx="69192" cy="451867"/>
            </a:xfrm>
            <a:custGeom>
              <a:avLst/>
              <a:gdLst/>
              <a:ahLst/>
              <a:cxnLst/>
              <a:rect l="l" t="t" r="r" b="b"/>
              <a:pathLst>
                <a:path w="3081" h="20121" fill="none" extrusionOk="0">
                  <a:moveTo>
                    <a:pt x="3080" y="1"/>
                  </a:moveTo>
                  <a:lnTo>
                    <a:pt x="3080" y="7366"/>
                  </a:lnTo>
                  <a:lnTo>
                    <a:pt x="0" y="10596"/>
                  </a:lnTo>
                  <a:lnTo>
                    <a:pt x="0" y="2012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3638756" y="647857"/>
              <a:ext cx="42871" cy="559731"/>
            </a:xfrm>
            <a:custGeom>
              <a:avLst/>
              <a:gdLst/>
              <a:ahLst/>
              <a:cxnLst/>
              <a:rect l="l" t="t" r="r" b="b"/>
              <a:pathLst>
                <a:path w="1909" h="24924" fill="none" extrusionOk="0">
                  <a:moveTo>
                    <a:pt x="268" y="0"/>
                  </a:moveTo>
                  <a:lnTo>
                    <a:pt x="268" y="1440"/>
                  </a:lnTo>
                  <a:lnTo>
                    <a:pt x="1908" y="3097"/>
                  </a:lnTo>
                  <a:lnTo>
                    <a:pt x="1908" y="12186"/>
                  </a:lnTo>
                  <a:lnTo>
                    <a:pt x="0" y="14094"/>
                  </a:lnTo>
                  <a:lnTo>
                    <a:pt x="0" y="24924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3665435" y="616641"/>
              <a:ext cx="43635" cy="534938"/>
            </a:xfrm>
            <a:custGeom>
              <a:avLst/>
              <a:gdLst/>
              <a:ahLst/>
              <a:cxnLst/>
              <a:rect l="l" t="t" r="r" b="b"/>
              <a:pathLst>
                <a:path w="1943" h="23820" fill="none" extrusionOk="0">
                  <a:moveTo>
                    <a:pt x="1" y="23820"/>
                  </a:moveTo>
                  <a:lnTo>
                    <a:pt x="1" y="16103"/>
                  </a:lnTo>
                  <a:lnTo>
                    <a:pt x="1942" y="14162"/>
                  </a:lnTo>
                  <a:lnTo>
                    <a:pt x="1942" y="4236"/>
                  </a:lnTo>
                  <a:lnTo>
                    <a:pt x="436" y="2880"/>
                  </a:lnTo>
                  <a:lnTo>
                    <a:pt x="436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3665431" y="589824"/>
              <a:ext cx="95130" cy="700509"/>
            </a:xfrm>
            <a:custGeom>
              <a:avLst/>
              <a:gdLst/>
              <a:ahLst/>
              <a:cxnLst/>
              <a:rect l="l" t="t" r="r" b="b"/>
              <a:pathLst>
                <a:path w="4236" h="31420" fill="none" extrusionOk="0">
                  <a:moveTo>
                    <a:pt x="4236" y="1"/>
                  </a:moveTo>
                  <a:lnTo>
                    <a:pt x="1808" y="2428"/>
                  </a:lnTo>
                  <a:lnTo>
                    <a:pt x="1808" y="4119"/>
                  </a:lnTo>
                  <a:lnTo>
                    <a:pt x="3064" y="5374"/>
                  </a:lnTo>
                  <a:lnTo>
                    <a:pt x="3064" y="16204"/>
                  </a:lnTo>
                  <a:lnTo>
                    <a:pt x="1273" y="17995"/>
                  </a:lnTo>
                  <a:lnTo>
                    <a:pt x="1273" y="29009"/>
                  </a:lnTo>
                  <a:lnTo>
                    <a:pt x="1" y="30281"/>
                  </a:lnTo>
                  <a:lnTo>
                    <a:pt x="1" y="3141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3740623" y="668136"/>
              <a:ext cx="50776" cy="498107"/>
            </a:xfrm>
            <a:custGeom>
              <a:avLst/>
              <a:gdLst/>
              <a:ahLst/>
              <a:cxnLst/>
              <a:rect l="l" t="t" r="r" b="b"/>
              <a:pathLst>
                <a:path w="2261" h="22180" fill="none" extrusionOk="0">
                  <a:moveTo>
                    <a:pt x="603" y="1"/>
                  </a:moveTo>
                  <a:lnTo>
                    <a:pt x="603" y="6914"/>
                  </a:lnTo>
                  <a:lnTo>
                    <a:pt x="2260" y="8588"/>
                  </a:lnTo>
                  <a:lnTo>
                    <a:pt x="2260" y="12421"/>
                  </a:lnTo>
                  <a:lnTo>
                    <a:pt x="0" y="14664"/>
                  </a:lnTo>
                  <a:lnTo>
                    <a:pt x="0" y="2218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3760924" y="638829"/>
              <a:ext cx="49631" cy="439067"/>
            </a:xfrm>
            <a:custGeom>
              <a:avLst/>
              <a:gdLst/>
              <a:ahLst/>
              <a:cxnLst/>
              <a:rect l="l" t="t" r="r" b="b"/>
              <a:pathLst>
                <a:path w="2210" h="19551" fill="none" extrusionOk="0">
                  <a:moveTo>
                    <a:pt x="670" y="19551"/>
                  </a:moveTo>
                  <a:lnTo>
                    <a:pt x="0" y="18898"/>
                  </a:lnTo>
                  <a:lnTo>
                    <a:pt x="0" y="16421"/>
                  </a:lnTo>
                  <a:lnTo>
                    <a:pt x="2210" y="14195"/>
                  </a:lnTo>
                  <a:lnTo>
                    <a:pt x="2210" y="9776"/>
                  </a:lnTo>
                  <a:lnTo>
                    <a:pt x="268" y="7834"/>
                  </a:lnTo>
                  <a:lnTo>
                    <a:pt x="268" y="1842"/>
                  </a:lnTo>
                  <a:lnTo>
                    <a:pt x="1088" y="1038"/>
                  </a:lnTo>
                  <a:lnTo>
                    <a:pt x="1088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>
            <a:spLocks noGrp="1"/>
          </p:cNvSpPr>
          <p:nvPr>
            <p:ph type="title"/>
          </p:nvPr>
        </p:nvSpPr>
        <p:spPr>
          <a:xfrm>
            <a:off x="4677475" y="1583100"/>
            <a:ext cx="3751500" cy="19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2683963" y="29868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6" name="Google Shape;196;p8"/>
          <p:cNvGrpSpPr/>
          <p:nvPr/>
        </p:nvGrpSpPr>
        <p:grpSpPr>
          <a:xfrm>
            <a:off x="165650" y="260513"/>
            <a:ext cx="8807500" cy="4622450"/>
            <a:chOff x="165650" y="260513"/>
            <a:chExt cx="8807500" cy="4622450"/>
          </a:xfrm>
        </p:grpSpPr>
        <p:grpSp>
          <p:nvGrpSpPr>
            <p:cNvPr id="197" name="Google Shape;197;p8"/>
            <p:cNvGrpSpPr/>
            <p:nvPr/>
          </p:nvGrpSpPr>
          <p:grpSpPr>
            <a:xfrm>
              <a:off x="3017550" y="260513"/>
              <a:ext cx="5955600" cy="4596013"/>
              <a:chOff x="3002250" y="299588"/>
              <a:chExt cx="5955600" cy="4596013"/>
            </a:xfrm>
          </p:grpSpPr>
          <p:cxnSp>
            <p:nvCxnSpPr>
              <p:cNvPr id="198" name="Google Shape;198;p8"/>
              <p:cNvCxnSpPr/>
              <p:nvPr/>
            </p:nvCxnSpPr>
            <p:spPr>
              <a:xfrm>
                <a:off x="8953075" y="299588"/>
                <a:ext cx="0" cy="45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9" name="Google Shape;199;p8"/>
              <p:cNvCxnSpPr/>
              <p:nvPr/>
            </p:nvCxnSpPr>
            <p:spPr>
              <a:xfrm rot="10800000">
                <a:off x="3002250" y="300625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8"/>
              <p:cNvCxnSpPr/>
              <p:nvPr/>
            </p:nvCxnSpPr>
            <p:spPr>
              <a:xfrm rot="10800000">
                <a:off x="3002250" y="4895600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01" name="Google Shape;201;p8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2" name="Google Shape;202;p8"/>
          <p:cNvSpPr>
            <a:spLocks noGrp="1"/>
          </p:cNvSpPr>
          <p:nvPr>
            <p:ph type="pic" idx="2"/>
          </p:nvPr>
        </p:nvSpPr>
        <p:spPr>
          <a:xfrm>
            <a:off x="431500" y="474300"/>
            <a:ext cx="3786900" cy="41949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203" name="Google Shape;203;p8"/>
          <p:cNvGrpSpPr/>
          <p:nvPr/>
        </p:nvGrpSpPr>
        <p:grpSpPr>
          <a:xfrm rot="5400000">
            <a:off x="7975683" y="3709133"/>
            <a:ext cx="642876" cy="1352058"/>
            <a:chOff x="3447799" y="584684"/>
            <a:chExt cx="362756" cy="762926"/>
          </a:xfrm>
        </p:grpSpPr>
        <p:sp>
          <p:nvSpPr>
            <p:cNvPr id="204" name="Google Shape;204;p8"/>
            <p:cNvSpPr/>
            <p:nvPr/>
          </p:nvSpPr>
          <p:spPr>
            <a:xfrm>
              <a:off x="3762429" y="1074504"/>
              <a:ext cx="40626" cy="35146"/>
            </a:xfrm>
            <a:custGeom>
              <a:avLst/>
              <a:gdLst/>
              <a:ahLst/>
              <a:cxnLst/>
              <a:rect l="l" t="t" r="r" b="b"/>
              <a:pathLst>
                <a:path w="1809" h="1565" extrusionOk="0">
                  <a:moveTo>
                    <a:pt x="1038" y="0"/>
                  </a:moveTo>
                  <a:cubicBezTo>
                    <a:pt x="335" y="0"/>
                    <a:pt x="0" y="837"/>
                    <a:pt x="486" y="1339"/>
                  </a:cubicBezTo>
                  <a:cubicBezTo>
                    <a:pt x="641" y="1495"/>
                    <a:pt x="833" y="1565"/>
                    <a:pt x="1022" y="1565"/>
                  </a:cubicBezTo>
                  <a:cubicBezTo>
                    <a:pt x="1422" y="1565"/>
                    <a:pt x="1808" y="1253"/>
                    <a:pt x="1808" y="787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3717312" y="1166221"/>
              <a:ext cx="41007" cy="40626"/>
            </a:xfrm>
            <a:custGeom>
              <a:avLst/>
              <a:gdLst/>
              <a:ahLst/>
              <a:cxnLst/>
              <a:rect l="l" t="t" r="r" b="b"/>
              <a:pathLst>
                <a:path w="1826" h="1809" fill="none" extrusionOk="0">
                  <a:moveTo>
                    <a:pt x="1825" y="770"/>
                  </a:moveTo>
                  <a:cubicBezTo>
                    <a:pt x="1825" y="1457"/>
                    <a:pt x="988" y="1808"/>
                    <a:pt x="486" y="1323"/>
                  </a:cubicBezTo>
                  <a:cubicBezTo>
                    <a:pt x="1" y="821"/>
                    <a:pt x="352" y="1"/>
                    <a:pt x="1038" y="1"/>
                  </a:cubicBezTo>
                  <a:cubicBezTo>
                    <a:pt x="1474" y="1"/>
                    <a:pt x="1825" y="335"/>
                    <a:pt x="1825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3504931" y="1038415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8" y="770"/>
                  </a:moveTo>
                  <a:cubicBezTo>
                    <a:pt x="1808" y="1457"/>
                    <a:pt x="971" y="1808"/>
                    <a:pt x="486" y="1323"/>
                  </a:cubicBezTo>
                  <a:cubicBezTo>
                    <a:pt x="0" y="837"/>
                    <a:pt x="335" y="0"/>
                    <a:pt x="1038" y="0"/>
                  </a:cubicBezTo>
                  <a:cubicBezTo>
                    <a:pt x="1457" y="0"/>
                    <a:pt x="1808" y="335"/>
                    <a:pt x="1808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3642124" y="1151938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9" y="770"/>
                  </a:moveTo>
                  <a:cubicBezTo>
                    <a:pt x="1809" y="1473"/>
                    <a:pt x="972" y="1808"/>
                    <a:pt x="486" y="1323"/>
                  </a:cubicBezTo>
                  <a:cubicBezTo>
                    <a:pt x="1" y="837"/>
                    <a:pt x="352" y="0"/>
                    <a:pt x="1039" y="0"/>
                  </a:cubicBezTo>
                  <a:cubicBezTo>
                    <a:pt x="1474" y="0"/>
                    <a:pt x="1809" y="352"/>
                    <a:pt x="1809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3508322" y="1295149"/>
              <a:ext cx="40985" cy="41007"/>
            </a:xfrm>
            <a:custGeom>
              <a:avLst/>
              <a:gdLst/>
              <a:ahLst/>
              <a:cxnLst/>
              <a:rect l="l" t="t" r="r" b="b"/>
              <a:pathLst>
                <a:path w="1825" h="1826" fill="none" extrusionOk="0">
                  <a:moveTo>
                    <a:pt x="1825" y="788"/>
                  </a:moveTo>
                  <a:cubicBezTo>
                    <a:pt x="1825" y="1474"/>
                    <a:pt x="988" y="1825"/>
                    <a:pt x="485" y="1340"/>
                  </a:cubicBezTo>
                  <a:cubicBezTo>
                    <a:pt x="0" y="838"/>
                    <a:pt x="352" y="1"/>
                    <a:pt x="1038" y="18"/>
                  </a:cubicBezTo>
                  <a:cubicBezTo>
                    <a:pt x="1473" y="18"/>
                    <a:pt x="1808" y="352"/>
                    <a:pt x="1825" y="78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3473356" y="983147"/>
              <a:ext cx="40985" cy="35056"/>
            </a:xfrm>
            <a:custGeom>
              <a:avLst/>
              <a:gdLst/>
              <a:ahLst/>
              <a:cxnLst/>
              <a:rect l="l" t="t" r="r" b="b"/>
              <a:pathLst>
                <a:path w="1825" h="1561" extrusionOk="0">
                  <a:moveTo>
                    <a:pt x="1055" y="1"/>
                  </a:moveTo>
                  <a:cubicBezTo>
                    <a:pt x="352" y="1"/>
                    <a:pt x="0" y="838"/>
                    <a:pt x="502" y="1323"/>
                  </a:cubicBezTo>
                  <a:cubicBezTo>
                    <a:pt x="661" y="1487"/>
                    <a:pt x="857" y="1560"/>
                    <a:pt x="1049" y="1560"/>
                  </a:cubicBezTo>
                  <a:cubicBezTo>
                    <a:pt x="1445" y="1560"/>
                    <a:pt x="1825" y="1250"/>
                    <a:pt x="1825" y="788"/>
                  </a:cubicBezTo>
                  <a:cubicBezTo>
                    <a:pt x="1825" y="352"/>
                    <a:pt x="14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3615445" y="1200042"/>
              <a:ext cx="40626" cy="34876"/>
            </a:xfrm>
            <a:custGeom>
              <a:avLst/>
              <a:gdLst/>
              <a:ahLst/>
              <a:cxnLst/>
              <a:rect l="l" t="t" r="r" b="b"/>
              <a:pathLst>
                <a:path w="1809" h="1553" extrusionOk="0">
                  <a:moveTo>
                    <a:pt x="1038" y="1"/>
                  </a:moveTo>
                  <a:cubicBezTo>
                    <a:pt x="335" y="1"/>
                    <a:pt x="1" y="838"/>
                    <a:pt x="486" y="1323"/>
                  </a:cubicBezTo>
                  <a:cubicBezTo>
                    <a:pt x="644" y="1481"/>
                    <a:pt x="839" y="1552"/>
                    <a:pt x="1030" y="1552"/>
                  </a:cubicBezTo>
                  <a:cubicBezTo>
                    <a:pt x="1427" y="1552"/>
                    <a:pt x="1808" y="1245"/>
                    <a:pt x="1808" y="771"/>
                  </a:cubicBezTo>
                  <a:cubicBezTo>
                    <a:pt x="1808" y="352"/>
                    <a:pt x="1457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3574100" y="926397"/>
              <a:ext cx="40985" cy="35146"/>
            </a:xfrm>
            <a:custGeom>
              <a:avLst/>
              <a:gdLst/>
              <a:ahLst/>
              <a:cxnLst/>
              <a:rect l="l" t="t" r="r" b="b"/>
              <a:pathLst>
                <a:path w="1825" h="1565" extrusionOk="0">
                  <a:moveTo>
                    <a:pt x="1038" y="0"/>
                  </a:moveTo>
                  <a:cubicBezTo>
                    <a:pt x="352" y="0"/>
                    <a:pt x="0" y="837"/>
                    <a:pt x="486" y="1339"/>
                  </a:cubicBezTo>
                  <a:cubicBezTo>
                    <a:pt x="647" y="1495"/>
                    <a:pt x="842" y="1565"/>
                    <a:pt x="1034" y="1565"/>
                  </a:cubicBezTo>
                  <a:cubicBezTo>
                    <a:pt x="1439" y="1565"/>
                    <a:pt x="1825" y="1253"/>
                    <a:pt x="1825" y="787"/>
                  </a:cubicBezTo>
                  <a:cubicBezTo>
                    <a:pt x="1825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3574100" y="1312823"/>
              <a:ext cx="40985" cy="34787"/>
            </a:xfrm>
            <a:custGeom>
              <a:avLst/>
              <a:gdLst/>
              <a:ahLst/>
              <a:cxnLst/>
              <a:rect l="l" t="t" r="r" b="b"/>
              <a:pathLst>
                <a:path w="1825" h="1549" extrusionOk="0">
                  <a:moveTo>
                    <a:pt x="1038" y="1"/>
                  </a:moveTo>
                  <a:cubicBezTo>
                    <a:pt x="352" y="1"/>
                    <a:pt x="0" y="837"/>
                    <a:pt x="486" y="1323"/>
                  </a:cubicBezTo>
                  <a:cubicBezTo>
                    <a:pt x="647" y="1479"/>
                    <a:pt x="842" y="1548"/>
                    <a:pt x="1034" y="1548"/>
                  </a:cubicBezTo>
                  <a:cubicBezTo>
                    <a:pt x="1439" y="1548"/>
                    <a:pt x="1825" y="1237"/>
                    <a:pt x="1825" y="771"/>
                  </a:cubicBezTo>
                  <a:cubicBezTo>
                    <a:pt x="1825" y="352"/>
                    <a:pt x="1473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3638756" y="1272983"/>
              <a:ext cx="40626" cy="34854"/>
            </a:xfrm>
            <a:custGeom>
              <a:avLst/>
              <a:gdLst/>
              <a:ahLst/>
              <a:cxnLst/>
              <a:rect l="l" t="t" r="r" b="b"/>
              <a:pathLst>
                <a:path w="1809" h="1552" extrusionOk="0">
                  <a:moveTo>
                    <a:pt x="1038" y="0"/>
                  </a:moveTo>
                  <a:cubicBezTo>
                    <a:pt x="352" y="0"/>
                    <a:pt x="0" y="837"/>
                    <a:pt x="486" y="1323"/>
                  </a:cubicBezTo>
                  <a:cubicBezTo>
                    <a:pt x="643" y="1480"/>
                    <a:pt x="838" y="1551"/>
                    <a:pt x="1030" y="1551"/>
                  </a:cubicBezTo>
                  <a:cubicBezTo>
                    <a:pt x="1427" y="1551"/>
                    <a:pt x="1808" y="1245"/>
                    <a:pt x="1808" y="770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3447799" y="996307"/>
              <a:ext cx="124055" cy="302255"/>
            </a:xfrm>
            <a:custGeom>
              <a:avLst/>
              <a:gdLst/>
              <a:ahLst/>
              <a:cxnLst/>
              <a:rect l="l" t="t" r="r" b="b"/>
              <a:pathLst>
                <a:path w="5524" h="13459" fill="none" extrusionOk="0">
                  <a:moveTo>
                    <a:pt x="0" y="1"/>
                  </a:moveTo>
                  <a:lnTo>
                    <a:pt x="0" y="2009"/>
                  </a:lnTo>
                  <a:lnTo>
                    <a:pt x="5524" y="7483"/>
                  </a:lnTo>
                  <a:lnTo>
                    <a:pt x="5524" y="12270"/>
                  </a:lnTo>
                  <a:lnTo>
                    <a:pt x="4252" y="1345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3597411" y="961341"/>
              <a:ext cx="22" cy="368797"/>
            </a:xfrm>
            <a:custGeom>
              <a:avLst/>
              <a:gdLst/>
              <a:ahLst/>
              <a:cxnLst/>
              <a:rect l="l" t="t" r="r" b="b"/>
              <a:pathLst>
                <a:path w="1" h="16422" fill="none" extrusionOk="0">
                  <a:moveTo>
                    <a:pt x="0" y="1"/>
                  </a:moveTo>
                  <a:lnTo>
                    <a:pt x="0" y="16422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3497026" y="594475"/>
              <a:ext cx="72201" cy="388694"/>
            </a:xfrm>
            <a:custGeom>
              <a:avLst/>
              <a:gdLst/>
              <a:ahLst/>
              <a:cxnLst/>
              <a:rect l="l" t="t" r="r" b="b"/>
              <a:pathLst>
                <a:path w="3215" h="17308" fill="none" extrusionOk="0">
                  <a:moveTo>
                    <a:pt x="1" y="17308"/>
                  </a:moveTo>
                  <a:lnTo>
                    <a:pt x="1" y="6997"/>
                  </a:lnTo>
                  <a:lnTo>
                    <a:pt x="3215" y="3783"/>
                  </a:lnTo>
                  <a:lnTo>
                    <a:pt x="3215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3528242" y="586188"/>
              <a:ext cx="69192" cy="451867"/>
            </a:xfrm>
            <a:custGeom>
              <a:avLst/>
              <a:gdLst/>
              <a:ahLst/>
              <a:cxnLst/>
              <a:rect l="l" t="t" r="r" b="b"/>
              <a:pathLst>
                <a:path w="3081" h="20121" fill="none" extrusionOk="0">
                  <a:moveTo>
                    <a:pt x="3080" y="1"/>
                  </a:moveTo>
                  <a:lnTo>
                    <a:pt x="3080" y="7366"/>
                  </a:lnTo>
                  <a:lnTo>
                    <a:pt x="0" y="10596"/>
                  </a:lnTo>
                  <a:lnTo>
                    <a:pt x="0" y="2012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3638756" y="647857"/>
              <a:ext cx="42871" cy="559731"/>
            </a:xfrm>
            <a:custGeom>
              <a:avLst/>
              <a:gdLst/>
              <a:ahLst/>
              <a:cxnLst/>
              <a:rect l="l" t="t" r="r" b="b"/>
              <a:pathLst>
                <a:path w="1909" h="24924" fill="none" extrusionOk="0">
                  <a:moveTo>
                    <a:pt x="268" y="0"/>
                  </a:moveTo>
                  <a:lnTo>
                    <a:pt x="268" y="1440"/>
                  </a:lnTo>
                  <a:lnTo>
                    <a:pt x="1908" y="3097"/>
                  </a:lnTo>
                  <a:lnTo>
                    <a:pt x="1908" y="12186"/>
                  </a:lnTo>
                  <a:lnTo>
                    <a:pt x="0" y="14094"/>
                  </a:lnTo>
                  <a:lnTo>
                    <a:pt x="0" y="24924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3665435" y="616641"/>
              <a:ext cx="43635" cy="534938"/>
            </a:xfrm>
            <a:custGeom>
              <a:avLst/>
              <a:gdLst/>
              <a:ahLst/>
              <a:cxnLst/>
              <a:rect l="l" t="t" r="r" b="b"/>
              <a:pathLst>
                <a:path w="1943" h="23820" fill="none" extrusionOk="0">
                  <a:moveTo>
                    <a:pt x="1" y="23820"/>
                  </a:moveTo>
                  <a:lnTo>
                    <a:pt x="1" y="16103"/>
                  </a:lnTo>
                  <a:lnTo>
                    <a:pt x="1942" y="14162"/>
                  </a:lnTo>
                  <a:lnTo>
                    <a:pt x="1942" y="4236"/>
                  </a:lnTo>
                  <a:lnTo>
                    <a:pt x="436" y="2880"/>
                  </a:lnTo>
                  <a:lnTo>
                    <a:pt x="436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3665435" y="584684"/>
              <a:ext cx="95130" cy="705615"/>
            </a:xfrm>
            <a:custGeom>
              <a:avLst/>
              <a:gdLst/>
              <a:ahLst/>
              <a:cxnLst/>
              <a:rect l="l" t="t" r="r" b="b"/>
              <a:pathLst>
                <a:path w="4236" h="31420" fill="none" extrusionOk="0">
                  <a:moveTo>
                    <a:pt x="4236" y="1"/>
                  </a:moveTo>
                  <a:lnTo>
                    <a:pt x="1808" y="2428"/>
                  </a:lnTo>
                  <a:lnTo>
                    <a:pt x="1808" y="4119"/>
                  </a:lnTo>
                  <a:lnTo>
                    <a:pt x="3064" y="5374"/>
                  </a:lnTo>
                  <a:lnTo>
                    <a:pt x="3064" y="16204"/>
                  </a:lnTo>
                  <a:lnTo>
                    <a:pt x="1273" y="17995"/>
                  </a:lnTo>
                  <a:lnTo>
                    <a:pt x="1273" y="29009"/>
                  </a:lnTo>
                  <a:lnTo>
                    <a:pt x="1" y="30281"/>
                  </a:lnTo>
                  <a:lnTo>
                    <a:pt x="1" y="3141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3740623" y="668136"/>
              <a:ext cx="50776" cy="498107"/>
            </a:xfrm>
            <a:custGeom>
              <a:avLst/>
              <a:gdLst/>
              <a:ahLst/>
              <a:cxnLst/>
              <a:rect l="l" t="t" r="r" b="b"/>
              <a:pathLst>
                <a:path w="2261" h="22180" fill="none" extrusionOk="0">
                  <a:moveTo>
                    <a:pt x="603" y="1"/>
                  </a:moveTo>
                  <a:lnTo>
                    <a:pt x="603" y="6914"/>
                  </a:lnTo>
                  <a:lnTo>
                    <a:pt x="2260" y="8588"/>
                  </a:lnTo>
                  <a:lnTo>
                    <a:pt x="2260" y="12421"/>
                  </a:lnTo>
                  <a:lnTo>
                    <a:pt x="0" y="14664"/>
                  </a:lnTo>
                  <a:lnTo>
                    <a:pt x="0" y="2218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3760924" y="638829"/>
              <a:ext cx="49631" cy="439067"/>
            </a:xfrm>
            <a:custGeom>
              <a:avLst/>
              <a:gdLst/>
              <a:ahLst/>
              <a:cxnLst/>
              <a:rect l="l" t="t" r="r" b="b"/>
              <a:pathLst>
                <a:path w="2210" h="19551" fill="none" extrusionOk="0">
                  <a:moveTo>
                    <a:pt x="670" y="19551"/>
                  </a:moveTo>
                  <a:lnTo>
                    <a:pt x="0" y="18898"/>
                  </a:lnTo>
                  <a:lnTo>
                    <a:pt x="0" y="16421"/>
                  </a:lnTo>
                  <a:lnTo>
                    <a:pt x="2210" y="14195"/>
                  </a:lnTo>
                  <a:lnTo>
                    <a:pt x="2210" y="9776"/>
                  </a:lnTo>
                  <a:lnTo>
                    <a:pt x="268" y="7834"/>
                  </a:lnTo>
                  <a:lnTo>
                    <a:pt x="268" y="1842"/>
                  </a:lnTo>
                  <a:lnTo>
                    <a:pt x="1088" y="1038"/>
                  </a:lnTo>
                  <a:lnTo>
                    <a:pt x="1088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" name="Google Shape;223;p8"/>
          <p:cNvGrpSpPr/>
          <p:nvPr/>
        </p:nvGrpSpPr>
        <p:grpSpPr>
          <a:xfrm>
            <a:off x="4054602" y="260518"/>
            <a:ext cx="518768" cy="294704"/>
            <a:chOff x="3654925" y="3120254"/>
            <a:chExt cx="518768" cy="294704"/>
          </a:xfrm>
        </p:grpSpPr>
        <p:sp>
          <p:nvSpPr>
            <p:cNvPr id="224" name="Google Shape;224;p8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3700018" y="3123579"/>
              <a:ext cx="22" cy="208600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3806021" y="3123579"/>
              <a:ext cx="22" cy="208600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3908868" y="3120254"/>
              <a:ext cx="1900" cy="211343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 flipH="1">
              <a:off x="4017749" y="3123579"/>
              <a:ext cx="1700" cy="208600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 flipH="1">
              <a:off x="4127497" y="3121454"/>
              <a:ext cx="1650" cy="212521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/>
          <p:nvPr/>
        </p:nvSpPr>
        <p:spPr>
          <a:xfrm>
            <a:off x="-978225" y="-93880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 txBox="1">
            <a:spLocks noGrp="1"/>
          </p:cNvSpPr>
          <p:nvPr>
            <p:ph type="subTitle" idx="1"/>
          </p:nvPr>
        </p:nvSpPr>
        <p:spPr>
          <a:xfrm>
            <a:off x="548200" y="2566372"/>
            <a:ext cx="36267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548239" y="1735325"/>
            <a:ext cx="3626700" cy="92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2683963" y="29868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" name="Google Shape;239;p9"/>
          <p:cNvGrpSpPr/>
          <p:nvPr/>
        </p:nvGrpSpPr>
        <p:grpSpPr>
          <a:xfrm>
            <a:off x="165650" y="260513"/>
            <a:ext cx="8807500" cy="4622450"/>
            <a:chOff x="165650" y="260513"/>
            <a:chExt cx="8807500" cy="4622450"/>
          </a:xfrm>
        </p:grpSpPr>
        <p:grpSp>
          <p:nvGrpSpPr>
            <p:cNvPr id="240" name="Google Shape;240;p9"/>
            <p:cNvGrpSpPr/>
            <p:nvPr/>
          </p:nvGrpSpPr>
          <p:grpSpPr>
            <a:xfrm>
              <a:off x="3017550" y="260513"/>
              <a:ext cx="5955600" cy="4596013"/>
              <a:chOff x="3002250" y="299588"/>
              <a:chExt cx="5955600" cy="4596013"/>
            </a:xfrm>
          </p:grpSpPr>
          <p:cxnSp>
            <p:nvCxnSpPr>
              <p:cNvPr id="241" name="Google Shape;241;p9"/>
              <p:cNvCxnSpPr/>
              <p:nvPr/>
            </p:nvCxnSpPr>
            <p:spPr>
              <a:xfrm>
                <a:off x="8953075" y="299588"/>
                <a:ext cx="0" cy="45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2" name="Google Shape;242;p9"/>
              <p:cNvCxnSpPr/>
              <p:nvPr/>
            </p:nvCxnSpPr>
            <p:spPr>
              <a:xfrm rot="10800000">
                <a:off x="3002250" y="300625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" name="Google Shape;243;p9"/>
              <p:cNvCxnSpPr/>
              <p:nvPr/>
            </p:nvCxnSpPr>
            <p:spPr>
              <a:xfrm rot="10800000">
                <a:off x="3002250" y="4895600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44" name="Google Shape;244;p9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5" name="Google Shape;245;p9"/>
          <p:cNvSpPr>
            <a:spLocks noGrp="1"/>
          </p:cNvSpPr>
          <p:nvPr>
            <p:ph type="pic" idx="2"/>
          </p:nvPr>
        </p:nvSpPr>
        <p:spPr>
          <a:xfrm>
            <a:off x="4705700" y="474300"/>
            <a:ext cx="3890100" cy="41949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246" name="Google Shape;246;p9"/>
          <p:cNvGrpSpPr/>
          <p:nvPr/>
        </p:nvGrpSpPr>
        <p:grpSpPr>
          <a:xfrm rot="-5400000">
            <a:off x="519086" y="65352"/>
            <a:ext cx="642876" cy="1352058"/>
            <a:chOff x="3447799" y="584684"/>
            <a:chExt cx="362756" cy="762926"/>
          </a:xfrm>
        </p:grpSpPr>
        <p:sp>
          <p:nvSpPr>
            <p:cNvPr id="247" name="Google Shape;247;p9"/>
            <p:cNvSpPr/>
            <p:nvPr/>
          </p:nvSpPr>
          <p:spPr>
            <a:xfrm>
              <a:off x="3762429" y="1074504"/>
              <a:ext cx="40626" cy="35146"/>
            </a:xfrm>
            <a:custGeom>
              <a:avLst/>
              <a:gdLst/>
              <a:ahLst/>
              <a:cxnLst/>
              <a:rect l="l" t="t" r="r" b="b"/>
              <a:pathLst>
                <a:path w="1809" h="1565" extrusionOk="0">
                  <a:moveTo>
                    <a:pt x="1038" y="0"/>
                  </a:moveTo>
                  <a:cubicBezTo>
                    <a:pt x="335" y="0"/>
                    <a:pt x="0" y="837"/>
                    <a:pt x="486" y="1339"/>
                  </a:cubicBezTo>
                  <a:cubicBezTo>
                    <a:pt x="641" y="1495"/>
                    <a:pt x="833" y="1565"/>
                    <a:pt x="1022" y="1565"/>
                  </a:cubicBezTo>
                  <a:cubicBezTo>
                    <a:pt x="1422" y="1565"/>
                    <a:pt x="1808" y="1253"/>
                    <a:pt x="1808" y="787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3717312" y="1166221"/>
              <a:ext cx="41007" cy="40626"/>
            </a:xfrm>
            <a:custGeom>
              <a:avLst/>
              <a:gdLst/>
              <a:ahLst/>
              <a:cxnLst/>
              <a:rect l="l" t="t" r="r" b="b"/>
              <a:pathLst>
                <a:path w="1826" h="1809" fill="none" extrusionOk="0">
                  <a:moveTo>
                    <a:pt x="1825" y="770"/>
                  </a:moveTo>
                  <a:cubicBezTo>
                    <a:pt x="1825" y="1457"/>
                    <a:pt x="988" y="1808"/>
                    <a:pt x="486" y="1323"/>
                  </a:cubicBezTo>
                  <a:cubicBezTo>
                    <a:pt x="1" y="821"/>
                    <a:pt x="352" y="1"/>
                    <a:pt x="1038" y="1"/>
                  </a:cubicBezTo>
                  <a:cubicBezTo>
                    <a:pt x="1474" y="1"/>
                    <a:pt x="1825" y="335"/>
                    <a:pt x="1825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3504931" y="1038415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8" y="770"/>
                  </a:moveTo>
                  <a:cubicBezTo>
                    <a:pt x="1808" y="1457"/>
                    <a:pt x="971" y="1808"/>
                    <a:pt x="486" y="1323"/>
                  </a:cubicBezTo>
                  <a:cubicBezTo>
                    <a:pt x="0" y="837"/>
                    <a:pt x="335" y="0"/>
                    <a:pt x="1038" y="0"/>
                  </a:cubicBezTo>
                  <a:cubicBezTo>
                    <a:pt x="1457" y="0"/>
                    <a:pt x="1808" y="335"/>
                    <a:pt x="1808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3642124" y="1151938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9" y="770"/>
                  </a:moveTo>
                  <a:cubicBezTo>
                    <a:pt x="1809" y="1473"/>
                    <a:pt x="972" y="1808"/>
                    <a:pt x="486" y="1323"/>
                  </a:cubicBezTo>
                  <a:cubicBezTo>
                    <a:pt x="1" y="837"/>
                    <a:pt x="352" y="0"/>
                    <a:pt x="1039" y="0"/>
                  </a:cubicBezTo>
                  <a:cubicBezTo>
                    <a:pt x="1474" y="0"/>
                    <a:pt x="1809" y="352"/>
                    <a:pt x="1809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3508322" y="1295149"/>
              <a:ext cx="40985" cy="41007"/>
            </a:xfrm>
            <a:custGeom>
              <a:avLst/>
              <a:gdLst/>
              <a:ahLst/>
              <a:cxnLst/>
              <a:rect l="l" t="t" r="r" b="b"/>
              <a:pathLst>
                <a:path w="1825" h="1826" fill="none" extrusionOk="0">
                  <a:moveTo>
                    <a:pt x="1825" y="788"/>
                  </a:moveTo>
                  <a:cubicBezTo>
                    <a:pt x="1825" y="1474"/>
                    <a:pt x="988" y="1825"/>
                    <a:pt x="485" y="1340"/>
                  </a:cubicBezTo>
                  <a:cubicBezTo>
                    <a:pt x="0" y="838"/>
                    <a:pt x="352" y="1"/>
                    <a:pt x="1038" y="18"/>
                  </a:cubicBezTo>
                  <a:cubicBezTo>
                    <a:pt x="1473" y="18"/>
                    <a:pt x="1808" y="352"/>
                    <a:pt x="1825" y="78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3473356" y="983147"/>
              <a:ext cx="40985" cy="35056"/>
            </a:xfrm>
            <a:custGeom>
              <a:avLst/>
              <a:gdLst/>
              <a:ahLst/>
              <a:cxnLst/>
              <a:rect l="l" t="t" r="r" b="b"/>
              <a:pathLst>
                <a:path w="1825" h="1561" extrusionOk="0">
                  <a:moveTo>
                    <a:pt x="1055" y="1"/>
                  </a:moveTo>
                  <a:cubicBezTo>
                    <a:pt x="352" y="1"/>
                    <a:pt x="0" y="838"/>
                    <a:pt x="502" y="1323"/>
                  </a:cubicBezTo>
                  <a:cubicBezTo>
                    <a:pt x="661" y="1487"/>
                    <a:pt x="857" y="1560"/>
                    <a:pt x="1049" y="1560"/>
                  </a:cubicBezTo>
                  <a:cubicBezTo>
                    <a:pt x="1445" y="1560"/>
                    <a:pt x="1825" y="1250"/>
                    <a:pt x="1825" y="788"/>
                  </a:cubicBezTo>
                  <a:cubicBezTo>
                    <a:pt x="1825" y="352"/>
                    <a:pt x="14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3615445" y="1200042"/>
              <a:ext cx="40626" cy="34876"/>
            </a:xfrm>
            <a:custGeom>
              <a:avLst/>
              <a:gdLst/>
              <a:ahLst/>
              <a:cxnLst/>
              <a:rect l="l" t="t" r="r" b="b"/>
              <a:pathLst>
                <a:path w="1809" h="1553" extrusionOk="0">
                  <a:moveTo>
                    <a:pt x="1038" y="1"/>
                  </a:moveTo>
                  <a:cubicBezTo>
                    <a:pt x="335" y="1"/>
                    <a:pt x="1" y="838"/>
                    <a:pt x="486" y="1323"/>
                  </a:cubicBezTo>
                  <a:cubicBezTo>
                    <a:pt x="644" y="1481"/>
                    <a:pt x="839" y="1552"/>
                    <a:pt x="1030" y="1552"/>
                  </a:cubicBezTo>
                  <a:cubicBezTo>
                    <a:pt x="1427" y="1552"/>
                    <a:pt x="1808" y="1245"/>
                    <a:pt x="1808" y="771"/>
                  </a:cubicBezTo>
                  <a:cubicBezTo>
                    <a:pt x="1808" y="352"/>
                    <a:pt x="1457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3574100" y="926397"/>
              <a:ext cx="40985" cy="35146"/>
            </a:xfrm>
            <a:custGeom>
              <a:avLst/>
              <a:gdLst/>
              <a:ahLst/>
              <a:cxnLst/>
              <a:rect l="l" t="t" r="r" b="b"/>
              <a:pathLst>
                <a:path w="1825" h="1565" extrusionOk="0">
                  <a:moveTo>
                    <a:pt x="1038" y="0"/>
                  </a:moveTo>
                  <a:cubicBezTo>
                    <a:pt x="352" y="0"/>
                    <a:pt x="0" y="837"/>
                    <a:pt x="486" y="1339"/>
                  </a:cubicBezTo>
                  <a:cubicBezTo>
                    <a:pt x="647" y="1495"/>
                    <a:pt x="842" y="1565"/>
                    <a:pt x="1034" y="1565"/>
                  </a:cubicBezTo>
                  <a:cubicBezTo>
                    <a:pt x="1439" y="1565"/>
                    <a:pt x="1825" y="1253"/>
                    <a:pt x="1825" y="787"/>
                  </a:cubicBezTo>
                  <a:cubicBezTo>
                    <a:pt x="1825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3574100" y="1312823"/>
              <a:ext cx="40985" cy="34787"/>
            </a:xfrm>
            <a:custGeom>
              <a:avLst/>
              <a:gdLst/>
              <a:ahLst/>
              <a:cxnLst/>
              <a:rect l="l" t="t" r="r" b="b"/>
              <a:pathLst>
                <a:path w="1825" h="1549" extrusionOk="0">
                  <a:moveTo>
                    <a:pt x="1038" y="1"/>
                  </a:moveTo>
                  <a:cubicBezTo>
                    <a:pt x="352" y="1"/>
                    <a:pt x="0" y="837"/>
                    <a:pt x="486" y="1323"/>
                  </a:cubicBezTo>
                  <a:cubicBezTo>
                    <a:pt x="647" y="1479"/>
                    <a:pt x="842" y="1548"/>
                    <a:pt x="1034" y="1548"/>
                  </a:cubicBezTo>
                  <a:cubicBezTo>
                    <a:pt x="1439" y="1548"/>
                    <a:pt x="1825" y="1237"/>
                    <a:pt x="1825" y="771"/>
                  </a:cubicBezTo>
                  <a:cubicBezTo>
                    <a:pt x="1825" y="352"/>
                    <a:pt x="1473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3638756" y="1272983"/>
              <a:ext cx="40626" cy="34854"/>
            </a:xfrm>
            <a:custGeom>
              <a:avLst/>
              <a:gdLst/>
              <a:ahLst/>
              <a:cxnLst/>
              <a:rect l="l" t="t" r="r" b="b"/>
              <a:pathLst>
                <a:path w="1809" h="1552" extrusionOk="0">
                  <a:moveTo>
                    <a:pt x="1038" y="0"/>
                  </a:moveTo>
                  <a:cubicBezTo>
                    <a:pt x="352" y="0"/>
                    <a:pt x="0" y="837"/>
                    <a:pt x="486" y="1323"/>
                  </a:cubicBezTo>
                  <a:cubicBezTo>
                    <a:pt x="643" y="1480"/>
                    <a:pt x="838" y="1551"/>
                    <a:pt x="1030" y="1551"/>
                  </a:cubicBezTo>
                  <a:cubicBezTo>
                    <a:pt x="1427" y="1551"/>
                    <a:pt x="1808" y="1245"/>
                    <a:pt x="1808" y="770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3447799" y="996307"/>
              <a:ext cx="124055" cy="302255"/>
            </a:xfrm>
            <a:custGeom>
              <a:avLst/>
              <a:gdLst/>
              <a:ahLst/>
              <a:cxnLst/>
              <a:rect l="l" t="t" r="r" b="b"/>
              <a:pathLst>
                <a:path w="5524" h="13459" fill="none" extrusionOk="0">
                  <a:moveTo>
                    <a:pt x="0" y="1"/>
                  </a:moveTo>
                  <a:lnTo>
                    <a:pt x="0" y="2009"/>
                  </a:lnTo>
                  <a:lnTo>
                    <a:pt x="5524" y="7483"/>
                  </a:lnTo>
                  <a:lnTo>
                    <a:pt x="5524" y="12270"/>
                  </a:lnTo>
                  <a:lnTo>
                    <a:pt x="4252" y="1345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3597411" y="961341"/>
              <a:ext cx="22" cy="368797"/>
            </a:xfrm>
            <a:custGeom>
              <a:avLst/>
              <a:gdLst/>
              <a:ahLst/>
              <a:cxnLst/>
              <a:rect l="l" t="t" r="r" b="b"/>
              <a:pathLst>
                <a:path w="1" h="16422" fill="none" extrusionOk="0">
                  <a:moveTo>
                    <a:pt x="0" y="1"/>
                  </a:moveTo>
                  <a:lnTo>
                    <a:pt x="0" y="16422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3497026" y="594475"/>
              <a:ext cx="72201" cy="388694"/>
            </a:xfrm>
            <a:custGeom>
              <a:avLst/>
              <a:gdLst/>
              <a:ahLst/>
              <a:cxnLst/>
              <a:rect l="l" t="t" r="r" b="b"/>
              <a:pathLst>
                <a:path w="3215" h="17308" fill="none" extrusionOk="0">
                  <a:moveTo>
                    <a:pt x="1" y="17308"/>
                  </a:moveTo>
                  <a:lnTo>
                    <a:pt x="1" y="6997"/>
                  </a:lnTo>
                  <a:lnTo>
                    <a:pt x="3215" y="3783"/>
                  </a:lnTo>
                  <a:lnTo>
                    <a:pt x="3215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3528242" y="586188"/>
              <a:ext cx="69192" cy="451867"/>
            </a:xfrm>
            <a:custGeom>
              <a:avLst/>
              <a:gdLst/>
              <a:ahLst/>
              <a:cxnLst/>
              <a:rect l="l" t="t" r="r" b="b"/>
              <a:pathLst>
                <a:path w="3081" h="20121" fill="none" extrusionOk="0">
                  <a:moveTo>
                    <a:pt x="3080" y="1"/>
                  </a:moveTo>
                  <a:lnTo>
                    <a:pt x="3080" y="7366"/>
                  </a:lnTo>
                  <a:lnTo>
                    <a:pt x="0" y="10596"/>
                  </a:lnTo>
                  <a:lnTo>
                    <a:pt x="0" y="2012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3638756" y="647857"/>
              <a:ext cx="42871" cy="559731"/>
            </a:xfrm>
            <a:custGeom>
              <a:avLst/>
              <a:gdLst/>
              <a:ahLst/>
              <a:cxnLst/>
              <a:rect l="l" t="t" r="r" b="b"/>
              <a:pathLst>
                <a:path w="1909" h="24924" fill="none" extrusionOk="0">
                  <a:moveTo>
                    <a:pt x="268" y="0"/>
                  </a:moveTo>
                  <a:lnTo>
                    <a:pt x="268" y="1440"/>
                  </a:lnTo>
                  <a:lnTo>
                    <a:pt x="1908" y="3097"/>
                  </a:lnTo>
                  <a:lnTo>
                    <a:pt x="1908" y="12186"/>
                  </a:lnTo>
                  <a:lnTo>
                    <a:pt x="0" y="14094"/>
                  </a:lnTo>
                  <a:lnTo>
                    <a:pt x="0" y="24924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3665435" y="616641"/>
              <a:ext cx="43635" cy="534938"/>
            </a:xfrm>
            <a:custGeom>
              <a:avLst/>
              <a:gdLst/>
              <a:ahLst/>
              <a:cxnLst/>
              <a:rect l="l" t="t" r="r" b="b"/>
              <a:pathLst>
                <a:path w="1943" h="23820" fill="none" extrusionOk="0">
                  <a:moveTo>
                    <a:pt x="1" y="23820"/>
                  </a:moveTo>
                  <a:lnTo>
                    <a:pt x="1" y="16103"/>
                  </a:lnTo>
                  <a:lnTo>
                    <a:pt x="1942" y="14162"/>
                  </a:lnTo>
                  <a:lnTo>
                    <a:pt x="1942" y="4236"/>
                  </a:lnTo>
                  <a:lnTo>
                    <a:pt x="436" y="2880"/>
                  </a:lnTo>
                  <a:lnTo>
                    <a:pt x="436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3665435" y="584684"/>
              <a:ext cx="95130" cy="705615"/>
            </a:xfrm>
            <a:custGeom>
              <a:avLst/>
              <a:gdLst/>
              <a:ahLst/>
              <a:cxnLst/>
              <a:rect l="l" t="t" r="r" b="b"/>
              <a:pathLst>
                <a:path w="4236" h="31420" fill="none" extrusionOk="0">
                  <a:moveTo>
                    <a:pt x="4236" y="1"/>
                  </a:moveTo>
                  <a:lnTo>
                    <a:pt x="1808" y="2428"/>
                  </a:lnTo>
                  <a:lnTo>
                    <a:pt x="1808" y="4119"/>
                  </a:lnTo>
                  <a:lnTo>
                    <a:pt x="3064" y="5374"/>
                  </a:lnTo>
                  <a:lnTo>
                    <a:pt x="3064" y="16204"/>
                  </a:lnTo>
                  <a:lnTo>
                    <a:pt x="1273" y="17995"/>
                  </a:lnTo>
                  <a:lnTo>
                    <a:pt x="1273" y="29009"/>
                  </a:lnTo>
                  <a:lnTo>
                    <a:pt x="1" y="30281"/>
                  </a:lnTo>
                  <a:lnTo>
                    <a:pt x="1" y="3141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3740623" y="668136"/>
              <a:ext cx="50776" cy="498107"/>
            </a:xfrm>
            <a:custGeom>
              <a:avLst/>
              <a:gdLst/>
              <a:ahLst/>
              <a:cxnLst/>
              <a:rect l="l" t="t" r="r" b="b"/>
              <a:pathLst>
                <a:path w="2261" h="22180" fill="none" extrusionOk="0">
                  <a:moveTo>
                    <a:pt x="603" y="1"/>
                  </a:moveTo>
                  <a:lnTo>
                    <a:pt x="603" y="6914"/>
                  </a:lnTo>
                  <a:lnTo>
                    <a:pt x="2260" y="8588"/>
                  </a:lnTo>
                  <a:lnTo>
                    <a:pt x="2260" y="12421"/>
                  </a:lnTo>
                  <a:lnTo>
                    <a:pt x="0" y="14664"/>
                  </a:lnTo>
                  <a:lnTo>
                    <a:pt x="0" y="2218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3760924" y="638829"/>
              <a:ext cx="49631" cy="439067"/>
            </a:xfrm>
            <a:custGeom>
              <a:avLst/>
              <a:gdLst/>
              <a:ahLst/>
              <a:cxnLst/>
              <a:rect l="l" t="t" r="r" b="b"/>
              <a:pathLst>
                <a:path w="2210" h="19551" fill="none" extrusionOk="0">
                  <a:moveTo>
                    <a:pt x="670" y="19551"/>
                  </a:moveTo>
                  <a:lnTo>
                    <a:pt x="0" y="18898"/>
                  </a:lnTo>
                  <a:lnTo>
                    <a:pt x="0" y="16421"/>
                  </a:lnTo>
                  <a:lnTo>
                    <a:pt x="2210" y="14195"/>
                  </a:lnTo>
                  <a:lnTo>
                    <a:pt x="2210" y="9776"/>
                  </a:lnTo>
                  <a:lnTo>
                    <a:pt x="268" y="7834"/>
                  </a:lnTo>
                  <a:lnTo>
                    <a:pt x="268" y="1842"/>
                  </a:lnTo>
                  <a:lnTo>
                    <a:pt x="1088" y="1038"/>
                  </a:lnTo>
                  <a:lnTo>
                    <a:pt x="1088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9"/>
          <p:cNvGrpSpPr/>
          <p:nvPr/>
        </p:nvGrpSpPr>
        <p:grpSpPr>
          <a:xfrm rot="10800000">
            <a:off x="4186925" y="4563646"/>
            <a:ext cx="518768" cy="294704"/>
            <a:chOff x="3654925" y="3120254"/>
            <a:chExt cx="518768" cy="294704"/>
          </a:xfrm>
        </p:grpSpPr>
        <p:sp>
          <p:nvSpPr>
            <p:cNvPr id="267" name="Google Shape;267;p9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3700018" y="3123579"/>
              <a:ext cx="22" cy="208600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3806021" y="3123579"/>
              <a:ext cx="22" cy="208600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3908868" y="3120254"/>
              <a:ext cx="1900" cy="211343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9"/>
            <p:cNvSpPr/>
            <p:nvPr/>
          </p:nvSpPr>
          <p:spPr>
            <a:xfrm flipH="1">
              <a:off x="4017749" y="3123579"/>
              <a:ext cx="1700" cy="208600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9"/>
            <p:cNvSpPr/>
            <p:nvPr/>
          </p:nvSpPr>
          <p:spPr>
            <a:xfrm flipH="1">
              <a:off x="4127497" y="3121454"/>
              <a:ext cx="1650" cy="212521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>
            <a:spLocks noGrp="1"/>
          </p:cNvSpPr>
          <p:nvPr>
            <p:ph type="pic" idx="2"/>
          </p:nvPr>
        </p:nvSpPr>
        <p:spPr>
          <a:xfrm>
            <a:off x="233400" y="315750"/>
            <a:ext cx="8677200" cy="45120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279" name="Google Shape;279;p10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80" name="Google Shape;280;p10"/>
          <p:cNvGrpSpPr/>
          <p:nvPr/>
        </p:nvGrpSpPr>
        <p:grpSpPr>
          <a:xfrm rot="5400000">
            <a:off x="8568075" y="430809"/>
            <a:ext cx="518768" cy="291386"/>
            <a:chOff x="3654925" y="3123571"/>
            <a:chExt cx="518768" cy="291386"/>
          </a:xfrm>
        </p:grpSpPr>
        <p:sp>
          <p:nvSpPr>
            <p:cNvPr id="281" name="Google Shape;281;p10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3911277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4128935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" name="Google Shape;291;p10"/>
          <p:cNvGrpSpPr/>
          <p:nvPr/>
        </p:nvGrpSpPr>
        <p:grpSpPr>
          <a:xfrm rot="10800000">
            <a:off x="308679" y="4320007"/>
            <a:ext cx="343982" cy="565711"/>
            <a:chOff x="4335679" y="240044"/>
            <a:chExt cx="343982" cy="565711"/>
          </a:xfrm>
        </p:grpSpPr>
        <p:sp>
          <p:nvSpPr>
            <p:cNvPr id="292" name="Google Shape;292;p10"/>
            <p:cNvSpPr/>
            <p:nvPr/>
          </p:nvSpPr>
          <p:spPr>
            <a:xfrm>
              <a:off x="4427396" y="542958"/>
              <a:ext cx="163536" cy="163558"/>
            </a:xfrm>
            <a:custGeom>
              <a:avLst/>
              <a:gdLst/>
              <a:ahLst/>
              <a:cxnLst/>
              <a:rect l="l" t="t" r="r" b="b"/>
              <a:pathLst>
                <a:path w="7282" h="7283" extrusionOk="0">
                  <a:moveTo>
                    <a:pt x="3415" y="1"/>
                  </a:moveTo>
                  <a:cubicBezTo>
                    <a:pt x="3281" y="1"/>
                    <a:pt x="3164" y="18"/>
                    <a:pt x="3047" y="34"/>
                  </a:cubicBezTo>
                  <a:lnTo>
                    <a:pt x="3064" y="219"/>
                  </a:lnTo>
                  <a:cubicBezTo>
                    <a:pt x="3181" y="202"/>
                    <a:pt x="3298" y="185"/>
                    <a:pt x="3415" y="185"/>
                  </a:cubicBezTo>
                  <a:lnTo>
                    <a:pt x="3415" y="1"/>
                  </a:lnTo>
                  <a:close/>
                  <a:moveTo>
                    <a:pt x="3867" y="1"/>
                  </a:moveTo>
                  <a:lnTo>
                    <a:pt x="3867" y="185"/>
                  </a:lnTo>
                  <a:cubicBezTo>
                    <a:pt x="3985" y="185"/>
                    <a:pt x="4102" y="202"/>
                    <a:pt x="4202" y="219"/>
                  </a:cubicBezTo>
                  <a:lnTo>
                    <a:pt x="4236" y="34"/>
                  </a:lnTo>
                  <a:cubicBezTo>
                    <a:pt x="4118" y="18"/>
                    <a:pt x="4001" y="1"/>
                    <a:pt x="3867" y="1"/>
                  </a:cubicBezTo>
                  <a:close/>
                  <a:moveTo>
                    <a:pt x="4688" y="135"/>
                  </a:moveTo>
                  <a:lnTo>
                    <a:pt x="4637" y="319"/>
                  </a:lnTo>
                  <a:cubicBezTo>
                    <a:pt x="4754" y="352"/>
                    <a:pt x="4855" y="386"/>
                    <a:pt x="4972" y="436"/>
                  </a:cubicBezTo>
                  <a:lnTo>
                    <a:pt x="5039" y="269"/>
                  </a:lnTo>
                  <a:cubicBezTo>
                    <a:pt x="4922" y="219"/>
                    <a:pt x="4805" y="168"/>
                    <a:pt x="4688" y="135"/>
                  </a:cubicBezTo>
                  <a:close/>
                  <a:moveTo>
                    <a:pt x="2595" y="135"/>
                  </a:moveTo>
                  <a:cubicBezTo>
                    <a:pt x="2478" y="185"/>
                    <a:pt x="2361" y="219"/>
                    <a:pt x="2244" y="269"/>
                  </a:cubicBezTo>
                  <a:lnTo>
                    <a:pt x="2327" y="453"/>
                  </a:lnTo>
                  <a:cubicBezTo>
                    <a:pt x="2428" y="403"/>
                    <a:pt x="2528" y="352"/>
                    <a:pt x="2645" y="319"/>
                  </a:cubicBezTo>
                  <a:lnTo>
                    <a:pt x="2595" y="135"/>
                  </a:lnTo>
                  <a:close/>
                  <a:moveTo>
                    <a:pt x="1842" y="470"/>
                  </a:moveTo>
                  <a:cubicBezTo>
                    <a:pt x="1725" y="537"/>
                    <a:pt x="1624" y="604"/>
                    <a:pt x="1524" y="671"/>
                  </a:cubicBezTo>
                  <a:lnTo>
                    <a:pt x="1624" y="821"/>
                  </a:lnTo>
                  <a:cubicBezTo>
                    <a:pt x="1725" y="754"/>
                    <a:pt x="1825" y="687"/>
                    <a:pt x="1926" y="620"/>
                  </a:cubicBezTo>
                  <a:lnTo>
                    <a:pt x="1842" y="470"/>
                  </a:lnTo>
                  <a:close/>
                  <a:moveTo>
                    <a:pt x="5457" y="470"/>
                  </a:moveTo>
                  <a:lnTo>
                    <a:pt x="5374" y="620"/>
                  </a:lnTo>
                  <a:lnTo>
                    <a:pt x="5374" y="637"/>
                  </a:lnTo>
                  <a:cubicBezTo>
                    <a:pt x="5474" y="687"/>
                    <a:pt x="5575" y="754"/>
                    <a:pt x="5658" y="821"/>
                  </a:cubicBezTo>
                  <a:lnTo>
                    <a:pt x="5776" y="671"/>
                  </a:lnTo>
                  <a:cubicBezTo>
                    <a:pt x="5675" y="604"/>
                    <a:pt x="5575" y="537"/>
                    <a:pt x="5457" y="470"/>
                  </a:cubicBezTo>
                  <a:close/>
                  <a:moveTo>
                    <a:pt x="6127" y="955"/>
                  </a:moveTo>
                  <a:lnTo>
                    <a:pt x="6010" y="1089"/>
                  </a:lnTo>
                  <a:lnTo>
                    <a:pt x="6010" y="1106"/>
                  </a:lnTo>
                  <a:cubicBezTo>
                    <a:pt x="6094" y="1189"/>
                    <a:pt x="6177" y="1273"/>
                    <a:pt x="6244" y="1340"/>
                  </a:cubicBezTo>
                  <a:lnTo>
                    <a:pt x="6395" y="1223"/>
                  </a:lnTo>
                  <a:cubicBezTo>
                    <a:pt x="6311" y="1139"/>
                    <a:pt x="6227" y="1056"/>
                    <a:pt x="6127" y="955"/>
                  </a:cubicBezTo>
                  <a:close/>
                  <a:moveTo>
                    <a:pt x="1172" y="972"/>
                  </a:moveTo>
                  <a:cubicBezTo>
                    <a:pt x="1072" y="1056"/>
                    <a:pt x="988" y="1139"/>
                    <a:pt x="905" y="1240"/>
                  </a:cubicBezTo>
                  <a:lnTo>
                    <a:pt x="1055" y="1357"/>
                  </a:lnTo>
                  <a:cubicBezTo>
                    <a:pt x="1122" y="1273"/>
                    <a:pt x="1206" y="1189"/>
                    <a:pt x="1290" y="1106"/>
                  </a:cubicBezTo>
                  <a:lnTo>
                    <a:pt x="1172" y="972"/>
                  </a:lnTo>
                  <a:close/>
                  <a:moveTo>
                    <a:pt x="637" y="1608"/>
                  </a:moveTo>
                  <a:cubicBezTo>
                    <a:pt x="553" y="1708"/>
                    <a:pt x="503" y="1809"/>
                    <a:pt x="436" y="1926"/>
                  </a:cubicBezTo>
                  <a:lnTo>
                    <a:pt x="603" y="2010"/>
                  </a:lnTo>
                  <a:cubicBezTo>
                    <a:pt x="654" y="1909"/>
                    <a:pt x="704" y="1809"/>
                    <a:pt x="771" y="1708"/>
                  </a:cubicBezTo>
                  <a:lnTo>
                    <a:pt x="637" y="1608"/>
                  </a:lnTo>
                  <a:close/>
                  <a:moveTo>
                    <a:pt x="6679" y="1608"/>
                  </a:moveTo>
                  <a:lnTo>
                    <a:pt x="6529" y="1708"/>
                  </a:lnTo>
                  <a:cubicBezTo>
                    <a:pt x="6579" y="1809"/>
                    <a:pt x="6646" y="1909"/>
                    <a:pt x="6696" y="2010"/>
                  </a:cubicBezTo>
                  <a:lnTo>
                    <a:pt x="6864" y="1909"/>
                  </a:lnTo>
                  <a:cubicBezTo>
                    <a:pt x="6797" y="1809"/>
                    <a:pt x="6746" y="1708"/>
                    <a:pt x="6679" y="1608"/>
                  </a:cubicBezTo>
                  <a:close/>
                  <a:moveTo>
                    <a:pt x="7048" y="2344"/>
                  </a:moveTo>
                  <a:lnTo>
                    <a:pt x="6880" y="2411"/>
                  </a:lnTo>
                  <a:cubicBezTo>
                    <a:pt x="6930" y="2512"/>
                    <a:pt x="6964" y="2629"/>
                    <a:pt x="6997" y="2729"/>
                  </a:cubicBezTo>
                  <a:lnTo>
                    <a:pt x="7165" y="2696"/>
                  </a:lnTo>
                  <a:cubicBezTo>
                    <a:pt x="7131" y="2579"/>
                    <a:pt x="7098" y="2462"/>
                    <a:pt x="7048" y="2344"/>
                  </a:cubicBezTo>
                  <a:close/>
                  <a:moveTo>
                    <a:pt x="235" y="2344"/>
                  </a:moveTo>
                  <a:cubicBezTo>
                    <a:pt x="185" y="2462"/>
                    <a:pt x="151" y="2579"/>
                    <a:pt x="118" y="2696"/>
                  </a:cubicBezTo>
                  <a:lnTo>
                    <a:pt x="302" y="2746"/>
                  </a:lnTo>
                  <a:cubicBezTo>
                    <a:pt x="319" y="2629"/>
                    <a:pt x="369" y="2512"/>
                    <a:pt x="402" y="2411"/>
                  </a:cubicBezTo>
                  <a:lnTo>
                    <a:pt x="235" y="2344"/>
                  </a:lnTo>
                  <a:close/>
                  <a:moveTo>
                    <a:pt x="7265" y="3148"/>
                  </a:moveTo>
                  <a:lnTo>
                    <a:pt x="7081" y="3165"/>
                  </a:lnTo>
                  <a:lnTo>
                    <a:pt x="7081" y="3181"/>
                  </a:lnTo>
                  <a:cubicBezTo>
                    <a:pt x="7098" y="3282"/>
                    <a:pt x="7098" y="3399"/>
                    <a:pt x="7115" y="3516"/>
                  </a:cubicBezTo>
                  <a:lnTo>
                    <a:pt x="7282" y="3516"/>
                  </a:lnTo>
                  <a:cubicBezTo>
                    <a:pt x="7282" y="3399"/>
                    <a:pt x="7282" y="3265"/>
                    <a:pt x="7265" y="3148"/>
                  </a:cubicBezTo>
                  <a:close/>
                  <a:moveTo>
                    <a:pt x="34" y="3148"/>
                  </a:moveTo>
                  <a:cubicBezTo>
                    <a:pt x="17" y="3265"/>
                    <a:pt x="1" y="3399"/>
                    <a:pt x="1" y="3516"/>
                  </a:cubicBezTo>
                  <a:lnTo>
                    <a:pt x="185" y="3533"/>
                  </a:lnTo>
                  <a:cubicBezTo>
                    <a:pt x="185" y="3416"/>
                    <a:pt x="202" y="3298"/>
                    <a:pt x="218" y="3181"/>
                  </a:cubicBezTo>
                  <a:lnTo>
                    <a:pt x="34" y="3148"/>
                  </a:lnTo>
                  <a:close/>
                  <a:moveTo>
                    <a:pt x="202" y="3968"/>
                  </a:moveTo>
                  <a:lnTo>
                    <a:pt x="17" y="3985"/>
                  </a:lnTo>
                  <a:cubicBezTo>
                    <a:pt x="34" y="4102"/>
                    <a:pt x="51" y="4236"/>
                    <a:pt x="68" y="4353"/>
                  </a:cubicBezTo>
                  <a:lnTo>
                    <a:pt x="252" y="4320"/>
                  </a:lnTo>
                  <a:cubicBezTo>
                    <a:pt x="218" y="4202"/>
                    <a:pt x="202" y="4085"/>
                    <a:pt x="202" y="3968"/>
                  </a:cubicBezTo>
                  <a:close/>
                  <a:moveTo>
                    <a:pt x="7098" y="3968"/>
                  </a:moveTo>
                  <a:cubicBezTo>
                    <a:pt x="7081" y="4085"/>
                    <a:pt x="7064" y="4202"/>
                    <a:pt x="7048" y="4320"/>
                  </a:cubicBezTo>
                  <a:lnTo>
                    <a:pt x="7215" y="4353"/>
                  </a:lnTo>
                  <a:cubicBezTo>
                    <a:pt x="7249" y="4219"/>
                    <a:pt x="7265" y="4102"/>
                    <a:pt x="7265" y="3985"/>
                  </a:cubicBezTo>
                  <a:lnTo>
                    <a:pt x="7098" y="3968"/>
                  </a:lnTo>
                  <a:close/>
                  <a:moveTo>
                    <a:pt x="369" y="4721"/>
                  </a:moveTo>
                  <a:lnTo>
                    <a:pt x="185" y="4788"/>
                  </a:lnTo>
                  <a:lnTo>
                    <a:pt x="185" y="4805"/>
                  </a:lnTo>
                  <a:cubicBezTo>
                    <a:pt x="235" y="4922"/>
                    <a:pt x="269" y="5039"/>
                    <a:pt x="319" y="5123"/>
                  </a:cubicBezTo>
                  <a:lnTo>
                    <a:pt x="486" y="5056"/>
                  </a:lnTo>
                  <a:cubicBezTo>
                    <a:pt x="436" y="4956"/>
                    <a:pt x="402" y="4838"/>
                    <a:pt x="369" y="4721"/>
                  </a:cubicBezTo>
                  <a:close/>
                  <a:moveTo>
                    <a:pt x="6930" y="4738"/>
                  </a:moveTo>
                  <a:cubicBezTo>
                    <a:pt x="6897" y="4855"/>
                    <a:pt x="6847" y="4956"/>
                    <a:pt x="6797" y="5073"/>
                  </a:cubicBezTo>
                  <a:lnTo>
                    <a:pt x="6964" y="5140"/>
                  </a:lnTo>
                  <a:cubicBezTo>
                    <a:pt x="7014" y="5023"/>
                    <a:pt x="7064" y="4905"/>
                    <a:pt x="7098" y="4788"/>
                  </a:cubicBezTo>
                  <a:lnTo>
                    <a:pt x="6930" y="4738"/>
                  </a:lnTo>
                  <a:close/>
                  <a:moveTo>
                    <a:pt x="6596" y="5441"/>
                  </a:moveTo>
                  <a:cubicBezTo>
                    <a:pt x="6529" y="5558"/>
                    <a:pt x="6462" y="5642"/>
                    <a:pt x="6395" y="5742"/>
                  </a:cubicBezTo>
                  <a:lnTo>
                    <a:pt x="6546" y="5843"/>
                  </a:lnTo>
                  <a:cubicBezTo>
                    <a:pt x="6612" y="5759"/>
                    <a:pt x="6679" y="5659"/>
                    <a:pt x="6746" y="5541"/>
                  </a:cubicBezTo>
                  <a:lnTo>
                    <a:pt x="6596" y="5441"/>
                  </a:lnTo>
                  <a:close/>
                  <a:moveTo>
                    <a:pt x="704" y="5458"/>
                  </a:moveTo>
                  <a:lnTo>
                    <a:pt x="553" y="5558"/>
                  </a:lnTo>
                  <a:lnTo>
                    <a:pt x="536" y="5558"/>
                  </a:lnTo>
                  <a:cubicBezTo>
                    <a:pt x="620" y="5659"/>
                    <a:pt x="687" y="5759"/>
                    <a:pt x="771" y="5859"/>
                  </a:cubicBezTo>
                  <a:lnTo>
                    <a:pt x="921" y="5742"/>
                  </a:lnTo>
                  <a:cubicBezTo>
                    <a:pt x="838" y="5659"/>
                    <a:pt x="771" y="5558"/>
                    <a:pt x="704" y="5458"/>
                  </a:cubicBezTo>
                  <a:close/>
                  <a:moveTo>
                    <a:pt x="6094" y="6077"/>
                  </a:moveTo>
                  <a:cubicBezTo>
                    <a:pt x="6010" y="6161"/>
                    <a:pt x="5926" y="6228"/>
                    <a:pt x="5842" y="6311"/>
                  </a:cubicBezTo>
                  <a:lnTo>
                    <a:pt x="5960" y="6445"/>
                  </a:lnTo>
                  <a:cubicBezTo>
                    <a:pt x="6043" y="6362"/>
                    <a:pt x="6144" y="6295"/>
                    <a:pt x="6227" y="6194"/>
                  </a:cubicBezTo>
                  <a:lnTo>
                    <a:pt x="6094" y="6077"/>
                  </a:lnTo>
                  <a:close/>
                  <a:moveTo>
                    <a:pt x="1189" y="6077"/>
                  </a:moveTo>
                  <a:lnTo>
                    <a:pt x="1072" y="6211"/>
                  </a:lnTo>
                  <a:cubicBezTo>
                    <a:pt x="1156" y="6295"/>
                    <a:pt x="1239" y="6378"/>
                    <a:pt x="1340" y="6462"/>
                  </a:cubicBezTo>
                  <a:lnTo>
                    <a:pt x="1457" y="6311"/>
                  </a:lnTo>
                  <a:cubicBezTo>
                    <a:pt x="1357" y="6244"/>
                    <a:pt x="1273" y="6161"/>
                    <a:pt x="1189" y="6077"/>
                  </a:cubicBezTo>
                  <a:close/>
                  <a:moveTo>
                    <a:pt x="1808" y="6562"/>
                  </a:moveTo>
                  <a:lnTo>
                    <a:pt x="1708" y="6730"/>
                  </a:lnTo>
                  <a:cubicBezTo>
                    <a:pt x="1808" y="6780"/>
                    <a:pt x="1926" y="6847"/>
                    <a:pt x="2026" y="6897"/>
                  </a:cubicBezTo>
                  <a:lnTo>
                    <a:pt x="2110" y="6747"/>
                  </a:lnTo>
                  <a:cubicBezTo>
                    <a:pt x="2009" y="6696"/>
                    <a:pt x="1909" y="6629"/>
                    <a:pt x="1808" y="6562"/>
                  </a:cubicBezTo>
                  <a:close/>
                  <a:moveTo>
                    <a:pt x="5474" y="6562"/>
                  </a:moveTo>
                  <a:cubicBezTo>
                    <a:pt x="5374" y="6629"/>
                    <a:pt x="5273" y="6680"/>
                    <a:pt x="5156" y="6730"/>
                  </a:cubicBezTo>
                  <a:lnTo>
                    <a:pt x="5240" y="6897"/>
                  </a:lnTo>
                  <a:cubicBezTo>
                    <a:pt x="5357" y="6847"/>
                    <a:pt x="5457" y="6780"/>
                    <a:pt x="5558" y="6713"/>
                  </a:cubicBezTo>
                  <a:lnTo>
                    <a:pt x="5474" y="6562"/>
                  </a:lnTo>
                  <a:close/>
                  <a:moveTo>
                    <a:pt x="2512" y="6914"/>
                  </a:moveTo>
                  <a:lnTo>
                    <a:pt x="2461" y="7081"/>
                  </a:lnTo>
                  <a:cubicBezTo>
                    <a:pt x="2578" y="7132"/>
                    <a:pt x="2696" y="7148"/>
                    <a:pt x="2813" y="7182"/>
                  </a:cubicBezTo>
                  <a:lnTo>
                    <a:pt x="2846" y="7014"/>
                  </a:lnTo>
                  <a:cubicBezTo>
                    <a:pt x="2746" y="6981"/>
                    <a:pt x="2629" y="6947"/>
                    <a:pt x="2512" y="6914"/>
                  </a:cubicBezTo>
                  <a:close/>
                  <a:moveTo>
                    <a:pt x="4754" y="6914"/>
                  </a:moveTo>
                  <a:cubicBezTo>
                    <a:pt x="4654" y="6947"/>
                    <a:pt x="4537" y="6981"/>
                    <a:pt x="4420" y="7014"/>
                  </a:cubicBezTo>
                  <a:lnTo>
                    <a:pt x="4470" y="7182"/>
                  </a:lnTo>
                  <a:cubicBezTo>
                    <a:pt x="4587" y="7148"/>
                    <a:pt x="4704" y="7115"/>
                    <a:pt x="4821" y="7081"/>
                  </a:cubicBezTo>
                  <a:lnTo>
                    <a:pt x="4754" y="6914"/>
                  </a:lnTo>
                  <a:close/>
                  <a:moveTo>
                    <a:pt x="3281" y="7081"/>
                  </a:moveTo>
                  <a:lnTo>
                    <a:pt x="3265" y="7266"/>
                  </a:lnTo>
                  <a:lnTo>
                    <a:pt x="3281" y="7266"/>
                  </a:lnTo>
                  <a:cubicBezTo>
                    <a:pt x="3399" y="7266"/>
                    <a:pt x="3516" y="7282"/>
                    <a:pt x="3633" y="7282"/>
                  </a:cubicBezTo>
                  <a:cubicBezTo>
                    <a:pt x="3767" y="7282"/>
                    <a:pt x="3884" y="7266"/>
                    <a:pt x="4001" y="7266"/>
                  </a:cubicBezTo>
                  <a:lnTo>
                    <a:pt x="3985" y="7081"/>
                  </a:lnTo>
                  <a:cubicBezTo>
                    <a:pt x="3867" y="7098"/>
                    <a:pt x="3750" y="7098"/>
                    <a:pt x="3633" y="7098"/>
                  </a:cubicBezTo>
                  <a:cubicBezTo>
                    <a:pt x="3516" y="7098"/>
                    <a:pt x="3399" y="7081"/>
                    <a:pt x="3281" y="708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4518753" y="240044"/>
              <a:ext cx="22" cy="181951"/>
            </a:xfrm>
            <a:custGeom>
              <a:avLst/>
              <a:gdLst/>
              <a:ahLst/>
              <a:cxnLst/>
              <a:rect l="l" t="t" r="r" b="b"/>
              <a:pathLst>
                <a:path w="1" h="8102" extrusionOk="0">
                  <a:moveTo>
                    <a:pt x="0" y="0"/>
                  </a:moveTo>
                  <a:lnTo>
                    <a:pt x="0" y="810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4335679" y="457260"/>
              <a:ext cx="343982" cy="348495"/>
            </a:xfrm>
            <a:custGeom>
              <a:avLst/>
              <a:gdLst/>
              <a:ahLst/>
              <a:cxnLst/>
              <a:rect l="l" t="t" r="r" b="b"/>
              <a:pathLst>
                <a:path w="15317" h="15518" extrusionOk="0">
                  <a:moveTo>
                    <a:pt x="7717" y="34"/>
                  </a:moveTo>
                  <a:lnTo>
                    <a:pt x="7717" y="503"/>
                  </a:lnTo>
                  <a:lnTo>
                    <a:pt x="7499" y="503"/>
                  </a:lnTo>
                  <a:lnTo>
                    <a:pt x="7483" y="34"/>
                  </a:lnTo>
                  <a:close/>
                  <a:moveTo>
                    <a:pt x="7449" y="1"/>
                  </a:moveTo>
                  <a:lnTo>
                    <a:pt x="7449" y="536"/>
                  </a:lnTo>
                  <a:lnTo>
                    <a:pt x="7734" y="536"/>
                  </a:lnTo>
                  <a:lnTo>
                    <a:pt x="7734" y="1"/>
                  </a:lnTo>
                  <a:close/>
                  <a:moveTo>
                    <a:pt x="8269" y="51"/>
                  </a:moveTo>
                  <a:cubicBezTo>
                    <a:pt x="8336" y="68"/>
                    <a:pt x="8420" y="84"/>
                    <a:pt x="8504" y="84"/>
                  </a:cubicBezTo>
                  <a:lnTo>
                    <a:pt x="8453" y="536"/>
                  </a:lnTo>
                  <a:lnTo>
                    <a:pt x="8236" y="519"/>
                  </a:lnTo>
                  <a:lnTo>
                    <a:pt x="8269" y="51"/>
                  </a:lnTo>
                  <a:close/>
                  <a:moveTo>
                    <a:pt x="6930" y="84"/>
                  </a:moveTo>
                  <a:lnTo>
                    <a:pt x="6964" y="553"/>
                  </a:lnTo>
                  <a:lnTo>
                    <a:pt x="6763" y="570"/>
                  </a:lnTo>
                  <a:lnTo>
                    <a:pt x="6696" y="101"/>
                  </a:lnTo>
                  <a:lnTo>
                    <a:pt x="6930" y="84"/>
                  </a:lnTo>
                  <a:close/>
                  <a:moveTo>
                    <a:pt x="8236" y="17"/>
                  </a:moveTo>
                  <a:lnTo>
                    <a:pt x="8202" y="553"/>
                  </a:lnTo>
                  <a:lnTo>
                    <a:pt x="8219" y="553"/>
                  </a:lnTo>
                  <a:cubicBezTo>
                    <a:pt x="8303" y="553"/>
                    <a:pt x="8387" y="570"/>
                    <a:pt x="8453" y="570"/>
                  </a:cubicBezTo>
                  <a:lnTo>
                    <a:pt x="8470" y="570"/>
                  </a:lnTo>
                  <a:lnTo>
                    <a:pt x="8537" y="34"/>
                  </a:lnTo>
                  <a:lnTo>
                    <a:pt x="8520" y="34"/>
                  </a:lnTo>
                  <a:lnTo>
                    <a:pt x="8253" y="17"/>
                  </a:lnTo>
                  <a:close/>
                  <a:moveTo>
                    <a:pt x="6930" y="51"/>
                  </a:moveTo>
                  <a:lnTo>
                    <a:pt x="6679" y="84"/>
                  </a:lnTo>
                  <a:lnTo>
                    <a:pt x="6662" y="84"/>
                  </a:lnTo>
                  <a:lnTo>
                    <a:pt x="6729" y="603"/>
                  </a:lnTo>
                  <a:lnTo>
                    <a:pt x="6746" y="603"/>
                  </a:lnTo>
                  <a:lnTo>
                    <a:pt x="6997" y="570"/>
                  </a:lnTo>
                  <a:lnTo>
                    <a:pt x="7014" y="570"/>
                  </a:lnTo>
                  <a:lnTo>
                    <a:pt x="6947" y="51"/>
                  </a:lnTo>
                  <a:close/>
                  <a:moveTo>
                    <a:pt x="9039" y="151"/>
                  </a:moveTo>
                  <a:lnTo>
                    <a:pt x="9274" y="185"/>
                  </a:lnTo>
                  <a:lnTo>
                    <a:pt x="9173" y="653"/>
                  </a:lnTo>
                  <a:cubicBezTo>
                    <a:pt x="9106" y="637"/>
                    <a:pt x="9039" y="620"/>
                    <a:pt x="8972" y="620"/>
                  </a:cubicBezTo>
                  <a:lnTo>
                    <a:pt x="9039" y="151"/>
                  </a:lnTo>
                  <a:close/>
                  <a:moveTo>
                    <a:pt x="9023" y="118"/>
                  </a:moveTo>
                  <a:lnTo>
                    <a:pt x="8922" y="637"/>
                  </a:lnTo>
                  <a:lnTo>
                    <a:pt x="8939" y="637"/>
                  </a:lnTo>
                  <a:lnTo>
                    <a:pt x="9190" y="687"/>
                  </a:lnTo>
                  <a:lnTo>
                    <a:pt x="9207" y="687"/>
                  </a:lnTo>
                  <a:lnTo>
                    <a:pt x="9307" y="168"/>
                  </a:lnTo>
                  <a:lnTo>
                    <a:pt x="9290" y="168"/>
                  </a:lnTo>
                  <a:cubicBezTo>
                    <a:pt x="9207" y="134"/>
                    <a:pt x="9123" y="118"/>
                    <a:pt x="9039" y="118"/>
                  </a:cubicBezTo>
                  <a:close/>
                  <a:moveTo>
                    <a:pt x="6144" y="201"/>
                  </a:moveTo>
                  <a:lnTo>
                    <a:pt x="6244" y="653"/>
                  </a:lnTo>
                  <a:lnTo>
                    <a:pt x="6043" y="704"/>
                  </a:lnTo>
                  <a:lnTo>
                    <a:pt x="5926" y="252"/>
                  </a:lnTo>
                  <a:lnTo>
                    <a:pt x="6144" y="201"/>
                  </a:lnTo>
                  <a:close/>
                  <a:moveTo>
                    <a:pt x="6160" y="168"/>
                  </a:moveTo>
                  <a:lnTo>
                    <a:pt x="5909" y="218"/>
                  </a:lnTo>
                  <a:lnTo>
                    <a:pt x="5892" y="218"/>
                  </a:lnTo>
                  <a:lnTo>
                    <a:pt x="6010" y="737"/>
                  </a:lnTo>
                  <a:lnTo>
                    <a:pt x="6026" y="737"/>
                  </a:lnTo>
                  <a:lnTo>
                    <a:pt x="6277" y="687"/>
                  </a:lnTo>
                  <a:lnTo>
                    <a:pt x="6177" y="168"/>
                  </a:lnTo>
                  <a:close/>
                  <a:moveTo>
                    <a:pt x="9826" y="319"/>
                  </a:moveTo>
                  <a:lnTo>
                    <a:pt x="10027" y="386"/>
                  </a:lnTo>
                  <a:lnTo>
                    <a:pt x="9910" y="838"/>
                  </a:lnTo>
                  <a:lnTo>
                    <a:pt x="9692" y="771"/>
                  </a:lnTo>
                  <a:lnTo>
                    <a:pt x="9826" y="319"/>
                  </a:lnTo>
                  <a:close/>
                  <a:moveTo>
                    <a:pt x="9793" y="285"/>
                  </a:moveTo>
                  <a:lnTo>
                    <a:pt x="9642" y="787"/>
                  </a:lnTo>
                  <a:lnTo>
                    <a:pt x="9659" y="787"/>
                  </a:lnTo>
                  <a:lnTo>
                    <a:pt x="9893" y="871"/>
                  </a:lnTo>
                  <a:lnTo>
                    <a:pt x="9910" y="871"/>
                  </a:lnTo>
                  <a:lnTo>
                    <a:pt x="10077" y="352"/>
                  </a:lnTo>
                  <a:lnTo>
                    <a:pt x="10060" y="352"/>
                  </a:lnTo>
                  <a:lnTo>
                    <a:pt x="9809" y="285"/>
                  </a:lnTo>
                  <a:close/>
                  <a:moveTo>
                    <a:pt x="5390" y="402"/>
                  </a:moveTo>
                  <a:lnTo>
                    <a:pt x="5558" y="854"/>
                  </a:lnTo>
                  <a:lnTo>
                    <a:pt x="5340" y="921"/>
                  </a:lnTo>
                  <a:lnTo>
                    <a:pt x="5189" y="469"/>
                  </a:lnTo>
                  <a:lnTo>
                    <a:pt x="5390" y="402"/>
                  </a:lnTo>
                  <a:close/>
                  <a:moveTo>
                    <a:pt x="5407" y="369"/>
                  </a:moveTo>
                  <a:cubicBezTo>
                    <a:pt x="5323" y="402"/>
                    <a:pt x="5240" y="419"/>
                    <a:pt x="5156" y="453"/>
                  </a:cubicBezTo>
                  <a:lnTo>
                    <a:pt x="5139" y="453"/>
                  </a:lnTo>
                  <a:lnTo>
                    <a:pt x="5307" y="955"/>
                  </a:lnTo>
                  <a:lnTo>
                    <a:pt x="5323" y="955"/>
                  </a:lnTo>
                  <a:lnTo>
                    <a:pt x="5558" y="888"/>
                  </a:lnTo>
                  <a:lnTo>
                    <a:pt x="5574" y="888"/>
                  </a:lnTo>
                  <a:lnTo>
                    <a:pt x="5424" y="369"/>
                  </a:lnTo>
                  <a:close/>
                  <a:moveTo>
                    <a:pt x="10563" y="570"/>
                  </a:moveTo>
                  <a:lnTo>
                    <a:pt x="10763" y="653"/>
                  </a:lnTo>
                  <a:lnTo>
                    <a:pt x="10579" y="1089"/>
                  </a:lnTo>
                  <a:lnTo>
                    <a:pt x="10378" y="1005"/>
                  </a:lnTo>
                  <a:lnTo>
                    <a:pt x="10563" y="570"/>
                  </a:lnTo>
                  <a:close/>
                  <a:moveTo>
                    <a:pt x="10529" y="519"/>
                  </a:moveTo>
                  <a:lnTo>
                    <a:pt x="10328" y="1038"/>
                  </a:lnTo>
                  <a:lnTo>
                    <a:pt x="10345" y="1038"/>
                  </a:lnTo>
                  <a:lnTo>
                    <a:pt x="10579" y="1122"/>
                  </a:lnTo>
                  <a:lnTo>
                    <a:pt x="10596" y="1122"/>
                  </a:lnTo>
                  <a:lnTo>
                    <a:pt x="10814" y="620"/>
                  </a:lnTo>
                  <a:lnTo>
                    <a:pt x="10797" y="620"/>
                  </a:lnTo>
                  <a:lnTo>
                    <a:pt x="10546" y="519"/>
                  </a:lnTo>
                  <a:close/>
                  <a:moveTo>
                    <a:pt x="11266" y="888"/>
                  </a:moveTo>
                  <a:cubicBezTo>
                    <a:pt x="11333" y="921"/>
                    <a:pt x="11399" y="955"/>
                    <a:pt x="11466" y="988"/>
                  </a:cubicBezTo>
                  <a:lnTo>
                    <a:pt x="11249" y="1407"/>
                  </a:lnTo>
                  <a:cubicBezTo>
                    <a:pt x="11182" y="1373"/>
                    <a:pt x="11115" y="1340"/>
                    <a:pt x="11048" y="1306"/>
                  </a:cubicBezTo>
                  <a:lnTo>
                    <a:pt x="11266" y="888"/>
                  </a:lnTo>
                  <a:close/>
                  <a:moveTo>
                    <a:pt x="11249" y="838"/>
                  </a:moveTo>
                  <a:lnTo>
                    <a:pt x="11014" y="1323"/>
                  </a:lnTo>
                  <a:lnTo>
                    <a:pt x="11031" y="1323"/>
                  </a:lnTo>
                  <a:lnTo>
                    <a:pt x="11232" y="1423"/>
                  </a:lnTo>
                  <a:lnTo>
                    <a:pt x="11249" y="1423"/>
                  </a:lnTo>
                  <a:lnTo>
                    <a:pt x="11517" y="971"/>
                  </a:lnTo>
                  <a:lnTo>
                    <a:pt x="11500" y="971"/>
                  </a:lnTo>
                  <a:lnTo>
                    <a:pt x="11266" y="838"/>
                  </a:lnTo>
                  <a:close/>
                  <a:moveTo>
                    <a:pt x="11935" y="1273"/>
                  </a:moveTo>
                  <a:lnTo>
                    <a:pt x="12119" y="1407"/>
                  </a:lnTo>
                  <a:lnTo>
                    <a:pt x="11851" y="1792"/>
                  </a:lnTo>
                  <a:lnTo>
                    <a:pt x="11684" y="1674"/>
                  </a:lnTo>
                  <a:lnTo>
                    <a:pt x="11935" y="1273"/>
                  </a:lnTo>
                  <a:close/>
                  <a:moveTo>
                    <a:pt x="11918" y="1222"/>
                  </a:moveTo>
                  <a:lnTo>
                    <a:pt x="11634" y="1674"/>
                  </a:lnTo>
                  <a:lnTo>
                    <a:pt x="11835" y="1808"/>
                  </a:lnTo>
                  <a:lnTo>
                    <a:pt x="11851" y="1808"/>
                  </a:lnTo>
                  <a:lnTo>
                    <a:pt x="12153" y="1373"/>
                  </a:lnTo>
                  <a:cubicBezTo>
                    <a:pt x="12086" y="1323"/>
                    <a:pt x="12019" y="1273"/>
                    <a:pt x="11935" y="1222"/>
                  </a:cubicBezTo>
                  <a:close/>
                  <a:moveTo>
                    <a:pt x="12571" y="1725"/>
                  </a:moveTo>
                  <a:lnTo>
                    <a:pt x="12755" y="1875"/>
                  </a:lnTo>
                  <a:lnTo>
                    <a:pt x="12454" y="2227"/>
                  </a:lnTo>
                  <a:lnTo>
                    <a:pt x="12287" y="2093"/>
                  </a:lnTo>
                  <a:lnTo>
                    <a:pt x="12571" y="1725"/>
                  </a:lnTo>
                  <a:close/>
                  <a:moveTo>
                    <a:pt x="12571" y="1691"/>
                  </a:moveTo>
                  <a:lnTo>
                    <a:pt x="12236" y="2110"/>
                  </a:lnTo>
                  <a:lnTo>
                    <a:pt x="12253" y="2110"/>
                  </a:lnTo>
                  <a:cubicBezTo>
                    <a:pt x="12320" y="2160"/>
                    <a:pt x="12387" y="2210"/>
                    <a:pt x="12454" y="2277"/>
                  </a:cubicBezTo>
                  <a:lnTo>
                    <a:pt x="12806" y="1875"/>
                  </a:lnTo>
                  <a:lnTo>
                    <a:pt x="12789" y="1859"/>
                  </a:lnTo>
                  <a:cubicBezTo>
                    <a:pt x="12722" y="1808"/>
                    <a:pt x="12655" y="1758"/>
                    <a:pt x="12588" y="1691"/>
                  </a:cubicBezTo>
                  <a:close/>
                  <a:moveTo>
                    <a:pt x="13157" y="2244"/>
                  </a:moveTo>
                  <a:lnTo>
                    <a:pt x="13308" y="2411"/>
                  </a:lnTo>
                  <a:lnTo>
                    <a:pt x="12973" y="2746"/>
                  </a:lnTo>
                  <a:cubicBezTo>
                    <a:pt x="12923" y="2679"/>
                    <a:pt x="12872" y="2629"/>
                    <a:pt x="12822" y="2595"/>
                  </a:cubicBezTo>
                  <a:lnTo>
                    <a:pt x="13157" y="2244"/>
                  </a:lnTo>
                  <a:close/>
                  <a:moveTo>
                    <a:pt x="13157" y="2210"/>
                  </a:moveTo>
                  <a:lnTo>
                    <a:pt x="12789" y="2595"/>
                  </a:lnTo>
                  <a:lnTo>
                    <a:pt x="12806" y="2595"/>
                  </a:lnTo>
                  <a:cubicBezTo>
                    <a:pt x="12856" y="2662"/>
                    <a:pt x="12923" y="2712"/>
                    <a:pt x="12973" y="2779"/>
                  </a:cubicBezTo>
                  <a:lnTo>
                    <a:pt x="13358" y="2411"/>
                  </a:lnTo>
                  <a:lnTo>
                    <a:pt x="13358" y="2394"/>
                  </a:lnTo>
                  <a:lnTo>
                    <a:pt x="13174" y="2210"/>
                  </a:lnTo>
                  <a:close/>
                  <a:moveTo>
                    <a:pt x="13693" y="2829"/>
                  </a:moveTo>
                  <a:lnTo>
                    <a:pt x="13827" y="3014"/>
                  </a:lnTo>
                  <a:lnTo>
                    <a:pt x="13458" y="3298"/>
                  </a:lnTo>
                  <a:lnTo>
                    <a:pt x="13324" y="3131"/>
                  </a:lnTo>
                  <a:lnTo>
                    <a:pt x="13693" y="2829"/>
                  </a:lnTo>
                  <a:close/>
                  <a:moveTo>
                    <a:pt x="13693" y="2779"/>
                  </a:moveTo>
                  <a:lnTo>
                    <a:pt x="13274" y="3131"/>
                  </a:lnTo>
                  <a:lnTo>
                    <a:pt x="13291" y="3147"/>
                  </a:lnTo>
                  <a:cubicBezTo>
                    <a:pt x="13341" y="3198"/>
                    <a:pt x="13391" y="3265"/>
                    <a:pt x="13442" y="3332"/>
                  </a:cubicBezTo>
                  <a:lnTo>
                    <a:pt x="13458" y="3348"/>
                  </a:lnTo>
                  <a:lnTo>
                    <a:pt x="13877" y="3014"/>
                  </a:lnTo>
                  <a:lnTo>
                    <a:pt x="13860" y="2997"/>
                  </a:lnTo>
                  <a:cubicBezTo>
                    <a:pt x="13810" y="2930"/>
                    <a:pt x="13760" y="2863"/>
                    <a:pt x="13693" y="2796"/>
                  </a:cubicBezTo>
                  <a:lnTo>
                    <a:pt x="13693" y="2779"/>
                  </a:lnTo>
                  <a:close/>
                  <a:moveTo>
                    <a:pt x="14145" y="3449"/>
                  </a:moveTo>
                  <a:lnTo>
                    <a:pt x="14262" y="3633"/>
                  </a:lnTo>
                  <a:lnTo>
                    <a:pt x="13877" y="3884"/>
                  </a:lnTo>
                  <a:lnTo>
                    <a:pt x="13760" y="3717"/>
                  </a:lnTo>
                  <a:lnTo>
                    <a:pt x="14145" y="3449"/>
                  </a:lnTo>
                  <a:close/>
                  <a:moveTo>
                    <a:pt x="14178" y="3399"/>
                  </a:moveTo>
                  <a:lnTo>
                    <a:pt x="13726" y="3700"/>
                  </a:lnTo>
                  <a:lnTo>
                    <a:pt x="13726" y="3717"/>
                  </a:lnTo>
                  <a:cubicBezTo>
                    <a:pt x="13776" y="3783"/>
                    <a:pt x="13827" y="3850"/>
                    <a:pt x="13860" y="3917"/>
                  </a:cubicBezTo>
                  <a:lnTo>
                    <a:pt x="13860" y="3934"/>
                  </a:lnTo>
                  <a:lnTo>
                    <a:pt x="14312" y="3650"/>
                  </a:lnTo>
                  <a:lnTo>
                    <a:pt x="14312" y="3633"/>
                  </a:lnTo>
                  <a:cubicBezTo>
                    <a:pt x="14262" y="3566"/>
                    <a:pt x="14228" y="3499"/>
                    <a:pt x="14178" y="3415"/>
                  </a:cubicBezTo>
                  <a:lnTo>
                    <a:pt x="14178" y="3399"/>
                  </a:lnTo>
                  <a:close/>
                  <a:moveTo>
                    <a:pt x="1172" y="3700"/>
                  </a:moveTo>
                  <a:lnTo>
                    <a:pt x="1574" y="3951"/>
                  </a:lnTo>
                  <a:lnTo>
                    <a:pt x="1474" y="4135"/>
                  </a:lnTo>
                  <a:lnTo>
                    <a:pt x="1055" y="3901"/>
                  </a:lnTo>
                  <a:lnTo>
                    <a:pt x="1172" y="3700"/>
                  </a:lnTo>
                  <a:close/>
                  <a:moveTo>
                    <a:pt x="1139" y="3666"/>
                  </a:moveTo>
                  <a:cubicBezTo>
                    <a:pt x="1089" y="3750"/>
                    <a:pt x="1055" y="3817"/>
                    <a:pt x="1005" y="3901"/>
                  </a:cubicBezTo>
                  <a:lnTo>
                    <a:pt x="1005" y="3917"/>
                  </a:lnTo>
                  <a:lnTo>
                    <a:pt x="1474" y="4185"/>
                  </a:lnTo>
                  <a:lnTo>
                    <a:pt x="1474" y="4168"/>
                  </a:lnTo>
                  <a:lnTo>
                    <a:pt x="1591" y="3951"/>
                  </a:lnTo>
                  <a:lnTo>
                    <a:pt x="1591" y="3934"/>
                  </a:lnTo>
                  <a:lnTo>
                    <a:pt x="1139" y="3666"/>
                  </a:lnTo>
                  <a:close/>
                  <a:moveTo>
                    <a:pt x="14563" y="4118"/>
                  </a:moveTo>
                  <a:cubicBezTo>
                    <a:pt x="14597" y="4185"/>
                    <a:pt x="14630" y="4269"/>
                    <a:pt x="14647" y="4319"/>
                  </a:cubicBezTo>
                  <a:lnTo>
                    <a:pt x="14228" y="4537"/>
                  </a:lnTo>
                  <a:lnTo>
                    <a:pt x="14128" y="4336"/>
                  </a:lnTo>
                  <a:lnTo>
                    <a:pt x="14546" y="4118"/>
                  </a:lnTo>
                  <a:close/>
                  <a:moveTo>
                    <a:pt x="14563" y="4085"/>
                  </a:moveTo>
                  <a:lnTo>
                    <a:pt x="14094" y="4336"/>
                  </a:lnTo>
                  <a:lnTo>
                    <a:pt x="14094" y="4353"/>
                  </a:lnTo>
                  <a:lnTo>
                    <a:pt x="14212" y="4570"/>
                  </a:lnTo>
                  <a:lnTo>
                    <a:pt x="14680" y="4336"/>
                  </a:lnTo>
                  <a:lnTo>
                    <a:pt x="14680" y="4319"/>
                  </a:lnTo>
                  <a:cubicBezTo>
                    <a:pt x="14647" y="4252"/>
                    <a:pt x="14597" y="4168"/>
                    <a:pt x="14563" y="4085"/>
                  </a:cubicBezTo>
                  <a:close/>
                  <a:moveTo>
                    <a:pt x="787" y="4386"/>
                  </a:moveTo>
                  <a:lnTo>
                    <a:pt x="1206" y="4587"/>
                  </a:lnTo>
                  <a:cubicBezTo>
                    <a:pt x="1172" y="4654"/>
                    <a:pt x="1139" y="4721"/>
                    <a:pt x="1105" y="4788"/>
                  </a:cubicBezTo>
                  <a:lnTo>
                    <a:pt x="687" y="4587"/>
                  </a:lnTo>
                  <a:cubicBezTo>
                    <a:pt x="720" y="4520"/>
                    <a:pt x="754" y="4453"/>
                    <a:pt x="787" y="4386"/>
                  </a:cubicBezTo>
                  <a:close/>
                  <a:moveTo>
                    <a:pt x="771" y="4336"/>
                  </a:moveTo>
                  <a:lnTo>
                    <a:pt x="771" y="4353"/>
                  </a:lnTo>
                  <a:cubicBezTo>
                    <a:pt x="737" y="4420"/>
                    <a:pt x="704" y="4487"/>
                    <a:pt x="670" y="4570"/>
                  </a:cubicBezTo>
                  <a:lnTo>
                    <a:pt x="653" y="4604"/>
                  </a:lnTo>
                  <a:lnTo>
                    <a:pt x="653" y="4620"/>
                  </a:lnTo>
                  <a:lnTo>
                    <a:pt x="1139" y="4821"/>
                  </a:lnTo>
                  <a:lnTo>
                    <a:pt x="1139" y="4805"/>
                  </a:lnTo>
                  <a:cubicBezTo>
                    <a:pt x="1172" y="4738"/>
                    <a:pt x="1206" y="4654"/>
                    <a:pt x="1256" y="4587"/>
                  </a:cubicBezTo>
                  <a:lnTo>
                    <a:pt x="1256" y="4570"/>
                  </a:lnTo>
                  <a:lnTo>
                    <a:pt x="771" y="4336"/>
                  </a:lnTo>
                  <a:close/>
                  <a:moveTo>
                    <a:pt x="14881" y="4838"/>
                  </a:moveTo>
                  <a:cubicBezTo>
                    <a:pt x="14915" y="4905"/>
                    <a:pt x="14948" y="4972"/>
                    <a:pt x="14965" y="5056"/>
                  </a:cubicBezTo>
                  <a:lnTo>
                    <a:pt x="14530" y="5223"/>
                  </a:lnTo>
                  <a:cubicBezTo>
                    <a:pt x="14496" y="5139"/>
                    <a:pt x="14463" y="5072"/>
                    <a:pt x="14446" y="5005"/>
                  </a:cubicBezTo>
                  <a:lnTo>
                    <a:pt x="14881" y="4838"/>
                  </a:lnTo>
                  <a:close/>
                  <a:moveTo>
                    <a:pt x="14898" y="4788"/>
                  </a:moveTo>
                  <a:lnTo>
                    <a:pt x="14396" y="4989"/>
                  </a:lnTo>
                  <a:lnTo>
                    <a:pt x="14396" y="5005"/>
                  </a:lnTo>
                  <a:cubicBezTo>
                    <a:pt x="14429" y="5072"/>
                    <a:pt x="14463" y="5156"/>
                    <a:pt x="14496" y="5223"/>
                  </a:cubicBezTo>
                  <a:lnTo>
                    <a:pt x="14496" y="5240"/>
                  </a:lnTo>
                  <a:lnTo>
                    <a:pt x="14998" y="5056"/>
                  </a:lnTo>
                  <a:lnTo>
                    <a:pt x="14998" y="5039"/>
                  </a:lnTo>
                  <a:cubicBezTo>
                    <a:pt x="14965" y="4955"/>
                    <a:pt x="14931" y="4872"/>
                    <a:pt x="14898" y="4788"/>
                  </a:cubicBezTo>
                  <a:close/>
                  <a:moveTo>
                    <a:pt x="486" y="5106"/>
                  </a:moveTo>
                  <a:lnTo>
                    <a:pt x="921" y="5273"/>
                  </a:lnTo>
                  <a:lnTo>
                    <a:pt x="854" y="5457"/>
                  </a:lnTo>
                  <a:lnTo>
                    <a:pt x="402" y="5323"/>
                  </a:lnTo>
                  <a:cubicBezTo>
                    <a:pt x="436" y="5256"/>
                    <a:pt x="452" y="5173"/>
                    <a:pt x="486" y="5106"/>
                  </a:cubicBezTo>
                  <a:close/>
                  <a:moveTo>
                    <a:pt x="469" y="5056"/>
                  </a:moveTo>
                  <a:lnTo>
                    <a:pt x="469" y="5072"/>
                  </a:lnTo>
                  <a:cubicBezTo>
                    <a:pt x="436" y="5156"/>
                    <a:pt x="402" y="5240"/>
                    <a:pt x="386" y="5323"/>
                  </a:cubicBezTo>
                  <a:lnTo>
                    <a:pt x="386" y="5340"/>
                  </a:lnTo>
                  <a:lnTo>
                    <a:pt x="888" y="5508"/>
                  </a:lnTo>
                  <a:lnTo>
                    <a:pt x="888" y="5491"/>
                  </a:lnTo>
                  <a:cubicBezTo>
                    <a:pt x="904" y="5424"/>
                    <a:pt x="938" y="5340"/>
                    <a:pt x="971" y="5256"/>
                  </a:cubicBezTo>
                  <a:lnTo>
                    <a:pt x="469" y="5056"/>
                  </a:lnTo>
                  <a:close/>
                  <a:moveTo>
                    <a:pt x="15149" y="5575"/>
                  </a:moveTo>
                  <a:cubicBezTo>
                    <a:pt x="15166" y="5641"/>
                    <a:pt x="15199" y="5725"/>
                    <a:pt x="15199" y="5792"/>
                  </a:cubicBezTo>
                  <a:lnTo>
                    <a:pt x="14747" y="5909"/>
                  </a:lnTo>
                  <a:cubicBezTo>
                    <a:pt x="14730" y="5842"/>
                    <a:pt x="14714" y="5775"/>
                    <a:pt x="14680" y="5708"/>
                  </a:cubicBezTo>
                  <a:lnTo>
                    <a:pt x="15132" y="5575"/>
                  </a:lnTo>
                  <a:close/>
                  <a:moveTo>
                    <a:pt x="15166" y="5524"/>
                  </a:moveTo>
                  <a:lnTo>
                    <a:pt x="14647" y="5675"/>
                  </a:lnTo>
                  <a:lnTo>
                    <a:pt x="14647" y="5708"/>
                  </a:lnTo>
                  <a:cubicBezTo>
                    <a:pt x="14663" y="5792"/>
                    <a:pt x="14697" y="5876"/>
                    <a:pt x="14714" y="5943"/>
                  </a:cubicBezTo>
                  <a:lnTo>
                    <a:pt x="14714" y="5960"/>
                  </a:lnTo>
                  <a:lnTo>
                    <a:pt x="15233" y="5826"/>
                  </a:lnTo>
                  <a:lnTo>
                    <a:pt x="15233" y="5809"/>
                  </a:lnTo>
                  <a:cubicBezTo>
                    <a:pt x="15216" y="5725"/>
                    <a:pt x="15182" y="5641"/>
                    <a:pt x="15166" y="5558"/>
                  </a:cubicBezTo>
                  <a:lnTo>
                    <a:pt x="15166" y="5524"/>
                  </a:lnTo>
                  <a:close/>
                  <a:moveTo>
                    <a:pt x="252" y="5859"/>
                  </a:moveTo>
                  <a:lnTo>
                    <a:pt x="704" y="5976"/>
                  </a:lnTo>
                  <a:lnTo>
                    <a:pt x="653" y="6177"/>
                  </a:lnTo>
                  <a:lnTo>
                    <a:pt x="201" y="6077"/>
                  </a:lnTo>
                  <a:cubicBezTo>
                    <a:pt x="218" y="6010"/>
                    <a:pt x="235" y="5926"/>
                    <a:pt x="252" y="5859"/>
                  </a:cubicBezTo>
                  <a:close/>
                  <a:moveTo>
                    <a:pt x="235" y="5826"/>
                  </a:moveTo>
                  <a:cubicBezTo>
                    <a:pt x="201" y="5909"/>
                    <a:pt x="185" y="6010"/>
                    <a:pt x="168" y="6093"/>
                  </a:cubicBezTo>
                  <a:lnTo>
                    <a:pt x="168" y="6110"/>
                  </a:lnTo>
                  <a:lnTo>
                    <a:pt x="687" y="6211"/>
                  </a:lnTo>
                  <a:cubicBezTo>
                    <a:pt x="704" y="6127"/>
                    <a:pt x="720" y="6043"/>
                    <a:pt x="754" y="5960"/>
                  </a:cubicBezTo>
                  <a:lnTo>
                    <a:pt x="754" y="5943"/>
                  </a:lnTo>
                  <a:lnTo>
                    <a:pt x="235" y="5826"/>
                  </a:lnTo>
                  <a:close/>
                  <a:moveTo>
                    <a:pt x="101" y="6629"/>
                  </a:moveTo>
                  <a:lnTo>
                    <a:pt x="570" y="6696"/>
                  </a:lnTo>
                  <a:lnTo>
                    <a:pt x="553" y="6696"/>
                  </a:lnTo>
                  <a:cubicBezTo>
                    <a:pt x="553" y="6780"/>
                    <a:pt x="553" y="6830"/>
                    <a:pt x="536" y="6914"/>
                  </a:cubicBezTo>
                  <a:lnTo>
                    <a:pt x="84" y="6847"/>
                  </a:lnTo>
                  <a:cubicBezTo>
                    <a:pt x="84" y="6780"/>
                    <a:pt x="101" y="6696"/>
                    <a:pt x="101" y="6629"/>
                  </a:cubicBezTo>
                  <a:close/>
                  <a:moveTo>
                    <a:pt x="84" y="6579"/>
                  </a:moveTo>
                  <a:lnTo>
                    <a:pt x="84" y="6596"/>
                  </a:lnTo>
                  <a:cubicBezTo>
                    <a:pt x="67" y="6696"/>
                    <a:pt x="51" y="6780"/>
                    <a:pt x="51" y="6863"/>
                  </a:cubicBezTo>
                  <a:lnTo>
                    <a:pt x="51" y="6880"/>
                  </a:lnTo>
                  <a:lnTo>
                    <a:pt x="570" y="6947"/>
                  </a:lnTo>
                  <a:lnTo>
                    <a:pt x="570" y="6930"/>
                  </a:lnTo>
                  <a:cubicBezTo>
                    <a:pt x="586" y="6847"/>
                    <a:pt x="603" y="6763"/>
                    <a:pt x="603" y="6679"/>
                  </a:cubicBezTo>
                  <a:lnTo>
                    <a:pt x="603" y="6663"/>
                  </a:lnTo>
                  <a:lnTo>
                    <a:pt x="84" y="6579"/>
                  </a:lnTo>
                  <a:close/>
                  <a:moveTo>
                    <a:pt x="17" y="7399"/>
                  </a:moveTo>
                  <a:lnTo>
                    <a:pt x="486" y="7431"/>
                  </a:lnTo>
                  <a:lnTo>
                    <a:pt x="486" y="7431"/>
                  </a:lnTo>
                  <a:cubicBezTo>
                    <a:pt x="486" y="7508"/>
                    <a:pt x="486" y="7571"/>
                    <a:pt x="486" y="7633"/>
                  </a:cubicBezTo>
                  <a:lnTo>
                    <a:pt x="17" y="7633"/>
                  </a:lnTo>
                  <a:lnTo>
                    <a:pt x="17" y="7399"/>
                  </a:lnTo>
                  <a:close/>
                  <a:moveTo>
                    <a:pt x="1" y="7366"/>
                  </a:moveTo>
                  <a:lnTo>
                    <a:pt x="1" y="7382"/>
                  </a:lnTo>
                  <a:lnTo>
                    <a:pt x="1" y="7650"/>
                  </a:lnTo>
                  <a:lnTo>
                    <a:pt x="1" y="7667"/>
                  </a:lnTo>
                  <a:lnTo>
                    <a:pt x="536" y="7667"/>
                  </a:lnTo>
                  <a:lnTo>
                    <a:pt x="536" y="7650"/>
                  </a:lnTo>
                  <a:lnTo>
                    <a:pt x="536" y="7399"/>
                  </a:lnTo>
                  <a:lnTo>
                    <a:pt x="1" y="7366"/>
                  </a:lnTo>
                  <a:close/>
                  <a:moveTo>
                    <a:pt x="486" y="8153"/>
                  </a:moveTo>
                  <a:lnTo>
                    <a:pt x="486" y="8153"/>
                  </a:lnTo>
                  <a:cubicBezTo>
                    <a:pt x="503" y="8237"/>
                    <a:pt x="503" y="8303"/>
                    <a:pt x="519" y="8370"/>
                  </a:cubicBezTo>
                  <a:lnTo>
                    <a:pt x="51" y="8403"/>
                  </a:lnTo>
                  <a:cubicBezTo>
                    <a:pt x="34" y="8336"/>
                    <a:pt x="34" y="8253"/>
                    <a:pt x="34" y="8186"/>
                  </a:cubicBezTo>
                  <a:lnTo>
                    <a:pt x="486" y="8153"/>
                  </a:lnTo>
                  <a:close/>
                  <a:moveTo>
                    <a:pt x="536" y="8136"/>
                  </a:moveTo>
                  <a:lnTo>
                    <a:pt x="1" y="8152"/>
                  </a:lnTo>
                  <a:lnTo>
                    <a:pt x="1" y="8169"/>
                  </a:lnTo>
                  <a:cubicBezTo>
                    <a:pt x="1" y="8253"/>
                    <a:pt x="17" y="8353"/>
                    <a:pt x="17" y="8437"/>
                  </a:cubicBezTo>
                  <a:lnTo>
                    <a:pt x="17" y="8454"/>
                  </a:lnTo>
                  <a:lnTo>
                    <a:pt x="553" y="8403"/>
                  </a:lnTo>
                  <a:lnTo>
                    <a:pt x="553" y="8387"/>
                  </a:lnTo>
                  <a:cubicBezTo>
                    <a:pt x="536" y="8303"/>
                    <a:pt x="536" y="8219"/>
                    <a:pt x="536" y="8136"/>
                  </a:cubicBezTo>
                  <a:close/>
                  <a:moveTo>
                    <a:pt x="570" y="8891"/>
                  </a:moveTo>
                  <a:cubicBezTo>
                    <a:pt x="586" y="8957"/>
                    <a:pt x="587" y="9023"/>
                    <a:pt x="620" y="9090"/>
                  </a:cubicBezTo>
                  <a:lnTo>
                    <a:pt x="168" y="9190"/>
                  </a:lnTo>
                  <a:cubicBezTo>
                    <a:pt x="151" y="9106"/>
                    <a:pt x="134" y="9039"/>
                    <a:pt x="118" y="8956"/>
                  </a:cubicBezTo>
                  <a:lnTo>
                    <a:pt x="570" y="8891"/>
                  </a:lnTo>
                  <a:close/>
                  <a:moveTo>
                    <a:pt x="620" y="8855"/>
                  </a:moveTo>
                  <a:lnTo>
                    <a:pt x="84" y="8939"/>
                  </a:lnTo>
                  <a:cubicBezTo>
                    <a:pt x="101" y="9039"/>
                    <a:pt x="118" y="9123"/>
                    <a:pt x="134" y="9207"/>
                  </a:cubicBezTo>
                  <a:lnTo>
                    <a:pt x="134" y="9224"/>
                  </a:lnTo>
                  <a:lnTo>
                    <a:pt x="653" y="9123"/>
                  </a:lnTo>
                  <a:lnTo>
                    <a:pt x="653" y="9106"/>
                  </a:lnTo>
                  <a:cubicBezTo>
                    <a:pt x="637" y="9023"/>
                    <a:pt x="620" y="8939"/>
                    <a:pt x="620" y="8872"/>
                  </a:cubicBezTo>
                  <a:lnTo>
                    <a:pt x="620" y="8855"/>
                  </a:lnTo>
                  <a:close/>
                  <a:moveTo>
                    <a:pt x="14814" y="9357"/>
                  </a:moveTo>
                  <a:lnTo>
                    <a:pt x="15279" y="9474"/>
                  </a:lnTo>
                  <a:lnTo>
                    <a:pt x="15279" y="9474"/>
                  </a:lnTo>
                  <a:cubicBezTo>
                    <a:pt x="15263" y="9538"/>
                    <a:pt x="15247" y="9615"/>
                    <a:pt x="15216" y="9692"/>
                  </a:cubicBezTo>
                  <a:lnTo>
                    <a:pt x="14764" y="9575"/>
                  </a:lnTo>
                  <a:cubicBezTo>
                    <a:pt x="14781" y="9508"/>
                    <a:pt x="14797" y="9441"/>
                    <a:pt x="14814" y="9357"/>
                  </a:cubicBezTo>
                  <a:close/>
                  <a:moveTo>
                    <a:pt x="14797" y="9324"/>
                  </a:moveTo>
                  <a:lnTo>
                    <a:pt x="14797" y="9341"/>
                  </a:lnTo>
                  <a:cubicBezTo>
                    <a:pt x="14781" y="9424"/>
                    <a:pt x="14764" y="9508"/>
                    <a:pt x="14730" y="9575"/>
                  </a:cubicBezTo>
                  <a:lnTo>
                    <a:pt x="14730" y="9592"/>
                  </a:lnTo>
                  <a:lnTo>
                    <a:pt x="15249" y="9726"/>
                  </a:lnTo>
                  <a:lnTo>
                    <a:pt x="15249" y="9709"/>
                  </a:lnTo>
                  <a:cubicBezTo>
                    <a:pt x="15283" y="9625"/>
                    <a:pt x="15300" y="9542"/>
                    <a:pt x="15316" y="9458"/>
                  </a:cubicBezTo>
                  <a:lnTo>
                    <a:pt x="15316" y="9441"/>
                  </a:lnTo>
                  <a:lnTo>
                    <a:pt x="14797" y="9324"/>
                  </a:lnTo>
                  <a:close/>
                  <a:moveTo>
                    <a:pt x="720" y="9609"/>
                  </a:moveTo>
                  <a:cubicBezTo>
                    <a:pt x="737" y="9675"/>
                    <a:pt x="754" y="9742"/>
                    <a:pt x="787" y="9809"/>
                  </a:cubicBezTo>
                  <a:lnTo>
                    <a:pt x="335" y="9943"/>
                  </a:lnTo>
                  <a:cubicBezTo>
                    <a:pt x="302" y="9876"/>
                    <a:pt x="285" y="9793"/>
                    <a:pt x="268" y="9726"/>
                  </a:cubicBezTo>
                  <a:lnTo>
                    <a:pt x="720" y="9609"/>
                  </a:lnTo>
                  <a:close/>
                  <a:moveTo>
                    <a:pt x="737" y="9575"/>
                  </a:moveTo>
                  <a:lnTo>
                    <a:pt x="235" y="9709"/>
                  </a:lnTo>
                  <a:lnTo>
                    <a:pt x="218" y="9726"/>
                  </a:lnTo>
                  <a:cubicBezTo>
                    <a:pt x="252" y="9793"/>
                    <a:pt x="268" y="9876"/>
                    <a:pt x="302" y="9960"/>
                  </a:cubicBezTo>
                  <a:lnTo>
                    <a:pt x="302" y="9993"/>
                  </a:lnTo>
                  <a:lnTo>
                    <a:pt x="804" y="9826"/>
                  </a:lnTo>
                  <a:lnTo>
                    <a:pt x="804" y="9809"/>
                  </a:lnTo>
                  <a:cubicBezTo>
                    <a:pt x="787" y="9742"/>
                    <a:pt x="771" y="9659"/>
                    <a:pt x="737" y="9575"/>
                  </a:cubicBezTo>
                  <a:close/>
                  <a:moveTo>
                    <a:pt x="14613" y="10077"/>
                  </a:moveTo>
                  <a:lnTo>
                    <a:pt x="15065" y="10228"/>
                  </a:lnTo>
                  <a:lnTo>
                    <a:pt x="14982" y="10445"/>
                  </a:lnTo>
                  <a:lnTo>
                    <a:pt x="14546" y="10278"/>
                  </a:lnTo>
                  <a:cubicBezTo>
                    <a:pt x="14580" y="10211"/>
                    <a:pt x="14597" y="10144"/>
                    <a:pt x="14613" y="10077"/>
                  </a:cubicBezTo>
                  <a:close/>
                  <a:moveTo>
                    <a:pt x="14597" y="10027"/>
                  </a:moveTo>
                  <a:lnTo>
                    <a:pt x="14597" y="10044"/>
                  </a:lnTo>
                  <a:lnTo>
                    <a:pt x="14513" y="10278"/>
                  </a:lnTo>
                  <a:lnTo>
                    <a:pt x="14513" y="10295"/>
                  </a:lnTo>
                  <a:lnTo>
                    <a:pt x="15015" y="10479"/>
                  </a:lnTo>
                  <a:lnTo>
                    <a:pt x="15015" y="10462"/>
                  </a:lnTo>
                  <a:cubicBezTo>
                    <a:pt x="15048" y="10378"/>
                    <a:pt x="15082" y="10295"/>
                    <a:pt x="15099" y="10211"/>
                  </a:cubicBezTo>
                  <a:lnTo>
                    <a:pt x="15099" y="10194"/>
                  </a:lnTo>
                  <a:lnTo>
                    <a:pt x="14597" y="10027"/>
                  </a:lnTo>
                  <a:close/>
                  <a:moveTo>
                    <a:pt x="14362" y="10747"/>
                  </a:moveTo>
                  <a:lnTo>
                    <a:pt x="14781" y="10948"/>
                  </a:lnTo>
                  <a:cubicBezTo>
                    <a:pt x="14747" y="11015"/>
                    <a:pt x="14714" y="11082"/>
                    <a:pt x="14680" y="11148"/>
                  </a:cubicBezTo>
                  <a:lnTo>
                    <a:pt x="14262" y="10948"/>
                  </a:lnTo>
                  <a:cubicBezTo>
                    <a:pt x="14295" y="10881"/>
                    <a:pt x="14329" y="10814"/>
                    <a:pt x="14362" y="10763"/>
                  </a:cubicBezTo>
                  <a:lnTo>
                    <a:pt x="14362" y="10747"/>
                  </a:lnTo>
                  <a:close/>
                  <a:moveTo>
                    <a:pt x="14329" y="10713"/>
                  </a:moveTo>
                  <a:lnTo>
                    <a:pt x="14329" y="10730"/>
                  </a:lnTo>
                  <a:cubicBezTo>
                    <a:pt x="14295" y="10797"/>
                    <a:pt x="14262" y="10881"/>
                    <a:pt x="14228" y="10948"/>
                  </a:cubicBezTo>
                  <a:lnTo>
                    <a:pt x="14228" y="10964"/>
                  </a:lnTo>
                  <a:lnTo>
                    <a:pt x="14714" y="11199"/>
                  </a:lnTo>
                  <a:lnTo>
                    <a:pt x="14714" y="11182"/>
                  </a:lnTo>
                  <a:cubicBezTo>
                    <a:pt x="14747" y="11098"/>
                    <a:pt x="14781" y="11015"/>
                    <a:pt x="14814" y="10948"/>
                  </a:cubicBezTo>
                  <a:lnTo>
                    <a:pt x="14814" y="10931"/>
                  </a:lnTo>
                  <a:lnTo>
                    <a:pt x="14329" y="10713"/>
                  </a:lnTo>
                  <a:close/>
                  <a:moveTo>
                    <a:pt x="14011" y="11416"/>
                  </a:moveTo>
                  <a:lnTo>
                    <a:pt x="14412" y="11651"/>
                  </a:lnTo>
                  <a:cubicBezTo>
                    <a:pt x="14379" y="11718"/>
                    <a:pt x="14345" y="11785"/>
                    <a:pt x="14295" y="11851"/>
                  </a:cubicBezTo>
                  <a:lnTo>
                    <a:pt x="13910" y="11600"/>
                  </a:lnTo>
                  <a:cubicBezTo>
                    <a:pt x="13944" y="11533"/>
                    <a:pt x="13977" y="11466"/>
                    <a:pt x="14011" y="11416"/>
                  </a:cubicBezTo>
                  <a:close/>
                  <a:moveTo>
                    <a:pt x="13977" y="11366"/>
                  </a:moveTo>
                  <a:lnTo>
                    <a:pt x="13977" y="11383"/>
                  </a:lnTo>
                  <a:cubicBezTo>
                    <a:pt x="13944" y="11450"/>
                    <a:pt x="13910" y="11517"/>
                    <a:pt x="13860" y="11584"/>
                  </a:cubicBezTo>
                  <a:lnTo>
                    <a:pt x="13860" y="11600"/>
                  </a:lnTo>
                  <a:lnTo>
                    <a:pt x="14312" y="11885"/>
                  </a:lnTo>
                  <a:lnTo>
                    <a:pt x="14312" y="11868"/>
                  </a:lnTo>
                  <a:lnTo>
                    <a:pt x="14446" y="11651"/>
                  </a:lnTo>
                  <a:lnTo>
                    <a:pt x="14446" y="11634"/>
                  </a:lnTo>
                  <a:lnTo>
                    <a:pt x="13977" y="11366"/>
                  </a:lnTo>
                  <a:close/>
                  <a:moveTo>
                    <a:pt x="13609" y="12036"/>
                  </a:moveTo>
                  <a:lnTo>
                    <a:pt x="13994" y="12303"/>
                  </a:lnTo>
                  <a:lnTo>
                    <a:pt x="13860" y="12488"/>
                  </a:lnTo>
                  <a:lnTo>
                    <a:pt x="13492" y="12203"/>
                  </a:lnTo>
                  <a:cubicBezTo>
                    <a:pt x="13525" y="12136"/>
                    <a:pt x="13575" y="12086"/>
                    <a:pt x="13609" y="12036"/>
                  </a:cubicBezTo>
                  <a:close/>
                  <a:moveTo>
                    <a:pt x="13592" y="11985"/>
                  </a:moveTo>
                  <a:lnTo>
                    <a:pt x="13592" y="12002"/>
                  </a:lnTo>
                  <a:lnTo>
                    <a:pt x="13458" y="12186"/>
                  </a:lnTo>
                  <a:lnTo>
                    <a:pt x="13442" y="12203"/>
                  </a:lnTo>
                  <a:lnTo>
                    <a:pt x="13860" y="12538"/>
                  </a:lnTo>
                  <a:lnTo>
                    <a:pt x="13877" y="12521"/>
                  </a:lnTo>
                  <a:cubicBezTo>
                    <a:pt x="13927" y="12454"/>
                    <a:pt x="13977" y="12387"/>
                    <a:pt x="14027" y="12303"/>
                  </a:cubicBezTo>
                  <a:lnTo>
                    <a:pt x="13592" y="11985"/>
                  </a:lnTo>
                  <a:close/>
                  <a:moveTo>
                    <a:pt x="2009" y="12220"/>
                  </a:moveTo>
                  <a:cubicBezTo>
                    <a:pt x="2059" y="12287"/>
                    <a:pt x="2110" y="12337"/>
                    <a:pt x="2143" y="12387"/>
                  </a:cubicBezTo>
                  <a:lnTo>
                    <a:pt x="1775" y="12688"/>
                  </a:lnTo>
                  <a:lnTo>
                    <a:pt x="1641" y="12521"/>
                  </a:lnTo>
                  <a:lnTo>
                    <a:pt x="2009" y="12220"/>
                  </a:lnTo>
                  <a:close/>
                  <a:moveTo>
                    <a:pt x="2009" y="12186"/>
                  </a:moveTo>
                  <a:lnTo>
                    <a:pt x="1591" y="12504"/>
                  </a:lnTo>
                  <a:lnTo>
                    <a:pt x="1591" y="12521"/>
                  </a:lnTo>
                  <a:cubicBezTo>
                    <a:pt x="1641" y="12588"/>
                    <a:pt x="1691" y="12655"/>
                    <a:pt x="1758" y="12722"/>
                  </a:cubicBezTo>
                  <a:lnTo>
                    <a:pt x="1758" y="12739"/>
                  </a:lnTo>
                  <a:lnTo>
                    <a:pt x="2177" y="12404"/>
                  </a:lnTo>
                  <a:lnTo>
                    <a:pt x="2177" y="12387"/>
                  </a:lnTo>
                  <a:cubicBezTo>
                    <a:pt x="2126" y="12320"/>
                    <a:pt x="2076" y="12253"/>
                    <a:pt x="2026" y="12186"/>
                  </a:cubicBezTo>
                  <a:close/>
                  <a:moveTo>
                    <a:pt x="13157" y="12605"/>
                  </a:moveTo>
                  <a:lnTo>
                    <a:pt x="13509" y="12906"/>
                  </a:lnTo>
                  <a:cubicBezTo>
                    <a:pt x="13458" y="12973"/>
                    <a:pt x="13408" y="13023"/>
                    <a:pt x="13358" y="13073"/>
                  </a:cubicBezTo>
                  <a:lnTo>
                    <a:pt x="13006" y="12755"/>
                  </a:lnTo>
                  <a:cubicBezTo>
                    <a:pt x="13057" y="12705"/>
                    <a:pt x="13107" y="12655"/>
                    <a:pt x="13157" y="12605"/>
                  </a:cubicBezTo>
                  <a:close/>
                  <a:moveTo>
                    <a:pt x="13140" y="12554"/>
                  </a:moveTo>
                  <a:lnTo>
                    <a:pt x="13140" y="12571"/>
                  </a:lnTo>
                  <a:cubicBezTo>
                    <a:pt x="13090" y="12621"/>
                    <a:pt x="13023" y="12688"/>
                    <a:pt x="12973" y="12755"/>
                  </a:cubicBezTo>
                  <a:lnTo>
                    <a:pt x="12956" y="12755"/>
                  </a:lnTo>
                  <a:lnTo>
                    <a:pt x="13358" y="13107"/>
                  </a:lnTo>
                  <a:cubicBezTo>
                    <a:pt x="13425" y="13040"/>
                    <a:pt x="13475" y="12973"/>
                    <a:pt x="13542" y="12906"/>
                  </a:cubicBezTo>
                  <a:lnTo>
                    <a:pt x="13140" y="12554"/>
                  </a:lnTo>
                  <a:close/>
                  <a:moveTo>
                    <a:pt x="2511" y="12772"/>
                  </a:moveTo>
                  <a:lnTo>
                    <a:pt x="2645" y="12923"/>
                  </a:lnTo>
                  <a:lnTo>
                    <a:pt x="2327" y="13274"/>
                  </a:lnTo>
                  <a:lnTo>
                    <a:pt x="2160" y="13107"/>
                  </a:lnTo>
                  <a:lnTo>
                    <a:pt x="2511" y="12772"/>
                  </a:lnTo>
                  <a:close/>
                  <a:moveTo>
                    <a:pt x="2511" y="12739"/>
                  </a:moveTo>
                  <a:lnTo>
                    <a:pt x="2110" y="13107"/>
                  </a:lnTo>
                  <a:lnTo>
                    <a:pt x="2126" y="13107"/>
                  </a:lnTo>
                  <a:cubicBezTo>
                    <a:pt x="2177" y="13174"/>
                    <a:pt x="2243" y="13224"/>
                    <a:pt x="2294" y="13291"/>
                  </a:cubicBezTo>
                  <a:lnTo>
                    <a:pt x="2310" y="13308"/>
                  </a:lnTo>
                  <a:lnTo>
                    <a:pt x="2695" y="12923"/>
                  </a:lnTo>
                  <a:lnTo>
                    <a:pt x="2679" y="12923"/>
                  </a:lnTo>
                  <a:lnTo>
                    <a:pt x="2511" y="12739"/>
                  </a:lnTo>
                  <a:close/>
                  <a:moveTo>
                    <a:pt x="12638" y="13124"/>
                  </a:moveTo>
                  <a:lnTo>
                    <a:pt x="12956" y="13475"/>
                  </a:lnTo>
                  <a:lnTo>
                    <a:pt x="12789" y="13626"/>
                  </a:lnTo>
                  <a:lnTo>
                    <a:pt x="12487" y="13258"/>
                  </a:lnTo>
                  <a:lnTo>
                    <a:pt x="12638" y="13124"/>
                  </a:lnTo>
                  <a:close/>
                  <a:moveTo>
                    <a:pt x="12621" y="13107"/>
                  </a:moveTo>
                  <a:cubicBezTo>
                    <a:pt x="12571" y="13157"/>
                    <a:pt x="12504" y="13207"/>
                    <a:pt x="12437" y="13258"/>
                  </a:cubicBezTo>
                  <a:lnTo>
                    <a:pt x="12772" y="13676"/>
                  </a:lnTo>
                  <a:lnTo>
                    <a:pt x="12789" y="13659"/>
                  </a:lnTo>
                  <a:cubicBezTo>
                    <a:pt x="12856" y="13609"/>
                    <a:pt x="12923" y="13559"/>
                    <a:pt x="12990" y="13492"/>
                  </a:cubicBezTo>
                  <a:lnTo>
                    <a:pt x="13006" y="13492"/>
                  </a:lnTo>
                  <a:lnTo>
                    <a:pt x="12638" y="13107"/>
                  </a:lnTo>
                  <a:close/>
                  <a:moveTo>
                    <a:pt x="12069" y="13592"/>
                  </a:moveTo>
                  <a:lnTo>
                    <a:pt x="12354" y="13961"/>
                  </a:lnTo>
                  <a:lnTo>
                    <a:pt x="12169" y="14094"/>
                  </a:lnTo>
                  <a:lnTo>
                    <a:pt x="11902" y="13709"/>
                  </a:lnTo>
                  <a:lnTo>
                    <a:pt x="12069" y="13592"/>
                  </a:lnTo>
                  <a:close/>
                  <a:moveTo>
                    <a:pt x="12086" y="13559"/>
                  </a:moveTo>
                  <a:lnTo>
                    <a:pt x="11868" y="13709"/>
                  </a:lnTo>
                  <a:lnTo>
                    <a:pt x="12186" y="14145"/>
                  </a:lnTo>
                  <a:cubicBezTo>
                    <a:pt x="12270" y="14094"/>
                    <a:pt x="12337" y="14027"/>
                    <a:pt x="12404" y="13977"/>
                  </a:cubicBezTo>
                  <a:lnTo>
                    <a:pt x="12421" y="13977"/>
                  </a:lnTo>
                  <a:lnTo>
                    <a:pt x="12102" y="13559"/>
                  </a:lnTo>
                  <a:close/>
                  <a:moveTo>
                    <a:pt x="11466" y="13994"/>
                  </a:moveTo>
                  <a:lnTo>
                    <a:pt x="11718" y="14412"/>
                  </a:lnTo>
                  <a:cubicBezTo>
                    <a:pt x="11651" y="14446"/>
                    <a:pt x="11584" y="14496"/>
                    <a:pt x="11517" y="14530"/>
                  </a:cubicBezTo>
                  <a:lnTo>
                    <a:pt x="11282" y="14111"/>
                  </a:lnTo>
                  <a:lnTo>
                    <a:pt x="11466" y="13994"/>
                  </a:lnTo>
                  <a:close/>
                  <a:moveTo>
                    <a:pt x="11466" y="13977"/>
                  </a:moveTo>
                  <a:lnTo>
                    <a:pt x="11249" y="14094"/>
                  </a:lnTo>
                  <a:lnTo>
                    <a:pt x="11232" y="14094"/>
                  </a:lnTo>
                  <a:lnTo>
                    <a:pt x="11500" y="14563"/>
                  </a:lnTo>
                  <a:lnTo>
                    <a:pt x="11517" y="14563"/>
                  </a:lnTo>
                  <a:lnTo>
                    <a:pt x="11734" y="14429"/>
                  </a:lnTo>
                  <a:lnTo>
                    <a:pt x="11751" y="14429"/>
                  </a:lnTo>
                  <a:lnTo>
                    <a:pt x="11483" y="13977"/>
                  </a:lnTo>
                  <a:close/>
                  <a:moveTo>
                    <a:pt x="4905" y="14446"/>
                  </a:moveTo>
                  <a:lnTo>
                    <a:pt x="5106" y="14530"/>
                  </a:lnTo>
                  <a:lnTo>
                    <a:pt x="4922" y="14965"/>
                  </a:lnTo>
                  <a:cubicBezTo>
                    <a:pt x="4855" y="14931"/>
                    <a:pt x="4788" y="14915"/>
                    <a:pt x="4721" y="14881"/>
                  </a:cubicBezTo>
                  <a:lnTo>
                    <a:pt x="4905" y="14446"/>
                  </a:lnTo>
                  <a:close/>
                  <a:moveTo>
                    <a:pt x="4888" y="14412"/>
                  </a:moveTo>
                  <a:lnTo>
                    <a:pt x="4687" y="14898"/>
                  </a:lnTo>
                  <a:lnTo>
                    <a:pt x="4938" y="14998"/>
                  </a:lnTo>
                  <a:lnTo>
                    <a:pt x="4955" y="14998"/>
                  </a:lnTo>
                  <a:lnTo>
                    <a:pt x="5139" y="14496"/>
                  </a:lnTo>
                  <a:lnTo>
                    <a:pt x="4905" y="14412"/>
                  </a:lnTo>
                  <a:close/>
                  <a:moveTo>
                    <a:pt x="5591" y="14697"/>
                  </a:moveTo>
                  <a:lnTo>
                    <a:pt x="5792" y="14747"/>
                  </a:lnTo>
                  <a:lnTo>
                    <a:pt x="5658" y="15199"/>
                  </a:lnTo>
                  <a:cubicBezTo>
                    <a:pt x="5591" y="15182"/>
                    <a:pt x="5524" y="15166"/>
                    <a:pt x="5441" y="15149"/>
                  </a:cubicBezTo>
                  <a:lnTo>
                    <a:pt x="5591" y="14697"/>
                  </a:lnTo>
                  <a:close/>
                  <a:moveTo>
                    <a:pt x="5574" y="14647"/>
                  </a:moveTo>
                  <a:lnTo>
                    <a:pt x="5407" y="15166"/>
                  </a:lnTo>
                  <a:lnTo>
                    <a:pt x="5424" y="15166"/>
                  </a:lnTo>
                  <a:lnTo>
                    <a:pt x="5675" y="15233"/>
                  </a:lnTo>
                  <a:lnTo>
                    <a:pt x="5692" y="15233"/>
                  </a:lnTo>
                  <a:lnTo>
                    <a:pt x="5826" y="14731"/>
                  </a:lnTo>
                  <a:lnTo>
                    <a:pt x="5809" y="14731"/>
                  </a:lnTo>
                  <a:lnTo>
                    <a:pt x="5574" y="14647"/>
                  </a:lnTo>
                  <a:close/>
                  <a:moveTo>
                    <a:pt x="6311" y="14881"/>
                  </a:moveTo>
                  <a:lnTo>
                    <a:pt x="6512" y="14915"/>
                  </a:lnTo>
                  <a:lnTo>
                    <a:pt x="6445" y="15383"/>
                  </a:lnTo>
                  <a:cubicBezTo>
                    <a:pt x="6361" y="15367"/>
                    <a:pt x="6294" y="15350"/>
                    <a:pt x="6211" y="15333"/>
                  </a:cubicBezTo>
                  <a:lnTo>
                    <a:pt x="6311" y="14881"/>
                  </a:lnTo>
                  <a:close/>
                  <a:moveTo>
                    <a:pt x="6277" y="14831"/>
                  </a:moveTo>
                  <a:lnTo>
                    <a:pt x="6177" y="15367"/>
                  </a:lnTo>
                  <a:lnTo>
                    <a:pt x="6194" y="15367"/>
                  </a:lnTo>
                  <a:lnTo>
                    <a:pt x="6445" y="15400"/>
                  </a:lnTo>
                  <a:lnTo>
                    <a:pt x="6462" y="15400"/>
                  </a:lnTo>
                  <a:lnTo>
                    <a:pt x="6562" y="14881"/>
                  </a:lnTo>
                  <a:lnTo>
                    <a:pt x="6545" y="14881"/>
                  </a:lnTo>
                  <a:cubicBezTo>
                    <a:pt x="6462" y="14864"/>
                    <a:pt x="6378" y="14848"/>
                    <a:pt x="6294" y="14831"/>
                  </a:cubicBezTo>
                  <a:close/>
                  <a:moveTo>
                    <a:pt x="8705" y="14965"/>
                  </a:moveTo>
                  <a:lnTo>
                    <a:pt x="8772" y="15417"/>
                  </a:lnTo>
                  <a:cubicBezTo>
                    <a:pt x="8688" y="15434"/>
                    <a:pt x="8621" y="15450"/>
                    <a:pt x="8537" y="15450"/>
                  </a:cubicBezTo>
                  <a:lnTo>
                    <a:pt x="8487" y="14982"/>
                  </a:lnTo>
                  <a:lnTo>
                    <a:pt x="8705" y="14965"/>
                  </a:lnTo>
                  <a:close/>
                  <a:moveTo>
                    <a:pt x="7047" y="14982"/>
                  </a:moveTo>
                  <a:lnTo>
                    <a:pt x="7248" y="14998"/>
                  </a:lnTo>
                  <a:lnTo>
                    <a:pt x="7215" y="15467"/>
                  </a:lnTo>
                  <a:cubicBezTo>
                    <a:pt x="7148" y="15467"/>
                    <a:pt x="7064" y="15450"/>
                    <a:pt x="6997" y="15450"/>
                  </a:cubicBezTo>
                  <a:lnTo>
                    <a:pt x="7047" y="14982"/>
                  </a:lnTo>
                  <a:close/>
                  <a:moveTo>
                    <a:pt x="7985" y="15015"/>
                  </a:moveTo>
                  <a:lnTo>
                    <a:pt x="8002" y="15484"/>
                  </a:lnTo>
                  <a:lnTo>
                    <a:pt x="7767" y="15484"/>
                  </a:lnTo>
                  <a:lnTo>
                    <a:pt x="7767" y="15015"/>
                  </a:lnTo>
                  <a:close/>
                  <a:moveTo>
                    <a:pt x="8705" y="14931"/>
                  </a:moveTo>
                  <a:cubicBezTo>
                    <a:pt x="8638" y="14948"/>
                    <a:pt x="8554" y="14965"/>
                    <a:pt x="8470" y="14965"/>
                  </a:cubicBezTo>
                  <a:lnTo>
                    <a:pt x="8453" y="14965"/>
                  </a:lnTo>
                  <a:lnTo>
                    <a:pt x="8504" y="15484"/>
                  </a:lnTo>
                  <a:lnTo>
                    <a:pt x="8520" y="15484"/>
                  </a:lnTo>
                  <a:cubicBezTo>
                    <a:pt x="8604" y="15484"/>
                    <a:pt x="8705" y="15467"/>
                    <a:pt x="8788" y="15467"/>
                  </a:cubicBezTo>
                  <a:lnTo>
                    <a:pt x="8805" y="15467"/>
                  </a:lnTo>
                  <a:lnTo>
                    <a:pt x="8721" y="14931"/>
                  </a:lnTo>
                  <a:close/>
                  <a:moveTo>
                    <a:pt x="7014" y="14948"/>
                  </a:moveTo>
                  <a:lnTo>
                    <a:pt x="6947" y="15484"/>
                  </a:lnTo>
                  <a:lnTo>
                    <a:pt x="6964" y="15484"/>
                  </a:lnTo>
                  <a:lnTo>
                    <a:pt x="7232" y="15500"/>
                  </a:lnTo>
                  <a:lnTo>
                    <a:pt x="7248" y="15500"/>
                  </a:lnTo>
                  <a:lnTo>
                    <a:pt x="7282" y="14965"/>
                  </a:lnTo>
                  <a:lnTo>
                    <a:pt x="7265" y="14965"/>
                  </a:lnTo>
                  <a:cubicBezTo>
                    <a:pt x="7181" y="14965"/>
                    <a:pt x="7098" y="14948"/>
                    <a:pt x="7031" y="14948"/>
                  </a:cubicBezTo>
                  <a:close/>
                  <a:moveTo>
                    <a:pt x="7734" y="14982"/>
                  </a:moveTo>
                  <a:lnTo>
                    <a:pt x="7734" y="15517"/>
                  </a:lnTo>
                  <a:lnTo>
                    <a:pt x="8035" y="15517"/>
                  </a:lnTo>
                  <a:lnTo>
                    <a:pt x="8002" y="14982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10"/>
          <p:cNvGrpSpPr/>
          <p:nvPr/>
        </p:nvGrpSpPr>
        <p:grpSpPr>
          <a:xfrm>
            <a:off x="165650" y="260513"/>
            <a:ext cx="8807500" cy="4622450"/>
            <a:chOff x="165650" y="260513"/>
            <a:chExt cx="8807500" cy="4622450"/>
          </a:xfrm>
        </p:grpSpPr>
        <p:grpSp>
          <p:nvGrpSpPr>
            <p:cNvPr id="296" name="Google Shape;296;p10"/>
            <p:cNvGrpSpPr/>
            <p:nvPr/>
          </p:nvGrpSpPr>
          <p:grpSpPr>
            <a:xfrm>
              <a:off x="3017550" y="260513"/>
              <a:ext cx="5955600" cy="4596013"/>
              <a:chOff x="3002250" y="299588"/>
              <a:chExt cx="5955600" cy="4596013"/>
            </a:xfrm>
          </p:grpSpPr>
          <p:cxnSp>
            <p:nvCxnSpPr>
              <p:cNvPr id="297" name="Google Shape;297;p10"/>
              <p:cNvCxnSpPr/>
              <p:nvPr/>
            </p:nvCxnSpPr>
            <p:spPr>
              <a:xfrm>
                <a:off x="8953075" y="299588"/>
                <a:ext cx="0" cy="45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" name="Google Shape;298;p10"/>
              <p:cNvCxnSpPr/>
              <p:nvPr/>
            </p:nvCxnSpPr>
            <p:spPr>
              <a:xfrm rot="10800000">
                <a:off x="3002250" y="300625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" name="Google Shape;299;p10"/>
              <p:cNvCxnSpPr/>
              <p:nvPr/>
            </p:nvCxnSpPr>
            <p:spPr>
              <a:xfrm rot="10800000">
                <a:off x="3002250" y="4895600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00" name="Google Shape;300;p10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"/>
          <p:cNvSpPr/>
          <p:nvPr/>
        </p:nvSpPr>
        <p:spPr>
          <a:xfrm>
            <a:off x="6600675" y="217245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"/>
          <p:cNvSpPr txBox="1">
            <a:spLocks noGrp="1"/>
          </p:cNvSpPr>
          <p:nvPr>
            <p:ph type="title" hasCustomPrompt="1"/>
          </p:nvPr>
        </p:nvSpPr>
        <p:spPr>
          <a:xfrm>
            <a:off x="1100900" y="1616375"/>
            <a:ext cx="6942300" cy="129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04" name="Google Shape;304;p11"/>
          <p:cNvSpPr txBox="1">
            <a:spLocks noGrp="1"/>
          </p:cNvSpPr>
          <p:nvPr>
            <p:ph type="subTitle" idx="1"/>
          </p:nvPr>
        </p:nvSpPr>
        <p:spPr>
          <a:xfrm>
            <a:off x="1100900" y="3127525"/>
            <a:ext cx="6942300" cy="3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305" name="Google Shape;305;p11"/>
          <p:cNvGrpSpPr/>
          <p:nvPr/>
        </p:nvGrpSpPr>
        <p:grpSpPr>
          <a:xfrm>
            <a:off x="165650" y="260513"/>
            <a:ext cx="8807500" cy="4622450"/>
            <a:chOff x="165650" y="260513"/>
            <a:chExt cx="8807500" cy="4622450"/>
          </a:xfrm>
        </p:grpSpPr>
        <p:grpSp>
          <p:nvGrpSpPr>
            <p:cNvPr id="306" name="Google Shape;306;p11"/>
            <p:cNvGrpSpPr/>
            <p:nvPr/>
          </p:nvGrpSpPr>
          <p:grpSpPr>
            <a:xfrm>
              <a:off x="3017550" y="260513"/>
              <a:ext cx="5955600" cy="4596013"/>
              <a:chOff x="3002250" y="299588"/>
              <a:chExt cx="5955600" cy="4596013"/>
            </a:xfrm>
          </p:grpSpPr>
          <p:cxnSp>
            <p:nvCxnSpPr>
              <p:cNvPr id="307" name="Google Shape;307;p11"/>
              <p:cNvCxnSpPr/>
              <p:nvPr/>
            </p:nvCxnSpPr>
            <p:spPr>
              <a:xfrm>
                <a:off x="8953075" y="299588"/>
                <a:ext cx="0" cy="45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" name="Google Shape;308;p11"/>
              <p:cNvCxnSpPr/>
              <p:nvPr/>
            </p:nvCxnSpPr>
            <p:spPr>
              <a:xfrm rot="10800000">
                <a:off x="3002250" y="300625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" name="Google Shape;309;p11"/>
              <p:cNvCxnSpPr/>
              <p:nvPr/>
            </p:nvCxnSpPr>
            <p:spPr>
              <a:xfrm rot="10800000">
                <a:off x="3002250" y="4895600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10" name="Google Shape;310;p11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1" name="Google Shape;311;p11"/>
          <p:cNvSpPr/>
          <p:nvPr/>
        </p:nvSpPr>
        <p:spPr>
          <a:xfrm>
            <a:off x="-978225" y="-93880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11"/>
          <p:cNvGrpSpPr/>
          <p:nvPr/>
        </p:nvGrpSpPr>
        <p:grpSpPr>
          <a:xfrm rot="-5400000">
            <a:off x="519086" y="65352"/>
            <a:ext cx="642876" cy="1352058"/>
            <a:chOff x="3447799" y="584684"/>
            <a:chExt cx="362756" cy="762926"/>
          </a:xfrm>
        </p:grpSpPr>
        <p:sp>
          <p:nvSpPr>
            <p:cNvPr id="313" name="Google Shape;313;p11"/>
            <p:cNvSpPr/>
            <p:nvPr/>
          </p:nvSpPr>
          <p:spPr>
            <a:xfrm>
              <a:off x="3762429" y="1074504"/>
              <a:ext cx="40626" cy="35146"/>
            </a:xfrm>
            <a:custGeom>
              <a:avLst/>
              <a:gdLst/>
              <a:ahLst/>
              <a:cxnLst/>
              <a:rect l="l" t="t" r="r" b="b"/>
              <a:pathLst>
                <a:path w="1809" h="1565" extrusionOk="0">
                  <a:moveTo>
                    <a:pt x="1038" y="0"/>
                  </a:moveTo>
                  <a:cubicBezTo>
                    <a:pt x="335" y="0"/>
                    <a:pt x="0" y="837"/>
                    <a:pt x="486" y="1339"/>
                  </a:cubicBezTo>
                  <a:cubicBezTo>
                    <a:pt x="641" y="1495"/>
                    <a:pt x="833" y="1565"/>
                    <a:pt x="1022" y="1565"/>
                  </a:cubicBezTo>
                  <a:cubicBezTo>
                    <a:pt x="1422" y="1565"/>
                    <a:pt x="1808" y="1253"/>
                    <a:pt x="1808" y="787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717312" y="1166221"/>
              <a:ext cx="41007" cy="40626"/>
            </a:xfrm>
            <a:custGeom>
              <a:avLst/>
              <a:gdLst/>
              <a:ahLst/>
              <a:cxnLst/>
              <a:rect l="l" t="t" r="r" b="b"/>
              <a:pathLst>
                <a:path w="1826" h="1809" fill="none" extrusionOk="0">
                  <a:moveTo>
                    <a:pt x="1825" y="770"/>
                  </a:moveTo>
                  <a:cubicBezTo>
                    <a:pt x="1825" y="1457"/>
                    <a:pt x="988" y="1808"/>
                    <a:pt x="486" y="1323"/>
                  </a:cubicBezTo>
                  <a:cubicBezTo>
                    <a:pt x="1" y="821"/>
                    <a:pt x="352" y="1"/>
                    <a:pt x="1038" y="1"/>
                  </a:cubicBezTo>
                  <a:cubicBezTo>
                    <a:pt x="1474" y="1"/>
                    <a:pt x="1825" y="335"/>
                    <a:pt x="1825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3504931" y="1038415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8" y="770"/>
                  </a:moveTo>
                  <a:cubicBezTo>
                    <a:pt x="1808" y="1457"/>
                    <a:pt x="971" y="1808"/>
                    <a:pt x="486" y="1323"/>
                  </a:cubicBezTo>
                  <a:cubicBezTo>
                    <a:pt x="0" y="837"/>
                    <a:pt x="335" y="0"/>
                    <a:pt x="1038" y="0"/>
                  </a:cubicBezTo>
                  <a:cubicBezTo>
                    <a:pt x="1457" y="0"/>
                    <a:pt x="1808" y="335"/>
                    <a:pt x="1808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1"/>
            <p:cNvSpPr/>
            <p:nvPr/>
          </p:nvSpPr>
          <p:spPr>
            <a:xfrm>
              <a:off x="3642124" y="1151938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9" y="770"/>
                  </a:moveTo>
                  <a:cubicBezTo>
                    <a:pt x="1809" y="1473"/>
                    <a:pt x="972" y="1808"/>
                    <a:pt x="486" y="1323"/>
                  </a:cubicBezTo>
                  <a:cubicBezTo>
                    <a:pt x="1" y="837"/>
                    <a:pt x="352" y="0"/>
                    <a:pt x="1039" y="0"/>
                  </a:cubicBezTo>
                  <a:cubicBezTo>
                    <a:pt x="1474" y="0"/>
                    <a:pt x="1809" y="352"/>
                    <a:pt x="1809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3508322" y="1295149"/>
              <a:ext cx="40985" cy="41007"/>
            </a:xfrm>
            <a:custGeom>
              <a:avLst/>
              <a:gdLst/>
              <a:ahLst/>
              <a:cxnLst/>
              <a:rect l="l" t="t" r="r" b="b"/>
              <a:pathLst>
                <a:path w="1825" h="1826" fill="none" extrusionOk="0">
                  <a:moveTo>
                    <a:pt x="1825" y="788"/>
                  </a:moveTo>
                  <a:cubicBezTo>
                    <a:pt x="1825" y="1474"/>
                    <a:pt x="988" y="1825"/>
                    <a:pt x="485" y="1340"/>
                  </a:cubicBezTo>
                  <a:cubicBezTo>
                    <a:pt x="0" y="838"/>
                    <a:pt x="352" y="1"/>
                    <a:pt x="1038" y="18"/>
                  </a:cubicBezTo>
                  <a:cubicBezTo>
                    <a:pt x="1473" y="18"/>
                    <a:pt x="1808" y="352"/>
                    <a:pt x="1825" y="78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>
              <a:off x="3473356" y="983147"/>
              <a:ext cx="40985" cy="35056"/>
            </a:xfrm>
            <a:custGeom>
              <a:avLst/>
              <a:gdLst/>
              <a:ahLst/>
              <a:cxnLst/>
              <a:rect l="l" t="t" r="r" b="b"/>
              <a:pathLst>
                <a:path w="1825" h="1561" extrusionOk="0">
                  <a:moveTo>
                    <a:pt x="1055" y="1"/>
                  </a:moveTo>
                  <a:cubicBezTo>
                    <a:pt x="352" y="1"/>
                    <a:pt x="0" y="838"/>
                    <a:pt x="502" y="1323"/>
                  </a:cubicBezTo>
                  <a:cubicBezTo>
                    <a:pt x="661" y="1487"/>
                    <a:pt x="857" y="1560"/>
                    <a:pt x="1049" y="1560"/>
                  </a:cubicBezTo>
                  <a:cubicBezTo>
                    <a:pt x="1445" y="1560"/>
                    <a:pt x="1825" y="1250"/>
                    <a:pt x="1825" y="788"/>
                  </a:cubicBezTo>
                  <a:cubicBezTo>
                    <a:pt x="1825" y="352"/>
                    <a:pt x="14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3615445" y="1200042"/>
              <a:ext cx="40626" cy="34876"/>
            </a:xfrm>
            <a:custGeom>
              <a:avLst/>
              <a:gdLst/>
              <a:ahLst/>
              <a:cxnLst/>
              <a:rect l="l" t="t" r="r" b="b"/>
              <a:pathLst>
                <a:path w="1809" h="1553" extrusionOk="0">
                  <a:moveTo>
                    <a:pt x="1038" y="1"/>
                  </a:moveTo>
                  <a:cubicBezTo>
                    <a:pt x="335" y="1"/>
                    <a:pt x="1" y="838"/>
                    <a:pt x="486" y="1323"/>
                  </a:cubicBezTo>
                  <a:cubicBezTo>
                    <a:pt x="644" y="1481"/>
                    <a:pt x="839" y="1552"/>
                    <a:pt x="1030" y="1552"/>
                  </a:cubicBezTo>
                  <a:cubicBezTo>
                    <a:pt x="1427" y="1552"/>
                    <a:pt x="1808" y="1245"/>
                    <a:pt x="1808" y="771"/>
                  </a:cubicBezTo>
                  <a:cubicBezTo>
                    <a:pt x="1808" y="352"/>
                    <a:pt x="1457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>
              <a:off x="3574100" y="926397"/>
              <a:ext cx="40985" cy="35146"/>
            </a:xfrm>
            <a:custGeom>
              <a:avLst/>
              <a:gdLst/>
              <a:ahLst/>
              <a:cxnLst/>
              <a:rect l="l" t="t" r="r" b="b"/>
              <a:pathLst>
                <a:path w="1825" h="1565" extrusionOk="0">
                  <a:moveTo>
                    <a:pt x="1038" y="0"/>
                  </a:moveTo>
                  <a:cubicBezTo>
                    <a:pt x="352" y="0"/>
                    <a:pt x="0" y="837"/>
                    <a:pt x="486" y="1339"/>
                  </a:cubicBezTo>
                  <a:cubicBezTo>
                    <a:pt x="647" y="1495"/>
                    <a:pt x="842" y="1565"/>
                    <a:pt x="1034" y="1565"/>
                  </a:cubicBezTo>
                  <a:cubicBezTo>
                    <a:pt x="1439" y="1565"/>
                    <a:pt x="1825" y="1253"/>
                    <a:pt x="1825" y="787"/>
                  </a:cubicBezTo>
                  <a:cubicBezTo>
                    <a:pt x="1825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3574100" y="1312823"/>
              <a:ext cx="40985" cy="34787"/>
            </a:xfrm>
            <a:custGeom>
              <a:avLst/>
              <a:gdLst/>
              <a:ahLst/>
              <a:cxnLst/>
              <a:rect l="l" t="t" r="r" b="b"/>
              <a:pathLst>
                <a:path w="1825" h="1549" extrusionOk="0">
                  <a:moveTo>
                    <a:pt x="1038" y="1"/>
                  </a:moveTo>
                  <a:cubicBezTo>
                    <a:pt x="352" y="1"/>
                    <a:pt x="0" y="837"/>
                    <a:pt x="486" y="1323"/>
                  </a:cubicBezTo>
                  <a:cubicBezTo>
                    <a:pt x="647" y="1479"/>
                    <a:pt x="842" y="1548"/>
                    <a:pt x="1034" y="1548"/>
                  </a:cubicBezTo>
                  <a:cubicBezTo>
                    <a:pt x="1439" y="1548"/>
                    <a:pt x="1825" y="1237"/>
                    <a:pt x="1825" y="771"/>
                  </a:cubicBezTo>
                  <a:cubicBezTo>
                    <a:pt x="1825" y="352"/>
                    <a:pt x="1473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3638756" y="1272983"/>
              <a:ext cx="40626" cy="34854"/>
            </a:xfrm>
            <a:custGeom>
              <a:avLst/>
              <a:gdLst/>
              <a:ahLst/>
              <a:cxnLst/>
              <a:rect l="l" t="t" r="r" b="b"/>
              <a:pathLst>
                <a:path w="1809" h="1552" extrusionOk="0">
                  <a:moveTo>
                    <a:pt x="1038" y="0"/>
                  </a:moveTo>
                  <a:cubicBezTo>
                    <a:pt x="352" y="0"/>
                    <a:pt x="0" y="837"/>
                    <a:pt x="486" y="1323"/>
                  </a:cubicBezTo>
                  <a:cubicBezTo>
                    <a:pt x="643" y="1480"/>
                    <a:pt x="838" y="1551"/>
                    <a:pt x="1030" y="1551"/>
                  </a:cubicBezTo>
                  <a:cubicBezTo>
                    <a:pt x="1427" y="1551"/>
                    <a:pt x="1808" y="1245"/>
                    <a:pt x="1808" y="770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3447799" y="996307"/>
              <a:ext cx="124055" cy="302255"/>
            </a:xfrm>
            <a:custGeom>
              <a:avLst/>
              <a:gdLst/>
              <a:ahLst/>
              <a:cxnLst/>
              <a:rect l="l" t="t" r="r" b="b"/>
              <a:pathLst>
                <a:path w="5524" h="13459" fill="none" extrusionOk="0">
                  <a:moveTo>
                    <a:pt x="0" y="1"/>
                  </a:moveTo>
                  <a:lnTo>
                    <a:pt x="0" y="2009"/>
                  </a:lnTo>
                  <a:lnTo>
                    <a:pt x="5524" y="7483"/>
                  </a:lnTo>
                  <a:lnTo>
                    <a:pt x="5524" y="12270"/>
                  </a:lnTo>
                  <a:lnTo>
                    <a:pt x="4252" y="1345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3597411" y="961341"/>
              <a:ext cx="22" cy="368797"/>
            </a:xfrm>
            <a:custGeom>
              <a:avLst/>
              <a:gdLst/>
              <a:ahLst/>
              <a:cxnLst/>
              <a:rect l="l" t="t" r="r" b="b"/>
              <a:pathLst>
                <a:path w="1" h="16422" fill="none" extrusionOk="0">
                  <a:moveTo>
                    <a:pt x="0" y="1"/>
                  </a:moveTo>
                  <a:lnTo>
                    <a:pt x="0" y="16422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3497026" y="594475"/>
              <a:ext cx="72201" cy="388694"/>
            </a:xfrm>
            <a:custGeom>
              <a:avLst/>
              <a:gdLst/>
              <a:ahLst/>
              <a:cxnLst/>
              <a:rect l="l" t="t" r="r" b="b"/>
              <a:pathLst>
                <a:path w="3215" h="17308" fill="none" extrusionOk="0">
                  <a:moveTo>
                    <a:pt x="1" y="17308"/>
                  </a:moveTo>
                  <a:lnTo>
                    <a:pt x="1" y="6997"/>
                  </a:lnTo>
                  <a:lnTo>
                    <a:pt x="3215" y="3783"/>
                  </a:lnTo>
                  <a:lnTo>
                    <a:pt x="3215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3528242" y="586188"/>
              <a:ext cx="69192" cy="451867"/>
            </a:xfrm>
            <a:custGeom>
              <a:avLst/>
              <a:gdLst/>
              <a:ahLst/>
              <a:cxnLst/>
              <a:rect l="l" t="t" r="r" b="b"/>
              <a:pathLst>
                <a:path w="3081" h="20121" fill="none" extrusionOk="0">
                  <a:moveTo>
                    <a:pt x="3080" y="1"/>
                  </a:moveTo>
                  <a:lnTo>
                    <a:pt x="3080" y="7366"/>
                  </a:lnTo>
                  <a:lnTo>
                    <a:pt x="0" y="10596"/>
                  </a:lnTo>
                  <a:lnTo>
                    <a:pt x="0" y="2012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3638756" y="647857"/>
              <a:ext cx="42871" cy="559731"/>
            </a:xfrm>
            <a:custGeom>
              <a:avLst/>
              <a:gdLst/>
              <a:ahLst/>
              <a:cxnLst/>
              <a:rect l="l" t="t" r="r" b="b"/>
              <a:pathLst>
                <a:path w="1909" h="24924" fill="none" extrusionOk="0">
                  <a:moveTo>
                    <a:pt x="268" y="0"/>
                  </a:moveTo>
                  <a:lnTo>
                    <a:pt x="268" y="1440"/>
                  </a:lnTo>
                  <a:lnTo>
                    <a:pt x="1908" y="3097"/>
                  </a:lnTo>
                  <a:lnTo>
                    <a:pt x="1908" y="12186"/>
                  </a:lnTo>
                  <a:lnTo>
                    <a:pt x="0" y="14094"/>
                  </a:lnTo>
                  <a:lnTo>
                    <a:pt x="0" y="24924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3665435" y="616641"/>
              <a:ext cx="43635" cy="534938"/>
            </a:xfrm>
            <a:custGeom>
              <a:avLst/>
              <a:gdLst/>
              <a:ahLst/>
              <a:cxnLst/>
              <a:rect l="l" t="t" r="r" b="b"/>
              <a:pathLst>
                <a:path w="1943" h="23820" fill="none" extrusionOk="0">
                  <a:moveTo>
                    <a:pt x="1" y="23820"/>
                  </a:moveTo>
                  <a:lnTo>
                    <a:pt x="1" y="16103"/>
                  </a:lnTo>
                  <a:lnTo>
                    <a:pt x="1942" y="14162"/>
                  </a:lnTo>
                  <a:lnTo>
                    <a:pt x="1942" y="4236"/>
                  </a:lnTo>
                  <a:lnTo>
                    <a:pt x="436" y="2880"/>
                  </a:lnTo>
                  <a:lnTo>
                    <a:pt x="436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3665435" y="584684"/>
              <a:ext cx="95130" cy="705615"/>
            </a:xfrm>
            <a:custGeom>
              <a:avLst/>
              <a:gdLst/>
              <a:ahLst/>
              <a:cxnLst/>
              <a:rect l="l" t="t" r="r" b="b"/>
              <a:pathLst>
                <a:path w="4236" h="31420" fill="none" extrusionOk="0">
                  <a:moveTo>
                    <a:pt x="4236" y="1"/>
                  </a:moveTo>
                  <a:lnTo>
                    <a:pt x="1808" y="2428"/>
                  </a:lnTo>
                  <a:lnTo>
                    <a:pt x="1808" y="4119"/>
                  </a:lnTo>
                  <a:lnTo>
                    <a:pt x="3064" y="5374"/>
                  </a:lnTo>
                  <a:lnTo>
                    <a:pt x="3064" y="16204"/>
                  </a:lnTo>
                  <a:lnTo>
                    <a:pt x="1273" y="17995"/>
                  </a:lnTo>
                  <a:lnTo>
                    <a:pt x="1273" y="29009"/>
                  </a:lnTo>
                  <a:lnTo>
                    <a:pt x="1" y="30281"/>
                  </a:lnTo>
                  <a:lnTo>
                    <a:pt x="1" y="3141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3740623" y="668136"/>
              <a:ext cx="50776" cy="498107"/>
            </a:xfrm>
            <a:custGeom>
              <a:avLst/>
              <a:gdLst/>
              <a:ahLst/>
              <a:cxnLst/>
              <a:rect l="l" t="t" r="r" b="b"/>
              <a:pathLst>
                <a:path w="2261" h="22180" fill="none" extrusionOk="0">
                  <a:moveTo>
                    <a:pt x="603" y="1"/>
                  </a:moveTo>
                  <a:lnTo>
                    <a:pt x="603" y="6914"/>
                  </a:lnTo>
                  <a:lnTo>
                    <a:pt x="2260" y="8588"/>
                  </a:lnTo>
                  <a:lnTo>
                    <a:pt x="2260" y="12421"/>
                  </a:lnTo>
                  <a:lnTo>
                    <a:pt x="0" y="14664"/>
                  </a:lnTo>
                  <a:lnTo>
                    <a:pt x="0" y="2218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3760924" y="638829"/>
              <a:ext cx="49631" cy="439067"/>
            </a:xfrm>
            <a:custGeom>
              <a:avLst/>
              <a:gdLst/>
              <a:ahLst/>
              <a:cxnLst/>
              <a:rect l="l" t="t" r="r" b="b"/>
              <a:pathLst>
                <a:path w="2210" h="19551" fill="none" extrusionOk="0">
                  <a:moveTo>
                    <a:pt x="670" y="19551"/>
                  </a:moveTo>
                  <a:lnTo>
                    <a:pt x="0" y="18898"/>
                  </a:lnTo>
                  <a:lnTo>
                    <a:pt x="0" y="16421"/>
                  </a:lnTo>
                  <a:lnTo>
                    <a:pt x="2210" y="14195"/>
                  </a:lnTo>
                  <a:lnTo>
                    <a:pt x="2210" y="9776"/>
                  </a:lnTo>
                  <a:lnTo>
                    <a:pt x="268" y="7834"/>
                  </a:lnTo>
                  <a:lnTo>
                    <a:pt x="268" y="1842"/>
                  </a:lnTo>
                  <a:lnTo>
                    <a:pt x="1088" y="1038"/>
                  </a:lnTo>
                  <a:lnTo>
                    <a:pt x="1088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1"/>
          <p:cNvGrpSpPr/>
          <p:nvPr/>
        </p:nvGrpSpPr>
        <p:grpSpPr>
          <a:xfrm rot="5400000">
            <a:off x="7969709" y="3503453"/>
            <a:ext cx="642876" cy="1352955"/>
            <a:chOff x="3447799" y="584177"/>
            <a:chExt cx="362756" cy="763432"/>
          </a:xfrm>
        </p:grpSpPr>
        <p:sp>
          <p:nvSpPr>
            <p:cNvPr id="333" name="Google Shape;333;p11"/>
            <p:cNvSpPr/>
            <p:nvPr/>
          </p:nvSpPr>
          <p:spPr>
            <a:xfrm>
              <a:off x="3762429" y="1074504"/>
              <a:ext cx="40626" cy="35146"/>
            </a:xfrm>
            <a:custGeom>
              <a:avLst/>
              <a:gdLst/>
              <a:ahLst/>
              <a:cxnLst/>
              <a:rect l="l" t="t" r="r" b="b"/>
              <a:pathLst>
                <a:path w="1809" h="1565" extrusionOk="0">
                  <a:moveTo>
                    <a:pt x="1038" y="0"/>
                  </a:moveTo>
                  <a:cubicBezTo>
                    <a:pt x="335" y="0"/>
                    <a:pt x="0" y="837"/>
                    <a:pt x="486" y="1339"/>
                  </a:cubicBezTo>
                  <a:cubicBezTo>
                    <a:pt x="641" y="1495"/>
                    <a:pt x="833" y="1565"/>
                    <a:pt x="1022" y="1565"/>
                  </a:cubicBezTo>
                  <a:cubicBezTo>
                    <a:pt x="1422" y="1565"/>
                    <a:pt x="1808" y="1253"/>
                    <a:pt x="1808" y="787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3717312" y="1166221"/>
              <a:ext cx="41007" cy="40626"/>
            </a:xfrm>
            <a:custGeom>
              <a:avLst/>
              <a:gdLst/>
              <a:ahLst/>
              <a:cxnLst/>
              <a:rect l="l" t="t" r="r" b="b"/>
              <a:pathLst>
                <a:path w="1826" h="1809" fill="none" extrusionOk="0">
                  <a:moveTo>
                    <a:pt x="1825" y="770"/>
                  </a:moveTo>
                  <a:cubicBezTo>
                    <a:pt x="1825" y="1457"/>
                    <a:pt x="988" y="1808"/>
                    <a:pt x="486" y="1323"/>
                  </a:cubicBezTo>
                  <a:cubicBezTo>
                    <a:pt x="1" y="821"/>
                    <a:pt x="352" y="1"/>
                    <a:pt x="1038" y="1"/>
                  </a:cubicBezTo>
                  <a:cubicBezTo>
                    <a:pt x="1474" y="1"/>
                    <a:pt x="1825" y="335"/>
                    <a:pt x="1825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3504931" y="1038415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8" y="770"/>
                  </a:moveTo>
                  <a:cubicBezTo>
                    <a:pt x="1808" y="1457"/>
                    <a:pt x="971" y="1808"/>
                    <a:pt x="486" y="1323"/>
                  </a:cubicBezTo>
                  <a:cubicBezTo>
                    <a:pt x="0" y="837"/>
                    <a:pt x="335" y="0"/>
                    <a:pt x="1038" y="0"/>
                  </a:cubicBezTo>
                  <a:cubicBezTo>
                    <a:pt x="1457" y="0"/>
                    <a:pt x="1808" y="335"/>
                    <a:pt x="1808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3642124" y="1151938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9" y="770"/>
                  </a:moveTo>
                  <a:cubicBezTo>
                    <a:pt x="1809" y="1473"/>
                    <a:pt x="972" y="1808"/>
                    <a:pt x="486" y="1323"/>
                  </a:cubicBezTo>
                  <a:cubicBezTo>
                    <a:pt x="1" y="837"/>
                    <a:pt x="352" y="0"/>
                    <a:pt x="1039" y="0"/>
                  </a:cubicBezTo>
                  <a:cubicBezTo>
                    <a:pt x="1474" y="0"/>
                    <a:pt x="1809" y="352"/>
                    <a:pt x="1809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3508322" y="1295149"/>
              <a:ext cx="40985" cy="41007"/>
            </a:xfrm>
            <a:custGeom>
              <a:avLst/>
              <a:gdLst/>
              <a:ahLst/>
              <a:cxnLst/>
              <a:rect l="l" t="t" r="r" b="b"/>
              <a:pathLst>
                <a:path w="1825" h="1826" fill="none" extrusionOk="0">
                  <a:moveTo>
                    <a:pt x="1825" y="788"/>
                  </a:moveTo>
                  <a:cubicBezTo>
                    <a:pt x="1825" y="1474"/>
                    <a:pt x="988" y="1825"/>
                    <a:pt x="485" y="1340"/>
                  </a:cubicBezTo>
                  <a:cubicBezTo>
                    <a:pt x="0" y="838"/>
                    <a:pt x="352" y="1"/>
                    <a:pt x="1038" y="18"/>
                  </a:cubicBezTo>
                  <a:cubicBezTo>
                    <a:pt x="1473" y="18"/>
                    <a:pt x="1808" y="352"/>
                    <a:pt x="1825" y="78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3473356" y="983147"/>
              <a:ext cx="40985" cy="35056"/>
            </a:xfrm>
            <a:custGeom>
              <a:avLst/>
              <a:gdLst/>
              <a:ahLst/>
              <a:cxnLst/>
              <a:rect l="l" t="t" r="r" b="b"/>
              <a:pathLst>
                <a:path w="1825" h="1561" extrusionOk="0">
                  <a:moveTo>
                    <a:pt x="1055" y="1"/>
                  </a:moveTo>
                  <a:cubicBezTo>
                    <a:pt x="352" y="1"/>
                    <a:pt x="0" y="838"/>
                    <a:pt x="502" y="1323"/>
                  </a:cubicBezTo>
                  <a:cubicBezTo>
                    <a:pt x="661" y="1487"/>
                    <a:pt x="857" y="1560"/>
                    <a:pt x="1049" y="1560"/>
                  </a:cubicBezTo>
                  <a:cubicBezTo>
                    <a:pt x="1445" y="1560"/>
                    <a:pt x="1825" y="1250"/>
                    <a:pt x="1825" y="788"/>
                  </a:cubicBezTo>
                  <a:cubicBezTo>
                    <a:pt x="1825" y="352"/>
                    <a:pt x="14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3615445" y="1200042"/>
              <a:ext cx="40626" cy="34876"/>
            </a:xfrm>
            <a:custGeom>
              <a:avLst/>
              <a:gdLst/>
              <a:ahLst/>
              <a:cxnLst/>
              <a:rect l="l" t="t" r="r" b="b"/>
              <a:pathLst>
                <a:path w="1809" h="1553" extrusionOk="0">
                  <a:moveTo>
                    <a:pt x="1038" y="1"/>
                  </a:moveTo>
                  <a:cubicBezTo>
                    <a:pt x="335" y="1"/>
                    <a:pt x="1" y="838"/>
                    <a:pt x="486" y="1323"/>
                  </a:cubicBezTo>
                  <a:cubicBezTo>
                    <a:pt x="644" y="1481"/>
                    <a:pt x="839" y="1552"/>
                    <a:pt x="1030" y="1552"/>
                  </a:cubicBezTo>
                  <a:cubicBezTo>
                    <a:pt x="1427" y="1552"/>
                    <a:pt x="1808" y="1245"/>
                    <a:pt x="1808" y="771"/>
                  </a:cubicBezTo>
                  <a:cubicBezTo>
                    <a:pt x="1808" y="352"/>
                    <a:pt x="1457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3574100" y="926397"/>
              <a:ext cx="40985" cy="35146"/>
            </a:xfrm>
            <a:custGeom>
              <a:avLst/>
              <a:gdLst/>
              <a:ahLst/>
              <a:cxnLst/>
              <a:rect l="l" t="t" r="r" b="b"/>
              <a:pathLst>
                <a:path w="1825" h="1565" extrusionOk="0">
                  <a:moveTo>
                    <a:pt x="1038" y="0"/>
                  </a:moveTo>
                  <a:cubicBezTo>
                    <a:pt x="352" y="0"/>
                    <a:pt x="0" y="837"/>
                    <a:pt x="486" y="1339"/>
                  </a:cubicBezTo>
                  <a:cubicBezTo>
                    <a:pt x="647" y="1495"/>
                    <a:pt x="842" y="1565"/>
                    <a:pt x="1034" y="1565"/>
                  </a:cubicBezTo>
                  <a:cubicBezTo>
                    <a:pt x="1439" y="1565"/>
                    <a:pt x="1825" y="1253"/>
                    <a:pt x="1825" y="787"/>
                  </a:cubicBezTo>
                  <a:cubicBezTo>
                    <a:pt x="1825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3574100" y="1312823"/>
              <a:ext cx="40985" cy="34787"/>
            </a:xfrm>
            <a:custGeom>
              <a:avLst/>
              <a:gdLst/>
              <a:ahLst/>
              <a:cxnLst/>
              <a:rect l="l" t="t" r="r" b="b"/>
              <a:pathLst>
                <a:path w="1825" h="1549" extrusionOk="0">
                  <a:moveTo>
                    <a:pt x="1038" y="1"/>
                  </a:moveTo>
                  <a:cubicBezTo>
                    <a:pt x="352" y="1"/>
                    <a:pt x="0" y="837"/>
                    <a:pt x="486" y="1323"/>
                  </a:cubicBezTo>
                  <a:cubicBezTo>
                    <a:pt x="647" y="1479"/>
                    <a:pt x="842" y="1548"/>
                    <a:pt x="1034" y="1548"/>
                  </a:cubicBezTo>
                  <a:cubicBezTo>
                    <a:pt x="1439" y="1548"/>
                    <a:pt x="1825" y="1237"/>
                    <a:pt x="1825" y="771"/>
                  </a:cubicBezTo>
                  <a:cubicBezTo>
                    <a:pt x="1825" y="352"/>
                    <a:pt x="1473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3638756" y="1272983"/>
              <a:ext cx="40626" cy="34854"/>
            </a:xfrm>
            <a:custGeom>
              <a:avLst/>
              <a:gdLst/>
              <a:ahLst/>
              <a:cxnLst/>
              <a:rect l="l" t="t" r="r" b="b"/>
              <a:pathLst>
                <a:path w="1809" h="1552" extrusionOk="0">
                  <a:moveTo>
                    <a:pt x="1038" y="0"/>
                  </a:moveTo>
                  <a:cubicBezTo>
                    <a:pt x="352" y="0"/>
                    <a:pt x="0" y="837"/>
                    <a:pt x="486" y="1323"/>
                  </a:cubicBezTo>
                  <a:cubicBezTo>
                    <a:pt x="643" y="1480"/>
                    <a:pt x="838" y="1551"/>
                    <a:pt x="1030" y="1551"/>
                  </a:cubicBezTo>
                  <a:cubicBezTo>
                    <a:pt x="1427" y="1551"/>
                    <a:pt x="1808" y="1245"/>
                    <a:pt x="1808" y="770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3447799" y="996307"/>
              <a:ext cx="124055" cy="302255"/>
            </a:xfrm>
            <a:custGeom>
              <a:avLst/>
              <a:gdLst/>
              <a:ahLst/>
              <a:cxnLst/>
              <a:rect l="l" t="t" r="r" b="b"/>
              <a:pathLst>
                <a:path w="5524" h="13459" fill="none" extrusionOk="0">
                  <a:moveTo>
                    <a:pt x="0" y="1"/>
                  </a:moveTo>
                  <a:lnTo>
                    <a:pt x="0" y="2009"/>
                  </a:lnTo>
                  <a:lnTo>
                    <a:pt x="5524" y="7483"/>
                  </a:lnTo>
                  <a:lnTo>
                    <a:pt x="5524" y="12270"/>
                  </a:lnTo>
                  <a:lnTo>
                    <a:pt x="4252" y="1345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3597411" y="961341"/>
              <a:ext cx="22" cy="368797"/>
            </a:xfrm>
            <a:custGeom>
              <a:avLst/>
              <a:gdLst/>
              <a:ahLst/>
              <a:cxnLst/>
              <a:rect l="l" t="t" r="r" b="b"/>
              <a:pathLst>
                <a:path w="1" h="16422" fill="none" extrusionOk="0">
                  <a:moveTo>
                    <a:pt x="0" y="1"/>
                  </a:moveTo>
                  <a:lnTo>
                    <a:pt x="0" y="16422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3497022" y="584177"/>
              <a:ext cx="72201" cy="398993"/>
            </a:xfrm>
            <a:custGeom>
              <a:avLst/>
              <a:gdLst/>
              <a:ahLst/>
              <a:cxnLst/>
              <a:rect l="l" t="t" r="r" b="b"/>
              <a:pathLst>
                <a:path w="3215" h="17308" fill="none" extrusionOk="0">
                  <a:moveTo>
                    <a:pt x="1" y="17308"/>
                  </a:moveTo>
                  <a:lnTo>
                    <a:pt x="1" y="6997"/>
                  </a:lnTo>
                  <a:lnTo>
                    <a:pt x="3215" y="3783"/>
                  </a:lnTo>
                  <a:lnTo>
                    <a:pt x="3215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3528242" y="586188"/>
              <a:ext cx="69192" cy="451867"/>
            </a:xfrm>
            <a:custGeom>
              <a:avLst/>
              <a:gdLst/>
              <a:ahLst/>
              <a:cxnLst/>
              <a:rect l="l" t="t" r="r" b="b"/>
              <a:pathLst>
                <a:path w="3081" h="20121" fill="none" extrusionOk="0">
                  <a:moveTo>
                    <a:pt x="3080" y="1"/>
                  </a:moveTo>
                  <a:lnTo>
                    <a:pt x="3080" y="7366"/>
                  </a:lnTo>
                  <a:lnTo>
                    <a:pt x="0" y="10596"/>
                  </a:lnTo>
                  <a:lnTo>
                    <a:pt x="0" y="2012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3638756" y="647857"/>
              <a:ext cx="42871" cy="559731"/>
            </a:xfrm>
            <a:custGeom>
              <a:avLst/>
              <a:gdLst/>
              <a:ahLst/>
              <a:cxnLst/>
              <a:rect l="l" t="t" r="r" b="b"/>
              <a:pathLst>
                <a:path w="1909" h="24924" fill="none" extrusionOk="0">
                  <a:moveTo>
                    <a:pt x="268" y="0"/>
                  </a:moveTo>
                  <a:lnTo>
                    <a:pt x="268" y="1440"/>
                  </a:lnTo>
                  <a:lnTo>
                    <a:pt x="1908" y="3097"/>
                  </a:lnTo>
                  <a:lnTo>
                    <a:pt x="1908" y="12186"/>
                  </a:lnTo>
                  <a:lnTo>
                    <a:pt x="0" y="14094"/>
                  </a:lnTo>
                  <a:lnTo>
                    <a:pt x="0" y="24924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3665435" y="616641"/>
              <a:ext cx="43635" cy="534938"/>
            </a:xfrm>
            <a:custGeom>
              <a:avLst/>
              <a:gdLst/>
              <a:ahLst/>
              <a:cxnLst/>
              <a:rect l="l" t="t" r="r" b="b"/>
              <a:pathLst>
                <a:path w="1943" h="23820" fill="none" extrusionOk="0">
                  <a:moveTo>
                    <a:pt x="1" y="23820"/>
                  </a:moveTo>
                  <a:lnTo>
                    <a:pt x="1" y="16103"/>
                  </a:lnTo>
                  <a:lnTo>
                    <a:pt x="1942" y="14162"/>
                  </a:lnTo>
                  <a:lnTo>
                    <a:pt x="1942" y="4236"/>
                  </a:lnTo>
                  <a:lnTo>
                    <a:pt x="436" y="2880"/>
                  </a:lnTo>
                  <a:lnTo>
                    <a:pt x="436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3665435" y="584684"/>
              <a:ext cx="95130" cy="705615"/>
            </a:xfrm>
            <a:custGeom>
              <a:avLst/>
              <a:gdLst/>
              <a:ahLst/>
              <a:cxnLst/>
              <a:rect l="l" t="t" r="r" b="b"/>
              <a:pathLst>
                <a:path w="4236" h="31420" fill="none" extrusionOk="0">
                  <a:moveTo>
                    <a:pt x="4236" y="1"/>
                  </a:moveTo>
                  <a:lnTo>
                    <a:pt x="1808" y="2428"/>
                  </a:lnTo>
                  <a:lnTo>
                    <a:pt x="1808" y="4119"/>
                  </a:lnTo>
                  <a:lnTo>
                    <a:pt x="3064" y="5374"/>
                  </a:lnTo>
                  <a:lnTo>
                    <a:pt x="3064" y="16204"/>
                  </a:lnTo>
                  <a:lnTo>
                    <a:pt x="1273" y="17995"/>
                  </a:lnTo>
                  <a:lnTo>
                    <a:pt x="1273" y="29009"/>
                  </a:lnTo>
                  <a:lnTo>
                    <a:pt x="1" y="30281"/>
                  </a:lnTo>
                  <a:lnTo>
                    <a:pt x="1" y="3141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3740623" y="668136"/>
              <a:ext cx="50776" cy="498107"/>
            </a:xfrm>
            <a:custGeom>
              <a:avLst/>
              <a:gdLst/>
              <a:ahLst/>
              <a:cxnLst/>
              <a:rect l="l" t="t" r="r" b="b"/>
              <a:pathLst>
                <a:path w="2261" h="22180" fill="none" extrusionOk="0">
                  <a:moveTo>
                    <a:pt x="603" y="1"/>
                  </a:moveTo>
                  <a:lnTo>
                    <a:pt x="603" y="6914"/>
                  </a:lnTo>
                  <a:lnTo>
                    <a:pt x="2260" y="8588"/>
                  </a:lnTo>
                  <a:lnTo>
                    <a:pt x="2260" y="12421"/>
                  </a:lnTo>
                  <a:lnTo>
                    <a:pt x="0" y="14664"/>
                  </a:lnTo>
                  <a:lnTo>
                    <a:pt x="0" y="2218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3760924" y="638829"/>
              <a:ext cx="49631" cy="439067"/>
            </a:xfrm>
            <a:custGeom>
              <a:avLst/>
              <a:gdLst/>
              <a:ahLst/>
              <a:cxnLst/>
              <a:rect l="l" t="t" r="r" b="b"/>
              <a:pathLst>
                <a:path w="2210" h="19551" fill="none" extrusionOk="0">
                  <a:moveTo>
                    <a:pt x="670" y="19551"/>
                  </a:moveTo>
                  <a:lnTo>
                    <a:pt x="0" y="18898"/>
                  </a:lnTo>
                  <a:lnTo>
                    <a:pt x="0" y="16421"/>
                  </a:lnTo>
                  <a:lnTo>
                    <a:pt x="2210" y="14195"/>
                  </a:lnTo>
                  <a:lnTo>
                    <a:pt x="2210" y="9776"/>
                  </a:lnTo>
                  <a:lnTo>
                    <a:pt x="268" y="7834"/>
                  </a:lnTo>
                  <a:lnTo>
                    <a:pt x="268" y="1842"/>
                  </a:lnTo>
                  <a:lnTo>
                    <a:pt x="1088" y="1038"/>
                  </a:lnTo>
                  <a:lnTo>
                    <a:pt x="1088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/>
          <p:nvPr/>
        </p:nvSpPr>
        <p:spPr>
          <a:xfrm>
            <a:off x="6822425" y="-130925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3"/>
          <p:cNvSpPr txBox="1">
            <a:spLocks noGrp="1"/>
          </p:cNvSpPr>
          <p:nvPr>
            <p:ph type="title"/>
          </p:nvPr>
        </p:nvSpPr>
        <p:spPr>
          <a:xfrm>
            <a:off x="4236600" y="445025"/>
            <a:ext cx="4187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3"/>
          <p:cNvSpPr txBox="1">
            <a:spLocks noGrp="1"/>
          </p:cNvSpPr>
          <p:nvPr>
            <p:ph type="title" idx="2" hasCustomPrompt="1"/>
          </p:nvPr>
        </p:nvSpPr>
        <p:spPr>
          <a:xfrm>
            <a:off x="4236608" y="1281550"/>
            <a:ext cx="41874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7" name="Google Shape;357;p13"/>
          <p:cNvSpPr txBox="1">
            <a:spLocks noGrp="1"/>
          </p:cNvSpPr>
          <p:nvPr>
            <p:ph type="subTitle" idx="1"/>
          </p:nvPr>
        </p:nvSpPr>
        <p:spPr>
          <a:xfrm>
            <a:off x="4236869" y="1982777"/>
            <a:ext cx="4317300" cy="32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3"/>
          <p:cNvSpPr txBox="1">
            <a:spLocks noGrp="1"/>
          </p:cNvSpPr>
          <p:nvPr>
            <p:ph type="subTitle" idx="3"/>
          </p:nvPr>
        </p:nvSpPr>
        <p:spPr>
          <a:xfrm>
            <a:off x="4227825" y="1787300"/>
            <a:ext cx="4317300" cy="36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59" name="Google Shape;359;p13"/>
          <p:cNvGrpSpPr/>
          <p:nvPr/>
        </p:nvGrpSpPr>
        <p:grpSpPr>
          <a:xfrm rot="5400000">
            <a:off x="8581525" y="374209"/>
            <a:ext cx="518768" cy="291386"/>
            <a:chOff x="3654925" y="3123571"/>
            <a:chExt cx="518768" cy="291386"/>
          </a:xfrm>
        </p:grpSpPr>
        <p:sp>
          <p:nvSpPr>
            <p:cNvPr id="360" name="Google Shape;360;p13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3911277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4128935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13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371" name="Google Shape;371;p13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372" name="Google Shape;372;p13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" name="Google Shape;373;p13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4" name="Google Shape;374;p13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75" name="Google Shape;375;p13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76" name="Google Shape;376;p13"/>
          <p:cNvGrpSpPr/>
          <p:nvPr/>
        </p:nvGrpSpPr>
        <p:grpSpPr>
          <a:xfrm>
            <a:off x="308679" y="255838"/>
            <a:ext cx="8669658" cy="4629880"/>
            <a:chOff x="308679" y="260513"/>
            <a:chExt cx="8669658" cy="4629880"/>
          </a:xfrm>
        </p:grpSpPr>
        <p:cxnSp>
          <p:nvCxnSpPr>
            <p:cNvPr id="377" name="Google Shape;377;p13"/>
            <p:cNvCxnSpPr/>
            <p:nvPr/>
          </p:nvCxnSpPr>
          <p:spPr>
            <a:xfrm rot="10800000">
              <a:off x="8978338" y="26051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8" name="Google Shape;378;p13"/>
            <p:cNvGrpSpPr/>
            <p:nvPr/>
          </p:nvGrpSpPr>
          <p:grpSpPr>
            <a:xfrm rot="10800000">
              <a:off x="308679" y="4324682"/>
              <a:ext cx="343982" cy="565711"/>
              <a:chOff x="4335679" y="240044"/>
              <a:chExt cx="343982" cy="565711"/>
            </a:xfrm>
          </p:grpSpPr>
          <p:sp>
            <p:nvSpPr>
              <p:cNvPr id="379" name="Google Shape;379;p13"/>
              <p:cNvSpPr/>
              <p:nvPr/>
            </p:nvSpPr>
            <p:spPr>
              <a:xfrm>
                <a:off x="4427396" y="542958"/>
                <a:ext cx="163536" cy="163558"/>
              </a:xfrm>
              <a:custGeom>
                <a:avLst/>
                <a:gdLst/>
                <a:ahLst/>
                <a:cxnLst/>
                <a:rect l="l" t="t" r="r" b="b"/>
                <a:pathLst>
                  <a:path w="7282" h="7283" extrusionOk="0">
                    <a:moveTo>
                      <a:pt x="3415" y="1"/>
                    </a:moveTo>
                    <a:cubicBezTo>
                      <a:pt x="3281" y="1"/>
                      <a:pt x="3164" y="18"/>
                      <a:pt x="3047" y="34"/>
                    </a:cubicBezTo>
                    <a:lnTo>
                      <a:pt x="3064" y="219"/>
                    </a:lnTo>
                    <a:cubicBezTo>
                      <a:pt x="3181" y="202"/>
                      <a:pt x="3298" y="185"/>
                      <a:pt x="3415" y="185"/>
                    </a:cubicBezTo>
                    <a:lnTo>
                      <a:pt x="3415" y="1"/>
                    </a:lnTo>
                    <a:close/>
                    <a:moveTo>
                      <a:pt x="3867" y="1"/>
                    </a:moveTo>
                    <a:lnTo>
                      <a:pt x="3867" y="185"/>
                    </a:lnTo>
                    <a:cubicBezTo>
                      <a:pt x="3985" y="185"/>
                      <a:pt x="4102" y="202"/>
                      <a:pt x="4202" y="219"/>
                    </a:cubicBezTo>
                    <a:lnTo>
                      <a:pt x="4236" y="34"/>
                    </a:lnTo>
                    <a:cubicBezTo>
                      <a:pt x="4118" y="18"/>
                      <a:pt x="4001" y="1"/>
                      <a:pt x="3867" y="1"/>
                    </a:cubicBezTo>
                    <a:close/>
                    <a:moveTo>
                      <a:pt x="4688" y="135"/>
                    </a:moveTo>
                    <a:lnTo>
                      <a:pt x="4637" y="319"/>
                    </a:lnTo>
                    <a:cubicBezTo>
                      <a:pt x="4754" y="352"/>
                      <a:pt x="4855" y="386"/>
                      <a:pt x="4972" y="436"/>
                    </a:cubicBezTo>
                    <a:lnTo>
                      <a:pt x="5039" y="269"/>
                    </a:lnTo>
                    <a:cubicBezTo>
                      <a:pt x="4922" y="219"/>
                      <a:pt x="4805" y="168"/>
                      <a:pt x="4688" y="135"/>
                    </a:cubicBezTo>
                    <a:close/>
                    <a:moveTo>
                      <a:pt x="2595" y="135"/>
                    </a:moveTo>
                    <a:cubicBezTo>
                      <a:pt x="2478" y="185"/>
                      <a:pt x="2361" y="219"/>
                      <a:pt x="2244" y="269"/>
                    </a:cubicBezTo>
                    <a:lnTo>
                      <a:pt x="2327" y="453"/>
                    </a:lnTo>
                    <a:cubicBezTo>
                      <a:pt x="2428" y="403"/>
                      <a:pt x="2528" y="352"/>
                      <a:pt x="2645" y="319"/>
                    </a:cubicBezTo>
                    <a:lnTo>
                      <a:pt x="2595" y="135"/>
                    </a:lnTo>
                    <a:close/>
                    <a:moveTo>
                      <a:pt x="1842" y="470"/>
                    </a:moveTo>
                    <a:cubicBezTo>
                      <a:pt x="1725" y="537"/>
                      <a:pt x="1624" y="604"/>
                      <a:pt x="1524" y="671"/>
                    </a:cubicBezTo>
                    <a:lnTo>
                      <a:pt x="1624" y="821"/>
                    </a:lnTo>
                    <a:cubicBezTo>
                      <a:pt x="1725" y="754"/>
                      <a:pt x="1825" y="687"/>
                      <a:pt x="1926" y="620"/>
                    </a:cubicBezTo>
                    <a:lnTo>
                      <a:pt x="1842" y="470"/>
                    </a:lnTo>
                    <a:close/>
                    <a:moveTo>
                      <a:pt x="5457" y="470"/>
                    </a:moveTo>
                    <a:lnTo>
                      <a:pt x="5374" y="620"/>
                    </a:lnTo>
                    <a:lnTo>
                      <a:pt x="5374" y="637"/>
                    </a:lnTo>
                    <a:cubicBezTo>
                      <a:pt x="5474" y="687"/>
                      <a:pt x="5575" y="754"/>
                      <a:pt x="5658" y="821"/>
                    </a:cubicBezTo>
                    <a:lnTo>
                      <a:pt x="5776" y="671"/>
                    </a:lnTo>
                    <a:cubicBezTo>
                      <a:pt x="5675" y="604"/>
                      <a:pt x="5575" y="537"/>
                      <a:pt x="5457" y="470"/>
                    </a:cubicBezTo>
                    <a:close/>
                    <a:moveTo>
                      <a:pt x="6127" y="955"/>
                    </a:moveTo>
                    <a:lnTo>
                      <a:pt x="6010" y="1089"/>
                    </a:lnTo>
                    <a:lnTo>
                      <a:pt x="6010" y="1106"/>
                    </a:lnTo>
                    <a:cubicBezTo>
                      <a:pt x="6094" y="1189"/>
                      <a:pt x="6177" y="1273"/>
                      <a:pt x="6244" y="1340"/>
                    </a:cubicBezTo>
                    <a:lnTo>
                      <a:pt x="6395" y="1223"/>
                    </a:lnTo>
                    <a:cubicBezTo>
                      <a:pt x="6311" y="1139"/>
                      <a:pt x="6227" y="1056"/>
                      <a:pt x="6127" y="955"/>
                    </a:cubicBezTo>
                    <a:close/>
                    <a:moveTo>
                      <a:pt x="1172" y="972"/>
                    </a:moveTo>
                    <a:cubicBezTo>
                      <a:pt x="1072" y="1056"/>
                      <a:pt x="988" y="1139"/>
                      <a:pt x="905" y="1240"/>
                    </a:cubicBezTo>
                    <a:lnTo>
                      <a:pt x="1055" y="1357"/>
                    </a:lnTo>
                    <a:cubicBezTo>
                      <a:pt x="1122" y="1273"/>
                      <a:pt x="1206" y="1189"/>
                      <a:pt x="1290" y="1106"/>
                    </a:cubicBezTo>
                    <a:lnTo>
                      <a:pt x="1172" y="972"/>
                    </a:lnTo>
                    <a:close/>
                    <a:moveTo>
                      <a:pt x="637" y="1608"/>
                    </a:moveTo>
                    <a:cubicBezTo>
                      <a:pt x="553" y="1708"/>
                      <a:pt x="503" y="1809"/>
                      <a:pt x="436" y="1926"/>
                    </a:cubicBezTo>
                    <a:lnTo>
                      <a:pt x="603" y="2010"/>
                    </a:lnTo>
                    <a:cubicBezTo>
                      <a:pt x="654" y="1909"/>
                      <a:pt x="704" y="1809"/>
                      <a:pt x="771" y="1708"/>
                    </a:cubicBezTo>
                    <a:lnTo>
                      <a:pt x="637" y="1608"/>
                    </a:lnTo>
                    <a:close/>
                    <a:moveTo>
                      <a:pt x="6679" y="1608"/>
                    </a:moveTo>
                    <a:lnTo>
                      <a:pt x="6529" y="1708"/>
                    </a:lnTo>
                    <a:cubicBezTo>
                      <a:pt x="6579" y="1809"/>
                      <a:pt x="6646" y="1909"/>
                      <a:pt x="6696" y="2010"/>
                    </a:cubicBezTo>
                    <a:lnTo>
                      <a:pt x="6864" y="1909"/>
                    </a:lnTo>
                    <a:cubicBezTo>
                      <a:pt x="6797" y="1809"/>
                      <a:pt x="6746" y="1708"/>
                      <a:pt x="6679" y="1608"/>
                    </a:cubicBezTo>
                    <a:close/>
                    <a:moveTo>
                      <a:pt x="7048" y="2344"/>
                    </a:moveTo>
                    <a:lnTo>
                      <a:pt x="6880" y="2411"/>
                    </a:lnTo>
                    <a:cubicBezTo>
                      <a:pt x="6930" y="2512"/>
                      <a:pt x="6964" y="2629"/>
                      <a:pt x="6997" y="2729"/>
                    </a:cubicBezTo>
                    <a:lnTo>
                      <a:pt x="7165" y="2696"/>
                    </a:lnTo>
                    <a:cubicBezTo>
                      <a:pt x="7131" y="2579"/>
                      <a:pt x="7098" y="2462"/>
                      <a:pt x="7048" y="2344"/>
                    </a:cubicBezTo>
                    <a:close/>
                    <a:moveTo>
                      <a:pt x="235" y="2344"/>
                    </a:moveTo>
                    <a:cubicBezTo>
                      <a:pt x="185" y="2462"/>
                      <a:pt x="151" y="2579"/>
                      <a:pt x="118" y="2696"/>
                    </a:cubicBezTo>
                    <a:lnTo>
                      <a:pt x="302" y="2746"/>
                    </a:lnTo>
                    <a:cubicBezTo>
                      <a:pt x="319" y="2629"/>
                      <a:pt x="369" y="2512"/>
                      <a:pt x="402" y="2411"/>
                    </a:cubicBezTo>
                    <a:lnTo>
                      <a:pt x="235" y="2344"/>
                    </a:lnTo>
                    <a:close/>
                    <a:moveTo>
                      <a:pt x="7265" y="3148"/>
                    </a:moveTo>
                    <a:lnTo>
                      <a:pt x="7081" y="3165"/>
                    </a:lnTo>
                    <a:lnTo>
                      <a:pt x="7081" y="3181"/>
                    </a:lnTo>
                    <a:cubicBezTo>
                      <a:pt x="7098" y="3282"/>
                      <a:pt x="7098" y="3399"/>
                      <a:pt x="7115" y="3516"/>
                    </a:cubicBezTo>
                    <a:lnTo>
                      <a:pt x="7282" y="3516"/>
                    </a:lnTo>
                    <a:cubicBezTo>
                      <a:pt x="7282" y="3399"/>
                      <a:pt x="7282" y="3265"/>
                      <a:pt x="7265" y="3148"/>
                    </a:cubicBezTo>
                    <a:close/>
                    <a:moveTo>
                      <a:pt x="34" y="3148"/>
                    </a:moveTo>
                    <a:cubicBezTo>
                      <a:pt x="17" y="3265"/>
                      <a:pt x="1" y="3399"/>
                      <a:pt x="1" y="3516"/>
                    </a:cubicBezTo>
                    <a:lnTo>
                      <a:pt x="185" y="3533"/>
                    </a:lnTo>
                    <a:cubicBezTo>
                      <a:pt x="185" y="3416"/>
                      <a:pt x="202" y="3298"/>
                      <a:pt x="218" y="3181"/>
                    </a:cubicBezTo>
                    <a:lnTo>
                      <a:pt x="34" y="3148"/>
                    </a:lnTo>
                    <a:close/>
                    <a:moveTo>
                      <a:pt x="202" y="3968"/>
                    </a:moveTo>
                    <a:lnTo>
                      <a:pt x="17" y="3985"/>
                    </a:lnTo>
                    <a:cubicBezTo>
                      <a:pt x="34" y="4102"/>
                      <a:pt x="51" y="4236"/>
                      <a:pt x="68" y="4353"/>
                    </a:cubicBezTo>
                    <a:lnTo>
                      <a:pt x="252" y="4320"/>
                    </a:lnTo>
                    <a:cubicBezTo>
                      <a:pt x="218" y="4202"/>
                      <a:pt x="202" y="4085"/>
                      <a:pt x="202" y="3968"/>
                    </a:cubicBezTo>
                    <a:close/>
                    <a:moveTo>
                      <a:pt x="7098" y="3968"/>
                    </a:moveTo>
                    <a:cubicBezTo>
                      <a:pt x="7081" y="4085"/>
                      <a:pt x="7064" y="4202"/>
                      <a:pt x="7048" y="4320"/>
                    </a:cubicBezTo>
                    <a:lnTo>
                      <a:pt x="7215" y="4353"/>
                    </a:lnTo>
                    <a:cubicBezTo>
                      <a:pt x="7249" y="4219"/>
                      <a:pt x="7265" y="4102"/>
                      <a:pt x="7265" y="3985"/>
                    </a:cubicBezTo>
                    <a:lnTo>
                      <a:pt x="7098" y="3968"/>
                    </a:lnTo>
                    <a:close/>
                    <a:moveTo>
                      <a:pt x="369" y="4721"/>
                    </a:moveTo>
                    <a:lnTo>
                      <a:pt x="185" y="4788"/>
                    </a:lnTo>
                    <a:lnTo>
                      <a:pt x="185" y="4805"/>
                    </a:lnTo>
                    <a:cubicBezTo>
                      <a:pt x="235" y="4922"/>
                      <a:pt x="269" y="5039"/>
                      <a:pt x="319" y="5123"/>
                    </a:cubicBezTo>
                    <a:lnTo>
                      <a:pt x="486" y="5056"/>
                    </a:lnTo>
                    <a:cubicBezTo>
                      <a:pt x="436" y="4956"/>
                      <a:pt x="402" y="4838"/>
                      <a:pt x="369" y="4721"/>
                    </a:cubicBezTo>
                    <a:close/>
                    <a:moveTo>
                      <a:pt x="6930" y="4738"/>
                    </a:moveTo>
                    <a:cubicBezTo>
                      <a:pt x="6897" y="4855"/>
                      <a:pt x="6847" y="4956"/>
                      <a:pt x="6797" y="5073"/>
                    </a:cubicBezTo>
                    <a:lnTo>
                      <a:pt x="6964" y="5140"/>
                    </a:lnTo>
                    <a:cubicBezTo>
                      <a:pt x="7014" y="5023"/>
                      <a:pt x="7064" y="4905"/>
                      <a:pt x="7098" y="4788"/>
                    </a:cubicBezTo>
                    <a:lnTo>
                      <a:pt x="6930" y="4738"/>
                    </a:lnTo>
                    <a:close/>
                    <a:moveTo>
                      <a:pt x="6596" y="5441"/>
                    </a:moveTo>
                    <a:cubicBezTo>
                      <a:pt x="6529" y="5558"/>
                      <a:pt x="6462" y="5642"/>
                      <a:pt x="6395" y="5742"/>
                    </a:cubicBezTo>
                    <a:lnTo>
                      <a:pt x="6546" y="5843"/>
                    </a:lnTo>
                    <a:cubicBezTo>
                      <a:pt x="6612" y="5759"/>
                      <a:pt x="6679" y="5659"/>
                      <a:pt x="6746" y="5541"/>
                    </a:cubicBezTo>
                    <a:lnTo>
                      <a:pt x="6596" y="5441"/>
                    </a:lnTo>
                    <a:close/>
                    <a:moveTo>
                      <a:pt x="704" y="5458"/>
                    </a:moveTo>
                    <a:lnTo>
                      <a:pt x="553" y="5558"/>
                    </a:lnTo>
                    <a:lnTo>
                      <a:pt x="536" y="5558"/>
                    </a:lnTo>
                    <a:cubicBezTo>
                      <a:pt x="620" y="5659"/>
                      <a:pt x="687" y="5759"/>
                      <a:pt x="771" y="5859"/>
                    </a:cubicBezTo>
                    <a:lnTo>
                      <a:pt x="921" y="5742"/>
                    </a:lnTo>
                    <a:cubicBezTo>
                      <a:pt x="838" y="5659"/>
                      <a:pt x="771" y="5558"/>
                      <a:pt x="704" y="5458"/>
                    </a:cubicBezTo>
                    <a:close/>
                    <a:moveTo>
                      <a:pt x="6094" y="6077"/>
                    </a:moveTo>
                    <a:cubicBezTo>
                      <a:pt x="6010" y="6161"/>
                      <a:pt x="5926" y="6228"/>
                      <a:pt x="5842" y="6311"/>
                    </a:cubicBezTo>
                    <a:lnTo>
                      <a:pt x="5960" y="6445"/>
                    </a:lnTo>
                    <a:cubicBezTo>
                      <a:pt x="6043" y="6362"/>
                      <a:pt x="6144" y="6295"/>
                      <a:pt x="6227" y="6194"/>
                    </a:cubicBezTo>
                    <a:lnTo>
                      <a:pt x="6094" y="6077"/>
                    </a:lnTo>
                    <a:close/>
                    <a:moveTo>
                      <a:pt x="1189" y="6077"/>
                    </a:moveTo>
                    <a:lnTo>
                      <a:pt x="1072" y="6211"/>
                    </a:lnTo>
                    <a:cubicBezTo>
                      <a:pt x="1156" y="6295"/>
                      <a:pt x="1239" y="6378"/>
                      <a:pt x="1340" y="6462"/>
                    </a:cubicBezTo>
                    <a:lnTo>
                      <a:pt x="1457" y="6311"/>
                    </a:lnTo>
                    <a:cubicBezTo>
                      <a:pt x="1357" y="6244"/>
                      <a:pt x="1273" y="6161"/>
                      <a:pt x="1189" y="6077"/>
                    </a:cubicBezTo>
                    <a:close/>
                    <a:moveTo>
                      <a:pt x="1808" y="6562"/>
                    </a:moveTo>
                    <a:lnTo>
                      <a:pt x="1708" y="6730"/>
                    </a:lnTo>
                    <a:cubicBezTo>
                      <a:pt x="1808" y="6780"/>
                      <a:pt x="1926" y="6847"/>
                      <a:pt x="2026" y="6897"/>
                    </a:cubicBezTo>
                    <a:lnTo>
                      <a:pt x="2110" y="6747"/>
                    </a:lnTo>
                    <a:cubicBezTo>
                      <a:pt x="2009" y="6696"/>
                      <a:pt x="1909" y="6629"/>
                      <a:pt x="1808" y="6562"/>
                    </a:cubicBezTo>
                    <a:close/>
                    <a:moveTo>
                      <a:pt x="5474" y="6562"/>
                    </a:moveTo>
                    <a:cubicBezTo>
                      <a:pt x="5374" y="6629"/>
                      <a:pt x="5273" y="6680"/>
                      <a:pt x="5156" y="6730"/>
                    </a:cubicBezTo>
                    <a:lnTo>
                      <a:pt x="5240" y="6897"/>
                    </a:lnTo>
                    <a:cubicBezTo>
                      <a:pt x="5357" y="6847"/>
                      <a:pt x="5457" y="6780"/>
                      <a:pt x="5558" y="6713"/>
                    </a:cubicBezTo>
                    <a:lnTo>
                      <a:pt x="5474" y="6562"/>
                    </a:lnTo>
                    <a:close/>
                    <a:moveTo>
                      <a:pt x="2512" y="6914"/>
                    </a:moveTo>
                    <a:lnTo>
                      <a:pt x="2461" y="7081"/>
                    </a:lnTo>
                    <a:cubicBezTo>
                      <a:pt x="2578" y="7132"/>
                      <a:pt x="2696" y="7148"/>
                      <a:pt x="2813" y="7182"/>
                    </a:cubicBezTo>
                    <a:lnTo>
                      <a:pt x="2846" y="7014"/>
                    </a:lnTo>
                    <a:cubicBezTo>
                      <a:pt x="2746" y="6981"/>
                      <a:pt x="2629" y="6947"/>
                      <a:pt x="2512" y="6914"/>
                    </a:cubicBezTo>
                    <a:close/>
                    <a:moveTo>
                      <a:pt x="4754" y="6914"/>
                    </a:moveTo>
                    <a:cubicBezTo>
                      <a:pt x="4654" y="6947"/>
                      <a:pt x="4537" y="6981"/>
                      <a:pt x="4420" y="7014"/>
                    </a:cubicBezTo>
                    <a:lnTo>
                      <a:pt x="4470" y="7182"/>
                    </a:lnTo>
                    <a:cubicBezTo>
                      <a:pt x="4587" y="7148"/>
                      <a:pt x="4704" y="7115"/>
                      <a:pt x="4821" y="7081"/>
                    </a:cubicBezTo>
                    <a:lnTo>
                      <a:pt x="4754" y="6914"/>
                    </a:lnTo>
                    <a:close/>
                    <a:moveTo>
                      <a:pt x="3281" y="7081"/>
                    </a:moveTo>
                    <a:lnTo>
                      <a:pt x="3265" y="7266"/>
                    </a:lnTo>
                    <a:lnTo>
                      <a:pt x="3281" y="7266"/>
                    </a:lnTo>
                    <a:cubicBezTo>
                      <a:pt x="3399" y="7266"/>
                      <a:pt x="3516" y="7282"/>
                      <a:pt x="3633" y="7282"/>
                    </a:cubicBezTo>
                    <a:cubicBezTo>
                      <a:pt x="3767" y="7282"/>
                      <a:pt x="3884" y="7266"/>
                      <a:pt x="4001" y="7266"/>
                    </a:cubicBezTo>
                    <a:lnTo>
                      <a:pt x="3985" y="7081"/>
                    </a:lnTo>
                    <a:cubicBezTo>
                      <a:pt x="3867" y="7098"/>
                      <a:pt x="3750" y="7098"/>
                      <a:pt x="3633" y="7098"/>
                    </a:cubicBezTo>
                    <a:cubicBezTo>
                      <a:pt x="3516" y="7098"/>
                      <a:pt x="3399" y="7081"/>
                      <a:pt x="3281" y="708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>
                <a:off x="4518753" y="240044"/>
                <a:ext cx="22" cy="181951"/>
              </a:xfrm>
              <a:custGeom>
                <a:avLst/>
                <a:gdLst/>
                <a:ahLst/>
                <a:cxnLst/>
                <a:rect l="l" t="t" r="r" b="b"/>
                <a:pathLst>
                  <a:path w="1" h="8102" extrusionOk="0">
                    <a:moveTo>
                      <a:pt x="0" y="0"/>
                    </a:moveTo>
                    <a:lnTo>
                      <a:pt x="0" y="8101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3"/>
              <p:cNvSpPr/>
              <p:nvPr/>
            </p:nvSpPr>
            <p:spPr>
              <a:xfrm>
                <a:off x="4335679" y="457260"/>
                <a:ext cx="343982" cy="348495"/>
              </a:xfrm>
              <a:custGeom>
                <a:avLst/>
                <a:gdLst/>
                <a:ahLst/>
                <a:cxnLst/>
                <a:rect l="l" t="t" r="r" b="b"/>
                <a:pathLst>
                  <a:path w="15317" h="15518" extrusionOk="0">
                    <a:moveTo>
                      <a:pt x="7717" y="34"/>
                    </a:moveTo>
                    <a:lnTo>
                      <a:pt x="7717" y="503"/>
                    </a:lnTo>
                    <a:lnTo>
                      <a:pt x="7499" y="503"/>
                    </a:lnTo>
                    <a:lnTo>
                      <a:pt x="7483" y="34"/>
                    </a:lnTo>
                    <a:close/>
                    <a:moveTo>
                      <a:pt x="7449" y="1"/>
                    </a:moveTo>
                    <a:lnTo>
                      <a:pt x="7449" y="536"/>
                    </a:lnTo>
                    <a:lnTo>
                      <a:pt x="7734" y="536"/>
                    </a:lnTo>
                    <a:lnTo>
                      <a:pt x="7734" y="1"/>
                    </a:lnTo>
                    <a:close/>
                    <a:moveTo>
                      <a:pt x="8269" y="51"/>
                    </a:moveTo>
                    <a:cubicBezTo>
                      <a:pt x="8336" y="68"/>
                      <a:pt x="8420" y="84"/>
                      <a:pt x="8504" y="84"/>
                    </a:cubicBezTo>
                    <a:lnTo>
                      <a:pt x="8453" y="536"/>
                    </a:lnTo>
                    <a:lnTo>
                      <a:pt x="8236" y="519"/>
                    </a:lnTo>
                    <a:lnTo>
                      <a:pt x="8269" y="51"/>
                    </a:lnTo>
                    <a:close/>
                    <a:moveTo>
                      <a:pt x="6930" y="84"/>
                    </a:moveTo>
                    <a:lnTo>
                      <a:pt x="6964" y="553"/>
                    </a:lnTo>
                    <a:lnTo>
                      <a:pt x="6763" y="570"/>
                    </a:lnTo>
                    <a:lnTo>
                      <a:pt x="6696" y="101"/>
                    </a:lnTo>
                    <a:lnTo>
                      <a:pt x="6930" y="84"/>
                    </a:lnTo>
                    <a:close/>
                    <a:moveTo>
                      <a:pt x="8236" y="17"/>
                    </a:moveTo>
                    <a:lnTo>
                      <a:pt x="8202" y="553"/>
                    </a:lnTo>
                    <a:lnTo>
                      <a:pt x="8219" y="553"/>
                    </a:lnTo>
                    <a:cubicBezTo>
                      <a:pt x="8303" y="553"/>
                      <a:pt x="8387" y="570"/>
                      <a:pt x="8453" y="570"/>
                    </a:cubicBezTo>
                    <a:lnTo>
                      <a:pt x="8470" y="570"/>
                    </a:lnTo>
                    <a:lnTo>
                      <a:pt x="8537" y="34"/>
                    </a:lnTo>
                    <a:lnTo>
                      <a:pt x="8520" y="34"/>
                    </a:lnTo>
                    <a:lnTo>
                      <a:pt x="8253" y="17"/>
                    </a:lnTo>
                    <a:close/>
                    <a:moveTo>
                      <a:pt x="6930" y="51"/>
                    </a:moveTo>
                    <a:lnTo>
                      <a:pt x="6679" y="84"/>
                    </a:lnTo>
                    <a:lnTo>
                      <a:pt x="6662" y="84"/>
                    </a:lnTo>
                    <a:lnTo>
                      <a:pt x="6729" y="603"/>
                    </a:lnTo>
                    <a:lnTo>
                      <a:pt x="6746" y="603"/>
                    </a:lnTo>
                    <a:lnTo>
                      <a:pt x="6997" y="570"/>
                    </a:lnTo>
                    <a:lnTo>
                      <a:pt x="7014" y="570"/>
                    </a:lnTo>
                    <a:lnTo>
                      <a:pt x="6947" y="51"/>
                    </a:lnTo>
                    <a:close/>
                    <a:moveTo>
                      <a:pt x="9039" y="151"/>
                    </a:moveTo>
                    <a:lnTo>
                      <a:pt x="9274" y="185"/>
                    </a:lnTo>
                    <a:lnTo>
                      <a:pt x="9173" y="653"/>
                    </a:lnTo>
                    <a:cubicBezTo>
                      <a:pt x="9106" y="637"/>
                      <a:pt x="9039" y="620"/>
                      <a:pt x="8972" y="620"/>
                    </a:cubicBezTo>
                    <a:lnTo>
                      <a:pt x="9039" y="151"/>
                    </a:lnTo>
                    <a:close/>
                    <a:moveTo>
                      <a:pt x="9023" y="118"/>
                    </a:moveTo>
                    <a:lnTo>
                      <a:pt x="8922" y="637"/>
                    </a:lnTo>
                    <a:lnTo>
                      <a:pt x="8939" y="637"/>
                    </a:lnTo>
                    <a:lnTo>
                      <a:pt x="9190" y="687"/>
                    </a:lnTo>
                    <a:lnTo>
                      <a:pt x="9207" y="687"/>
                    </a:lnTo>
                    <a:lnTo>
                      <a:pt x="9307" y="168"/>
                    </a:lnTo>
                    <a:lnTo>
                      <a:pt x="9290" y="168"/>
                    </a:lnTo>
                    <a:cubicBezTo>
                      <a:pt x="9207" y="134"/>
                      <a:pt x="9123" y="118"/>
                      <a:pt x="9039" y="118"/>
                    </a:cubicBezTo>
                    <a:close/>
                    <a:moveTo>
                      <a:pt x="6144" y="201"/>
                    </a:moveTo>
                    <a:lnTo>
                      <a:pt x="6244" y="653"/>
                    </a:lnTo>
                    <a:lnTo>
                      <a:pt x="6043" y="704"/>
                    </a:lnTo>
                    <a:lnTo>
                      <a:pt x="5926" y="252"/>
                    </a:lnTo>
                    <a:lnTo>
                      <a:pt x="6144" y="201"/>
                    </a:lnTo>
                    <a:close/>
                    <a:moveTo>
                      <a:pt x="6160" y="168"/>
                    </a:moveTo>
                    <a:lnTo>
                      <a:pt x="5909" y="218"/>
                    </a:lnTo>
                    <a:lnTo>
                      <a:pt x="5892" y="218"/>
                    </a:lnTo>
                    <a:lnTo>
                      <a:pt x="6010" y="737"/>
                    </a:lnTo>
                    <a:lnTo>
                      <a:pt x="6026" y="737"/>
                    </a:lnTo>
                    <a:lnTo>
                      <a:pt x="6277" y="687"/>
                    </a:lnTo>
                    <a:lnTo>
                      <a:pt x="6177" y="168"/>
                    </a:lnTo>
                    <a:close/>
                    <a:moveTo>
                      <a:pt x="9826" y="319"/>
                    </a:moveTo>
                    <a:lnTo>
                      <a:pt x="10027" y="386"/>
                    </a:lnTo>
                    <a:lnTo>
                      <a:pt x="9910" y="838"/>
                    </a:lnTo>
                    <a:lnTo>
                      <a:pt x="9692" y="771"/>
                    </a:lnTo>
                    <a:lnTo>
                      <a:pt x="9826" y="319"/>
                    </a:lnTo>
                    <a:close/>
                    <a:moveTo>
                      <a:pt x="9793" y="285"/>
                    </a:moveTo>
                    <a:lnTo>
                      <a:pt x="9642" y="787"/>
                    </a:lnTo>
                    <a:lnTo>
                      <a:pt x="9659" y="787"/>
                    </a:lnTo>
                    <a:lnTo>
                      <a:pt x="9893" y="871"/>
                    </a:lnTo>
                    <a:lnTo>
                      <a:pt x="9910" y="871"/>
                    </a:lnTo>
                    <a:lnTo>
                      <a:pt x="10077" y="352"/>
                    </a:lnTo>
                    <a:lnTo>
                      <a:pt x="10060" y="352"/>
                    </a:lnTo>
                    <a:lnTo>
                      <a:pt x="9809" y="285"/>
                    </a:lnTo>
                    <a:close/>
                    <a:moveTo>
                      <a:pt x="5390" y="402"/>
                    </a:moveTo>
                    <a:lnTo>
                      <a:pt x="5558" y="854"/>
                    </a:lnTo>
                    <a:lnTo>
                      <a:pt x="5340" y="921"/>
                    </a:lnTo>
                    <a:lnTo>
                      <a:pt x="5189" y="469"/>
                    </a:lnTo>
                    <a:lnTo>
                      <a:pt x="5390" y="402"/>
                    </a:lnTo>
                    <a:close/>
                    <a:moveTo>
                      <a:pt x="5407" y="369"/>
                    </a:moveTo>
                    <a:cubicBezTo>
                      <a:pt x="5323" y="402"/>
                      <a:pt x="5240" y="419"/>
                      <a:pt x="5156" y="453"/>
                    </a:cubicBezTo>
                    <a:lnTo>
                      <a:pt x="5139" y="453"/>
                    </a:lnTo>
                    <a:lnTo>
                      <a:pt x="5307" y="955"/>
                    </a:lnTo>
                    <a:lnTo>
                      <a:pt x="5323" y="955"/>
                    </a:lnTo>
                    <a:lnTo>
                      <a:pt x="5558" y="888"/>
                    </a:lnTo>
                    <a:lnTo>
                      <a:pt x="5574" y="888"/>
                    </a:lnTo>
                    <a:lnTo>
                      <a:pt x="5424" y="369"/>
                    </a:lnTo>
                    <a:close/>
                    <a:moveTo>
                      <a:pt x="10563" y="570"/>
                    </a:moveTo>
                    <a:lnTo>
                      <a:pt x="10763" y="653"/>
                    </a:lnTo>
                    <a:lnTo>
                      <a:pt x="10579" y="1089"/>
                    </a:lnTo>
                    <a:lnTo>
                      <a:pt x="10378" y="1005"/>
                    </a:lnTo>
                    <a:lnTo>
                      <a:pt x="10563" y="570"/>
                    </a:lnTo>
                    <a:close/>
                    <a:moveTo>
                      <a:pt x="10529" y="519"/>
                    </a:moveTo>
                    <a:lnTo>
                      <a:pt x="10328" y="1038"/>
                    </a:lnTo>
                    <a:lnTo>
                      <a:pt x="10345" y="1038"/>
                    </a:lnTo>
                    <a:lnTo>
                      <a:pt x="10579" y="1122"/>
                    </a:lnTo>
                    <a:lnTo>
                      <a:pt x="10596" y="1122"/>
                    </a:lnTo>
                    <a:lnTo>
                      <a:pt x="10814" y="620"/>
                    </a:lnTo>
                    <a:lnTo>
                      <a:pt x="10797" y="620"/>
                    </a:lnTo>
                    <a:lnTo>
                      <a:pt x="10546" y="519"/>
                    </a:lnTo>
                    <a:close/>
                    <a:moveTo>
                      <a:pt x="11266" y="888"/>
                    </a:moveTo>
                    <a:cubicBezTo>
                      <a:pt x="11333" y="921"/>
                      <a:pt x="11399" y="955"/>
                      <a:pt x="11466" y="988"/>
                    </a:cubicBezTo>
                    <a:lnTo>
                      <a:pt x="11249" y="1407"/>
                    </a:lnTo>
                    <a:cubicBezTo>
                      <a:pt x="11182" y="1373"/>
                      <a:pt x="11115" y="1340"/>
                      <a:pt x="11048" y="1306"/>
                    </a:cubicBezTo>
                    <a:lnTo>
                      <a:pt x="11266" y="888"/>
                    </a:lnTo>
                    <a:close/>
                    <a:moveTo>
                      <a:pt x="11249" y="838"/>
                    </a:moveTo>
                    <a:lnTo>
                      <a:pt x="11014" y="1323"/>
                    </a:lnTo>
                    <a:lnTo>
                      <a:pt x="11031" y="1323"/>
                    </a:lnTo>
                    <a:lnTo>
                      <a:pt x="11232" y="1423"/>
                    </a:lnTo>
                    <a:lnTo>
                      <a:pt x="11249" y="1423"/>
                    </a:lnTo>
                    <a:lnTo>
                      <a:pt x="11517" y="971"/>
                    </a:lnTo>
                    <a:lnTo>
                      <a:pt x="11500" y="971"/>
                    </a:lnTo>
                    <a:lnTo>
                      <a:pt x="11266" y="838"/>
                    </a:lnTo>
                    <a:close/>
                    <a:moveTo>
                      <a:pt x="11935" y="1273"/>
                    </a:moveTo>
                    <a:lnTo>
                      <a:pt x="12119" y="1407"/>
                    </a:lnTo>
                    <a:lnTo>
                      <a:pt x="11851" y="1792"/>
                    </a:lnTo>
                    <a:lnTo>
                      <a:pt x="11684" y="1674"/>
                    </a:lnTo>
                    <a:lnTo>
                      <a:pt x="11935" y="1273"/>
                    </a:lnTo>
                    <a:close/>
                    <a:moveTo>
                      <a:pt x="11918" y="1222"/>
                    </a:moveTo>
                    <a:lnTo>
                      <a:pt x="11634" y="1674"/>
                    </a:lnTo>
                    <a:lnTo>
                      <a:pt x="11835" y="1808"/>
                    </a:lnTo>
                    <a:lnTo>
                      <a:pt x="11851" y="1808"/>
                    </a:lnTo>
                    <a:lnTo>
                      <a:pt x="12153" y="1373"/>
                    </a:lnTo>
                    <a:cubicBezTo>
                      <a:pt x="12086" y="1323"/>
                      <a:pt x="12019" y="1273"/>
                      <a:pt x="11935" y="1222"/>
                    </a:cubicBezTo>
                    <a:close/>
                    <a:moveTo>
                      <a:pt x="12571" y="1725"/>
                    </a:moveTo>
                    <a:lnTo>
                      <a:pt x="12755" y="1875"/>
                    </a:lnTo>
                    <a:lnTo>
                      <a:pt x="12454" y="2227"/>
                    </a:lnTo>
                    <a:lnTo>
                      <a:pt x="12287" y="2093"/>
                    </a:lnTo>
                    <a:lnTo>
                      <a:pt x="12571" y="1725"/>
                    </a:lnTo>
                    <a:close/>
                    <a:moveTo>
                      <a:pt x="12571" y="1691"/>
                    </a:moveTo>
                    <a:lnTo>
                      <a:pt x="12236" y="2110"/>
                    </a:lnTo>
                    <a:lnTo>
                      <a:pt x="12253" y="2110"/>
                    </a:lnTo>
                    <a:cubicBezTo>
                      <a:pt x="12320" y="2160"/>
                      <a:pt x="12387" y="2210"/>
                      <a:pt x="12454" y="2277"/>
                    </a:cubicBezTo>
                    <a:lnTo>
                      <a:pt x="12806" y="1875"/>
                    </a:lnTo>
                    <a:lnTo>
                      <a:pt x="12789" y="1859"/>
                    </a:lnTo>
                    <a:cubicBezTo>
                      <a:pt x="12722" y="1808"/>
                      <a:pt x="12655" y="1758"/>
                      <a:pt x="12588" y="1691"/>
                    </a:cubicBezTo>
                    <a:close/>
                    <a:moveTo>
                      <a:pt x="13157" y="2244"/>
                    </a:moveTo>
                    <a:lnTo>
                      <a:pt x="13308" y="2411"/>
                    </a:lnTo>
                    <a:lnTo>
                      <a:pt x="12973" y="2746"/>
                    </a:lnTo>
                    <a:cubicBezTo>
                      <a:pt x="12923" y="2679"/>
                      <a:pt x="12872" y="2629"/>
                      <a:pt x="12822" y="2595"/>
                    </a:cubicBezTo>
                    <a:lnTo>
                      <a:pt x="13157" y="2244"/>
                    </a:lnTo>
                    <a:close/>
                    <a:moveTo>
                      <a:pt x="13157" y="2210"/>
                    </a:moveTo>
                    <a:lnTo>
                      <a:pt x="12789" y="2595"/>
                    </a:lnTo>
                    <a:lnTo>
                      <a:pt x="12806" y="2595"/>
                    </a:lnTo>
                    <a:cubicBezTo>
                      <a:pt x="12856" y="2662"/>
                      <a:pt x="12923" y="2712"/>
                      <a:pt x="12973" y="2779"/>
                    </a:cubicBezTo>
                    <a:lnTo>
                      <a:pt x="13358" y="2411"/>
                    </a:lnTo>
                    <a:lnTo>
                      <a:pt x="13358" y="2394"/>
                    </a:lnTo>
                    <a:lnTo>
                      <a:pt x="13174" y="2210"/>
                    </a:lnTo>
                    <a:close/>
                    <a:moveTo>
                      <a:pt x="13693" y="2829"/>
                    </a:moveTo>
                    <a:lnTo>
                      <a:pt x="13827" y="3014"/>
                    </a:lnTo>
                    <a:lnTo>
                      <a:pt x="13458" y="3298"/>
                    </a:lnTo>
                    <a:lnTo>
                      <a:pt x="13324" y="3131"/>
                    </a:lnTo>
                    <a:lnTo>
                      <a:pt x="13693" y="2829"/>
                    </a:lnTo>
                    <a:close/>
                    <a:moveTo>
                      <a:pt x="13693" y="2779"/>
                    </a:moveTo>
                    <a:lnTo>
                      <a:pt x="13274" y="3131"/>
                    </a:lnTo>
                    <a:lnTo>
                      <a:pt x="13291" y="3147"/>
                    </a:lnTo>
                    <a:cubicBezTo>
                      <a:pt x="13341" y="3198"/>
                      <a:pt x="13391" y="3265"/>
                      <a:pt x="13442" y="3332"/>
                    </a:cubicBezTo>
                    <a:lnTo>
                      <a:pt x="13458" y="3348"/>
                    </a:lnTo>
                    <a:lnTo>
                      <a:pt x="13877" y="3014"/>
                    </a:lnTo>
                    <a:lnTo>
                      <a:pt x="13860" y="2997"/>
                    </a:lnTo>
                    <a:cubicBezTo>
                      <a:pt x="13810" y="2930"/>
                      <a:pt x="13760" y="2863"/>
                      <a:pt x="13693" y="2796"/>
                    </a:cubicBezTo>
                    <a:lnTo>
                      <a:pt x="13693" y="2779"/>
                    </a:lnTo>
                    <a:close/>
                    <a:moveTo>
                      <a:pt x="14145" y="3449"/>
                    </a:moveTo>
                    <a:lnTo>
                      <a:pt x="14262" y="3633"/>
                    </a:lnTo>
                    <a:lnTo>
                      <a:pt x="13877" y="3884"/>
                    </a:lnTo>
                    <a:lnTo>
                      <a:pt x="13760" y="3717"/>
                    </a:lnTo>
                    <a:lnTo>
                      <a:pt x="14145" y="3449"/>
                    </a:lnTo>
                    <a:close/>
                    <a:moveTo>
                      <a:pt x="14178" y="3399"/>
                    </a:moveTo>
                    <a:lnTo>
                      <a:pt x="13726" y="3700"/>
                    </a:lnTo>
                    <a:lnTo>
                      <a:pt x="13726" y="3717"/>
                    </a:lnTo>
                    <a:cubicBezTo>
                      <a:pt x="13776" y="3783"/>
                      <a:pt x="13827" y="3850"/>
                      <a:pt x="13860" y="3917"/>
                    </a:cubicBezTo>
                    <a:lnTo>
                      <a:pt x="13860" y="3934"/>
                    </a:lnTo>
                    <a:lnTo>
                      <a:pt x="14312" y="3650"/>
                    </a:lnTo>
                    <a:lnTo>
                      <a:pt x="14312" y="3633"/>
                    </a:lnTo>
                    <a:cubicBezTo>
                      <a:pt x="14262" y="3566"/>
                      <a:pt x="14228" y="3499"/>
                      <a:pt x="14178" y="3415"/>
                    </a:cubicBezTo>
                    <a:lnTo>
                      <a:pt x="14178" y="3399"/>
                    </a:lnTo>
                    <a:close/>
                    <a:moveTo>
                      <a:pt x="1172" y="3700"/>
                    </a:moveTo>
                    <a:lnTo>
                      <a:pt x="1574" y="3951"/>
                    </a:lnTo>
                    <a:lnTo>
                      <a:pt x="1474" y="4135"/>
                    </a:lnTo>
                    <a:lnTo>
                      <a:pt x="1055" y="3901"/>
                    </a:lnTo>
                    <a:lnTo>
                      <a:pt x="1172" y="3700"/>
                    </a:lnTo>
                    <a:close/>
                    <a:moveTo>
                      <a:pt x="1139" y="3666"/>
                    </a:moveTo>
                    <a:cubicBezTo>
                      <a:pt x="1089" y="3750"/>
                      <a:pt x="1055" y="3817"/>
                      <a:pt x="1005" y="3901"/>
                    </a:cubicBezTo>
                    <a:lnTo>
                      <a:pt x="1005" y="3917"/>
                    </a:lnTo>
                    <a:lnTo>
                      <a:pt x="1474" y="4185"/>
                    </a:lnTo>
                    <a:lnTo>
                      <a:pt x="1474" y="4168"/>
                    </a:lnTo>
                    <a:lnTo>
                      <a:pt x="1591" y="3951"/>
                    </a:lnTo>
                    <a:lnTo>
                      <a:pt x="1591" y="3934"/>
                    </a:lnTo>
                    <a:lnTo>
                      <a:pt x="1139" y="3666"/>
                    </a:lnTo>
                    <a:close/>
                    <a:moveTo>
                      <a:pt x="14563" y="4118"/>
                    </a:moveTo>
                    <a:cubicBezTo>
                      <a:pt x="14597" y="4185"/>
                      <a:pt x="14630" y="4269"/>
                      <a:pt x="14647" y="4319"/>
                    </a:cubicBezTo>
                    <a:lnTo>
                      <a:pt x="14228" y="4537"/>
                    </a:lnTo>
                    <a:lnTo>
                      <a:pt x="14128" y="4336"/>
                    </a:lnTo>
                    <a:lnTo>
                      <a:pt x="14546" y="4118"/>
                    </a:lnTo>
                    <a:close/>
                    <a:moveTo>
                      <a:pt x="14563" y="4085"/>
                    </a:moveTo>
                    <a:lnTo>
                      <a:pt x="14094" y="4336"/>
                    </a:lnTo>
                    <a:lnTo>
                      <a:pt x="14094" y="4353"/>
                    </a:lnTo>
                    <a:lnTo>
                      <a:pt x="14212" y="4570"/>
                    </a:lnTo>
                    <a:lnTo>
                      <a:pt x="14680" y="4336"/>
                    </a:lnTo>
                    <a:lnTo>
                      <a:pt x="14680" y="4319"/>
                    </a:lnTo>
                    <a:cubicBezTo>
                      <a:pt x="14647" y="4252"/>
                      <a:pt x="14597" y="4168"/>
                      <a:pt x="14563" y="4085"/>
                    </a:cubicBezTo>
                    <a:close/>
                    <a:moveTo>
                      <a:pt x="787" y="4386"/>
                    </a:moveTo>
                    <a:lnTo>
                      <a:pt x="1206" y="4587"/>
                    </a:lnTo>
                    <a:cubicBezTo>
                      <a:pt x="1172" y="4654"/>
                      <a:pt x="1139" y="4721"/>
                      <a:pt x="1105" y="4788"/>
                    </a:cubicBezTo>
                    <a:lnTo>
                      <a:pt x="687" y="4587"/>
                    </a:lnTo>
                    <a:cubicBezTo>
                      <a:pt x="720" y="4520"/>
                      <a:pt x="754" y="4453"/>
                      <a:pt x="787" y="4386"/>
                    </a:cubicBezTo>
                    <a:close/>
                    <a:moveTo>
                      <a:pt x="771" y="4336"/>
                    </a:moveTo>
                    <a:lnTo>
                      <a:pt x="771" y="4353"/>
                    </a:lnTo>
                    <a:cubicBezTo>
                      <a:pt x="737" y="4420"/>
                      <a:pt x="704" y="4487"/>
                      <a:pt x="670" y="4570"/>
                    </a:cubicBezTo>
                    <a:lnTo>
                      <a:pt x="653" y="4604"/>
                    </a:lnTo>
                    <a:lnTo>
                      <a:pt x="653" y="4620"/>
                    </a:lnTo>
                    <a:lnTo>
                      <a:pt x="1139" y="4821"/>
                    </a:lnTo>
                    <a:lnTo>
                      <a:pt x="1139" y="4805"/>
                    </a:lnTo>
                    <a:cubicBezTo>
                      <a:pt x="1172" y="4738"/>
                      <a:pt x="1206" y="4654"/>
                      <a:pt x="1256" y="4587"/>
                    </a:cubicBezTo>
                    <a:lnTo>
                      <a:pt x="1256" y="4570"/>
                    </a:lnTo>
                    <a:lnTo>
                      <a:pt x="771" y="4336"/>
                    </a:lnTo>
                    <a:close/>
                    <a:moveTo>
                      <a:pt x="14881" y="4838"/>
                    </a:moveTo>
                    <a:cubicBezTo>
                      <a:pt x="14915" y="4905"/>
                      <a:pt x="14948" y="4972"/>
                      <a:pt x="14965" y="5056"/>
                    </a:cubicBezTo>
                    <a:lnTo>
                      <a:pt x="14530" y="5223"/>
                    </a:lnTo>
                    <a:cubicBezTo>
                      <a:pt x="14496" y="5139"/>
                      <a:pt x="14463" y="5072"/>
                      <a:pt x="14446" y="5005"/>
                    </a:cubicBezTo>
                    <a:lnTo>
                      <a:pt x="14881" y="4838"/>
                    </a:lnTo>
                    <a:close/>
                    <a:moveTo>
                      <a:pt x="14898" y="4788"/>
                    </a:moveTo>
                    <a:lnTo>
                      <a:pt x="14396" y="4989"/>
                    </a:lnTo>
                    <a:lnTo>
                      <a:pt x="14396" y="5005"/>
                    </a:lnTo>
                    <a:cubicBezTo>
                      <a:pt x="14429" y="5072"/>
                      <a:pt x="14463" y="5156"/>
                      <a:pt x="14496" y="5223"/>
                    </a:cubicBezTo>
                    <a:lnTo>
                      <a:pt x="14496" y="5240"/>
                    </a:lnTo>
                    <a:lnTo>
                      <a:pt x="14998" y="5056"/>
                    </a:lnTo>
                    <a:lnTo>
                      <a:pt x="14998" y="5039"/>
                    </a:lnTo>
                    <a:cubicBezTo>
                      <a:pt x="14965" y="4955"/>
                      <a:pt x="14931" y="4872"/>
                      <a:pt x="14898" y="4788"/>
                    </a:cubicBezTo>
                    <a:close/>
                    <a:moveTo>
                      <a:pt x="486" y="5106"/>
                    </a:moveTo>
                    <a:lnTo>
                      <a:pt x="921" y="5273"/>
                    </a:lnTo>
                    <a:lnTo>
                      <a:pt x="854" y="5457"/>
                    </a:lnTo>
                    <a:lnTo>
                      <a:pt x="402" y="5323"/>
                    </a:lnTo>
                    <a:cubicBezTo>
                      <a:pt x="436" y="5256"/>
                      <a:pt x="452" y="5173"/>
                      <a:pt x="486" y="5106"/>
                    </a:cubicBezTo>
                    <a:close/>
                    <a:moveTo>
                      <a:pt x="469" y="5056"/>
                    </a:moveTo>
                    <a:lnTo>
                      <a:pt x="469" y="5072"/>
                    </a:lnTo>
                    <a:cubicBezTo>
                      <a:pt x="436" y="5156"/>
                      <a:pt x="402" y="5240"/>
                      <a:pt x="386" y="5323"/>
                    </a:cubicBezTo>
                    <a:lnTo>
                      <a:pt x="386" y="5340"/>
                    </a:lnTo>
                    <a:lnTo>
                      <a:pt x="888" y="5508"/>
                    </a:lnTo>
                    <a:lnTo>
                      <a:pt x="888" y="5491"/>
                    </a:lnTo>
                    <a:cubicBezTo>
                      <a:pt x="904" y="5424"/>
                      <a:pt x="938" y="5340"/>
                      <a:pt x="971" y="5256"/>
                    </a:cubicBezTo>
                    <a:lnTo>
                      <a:pt x="469" y="5056"/>
                    </a:lnTo>
                    <a:close/>
                    <a:moveTo>
                      <a:pt x="15149" y="5575"/>
                    </a:moveTo>
                    <a:cubicBezTo>
                      <a:pt x="15166" y="5641"/>
                      <a:pt x="15199" y="5725"/>
                      <a:pt x="15199" y="5792"/>
                    </a:cubicBezTo>
                    <a:lnTo>
                      <a:pt x="14747" y="5909"/>
                    </a:lnTo>
                    <a:cubicBezTo>
                      <a:pt x="14730" y="5842"/>
                      <a:pt x="14714" y="5775"/>
                      <a:pt x="14680" y="5708"/>
                    </a:cubicBezTo>
                    <a:lnTo>
                      <a:pt x="15132" y="5575"/>
                    </a:lnTo>
                    <a:close/>
                    <a:moveTo>
                      <a:pt x="15166" y="5524"/>
                    </a:moveTo>
                    <a:lnTo>
                      <a:pt x="14647" y="5675"/>
                    </a:lnTo>
                    <a:lnTo>
                      <a:pt x="14647" y="5708"/>
                    </a:lnTo>
                    <a:cubicBezTo>
                      <a:pt x="14663" y="5792"/>
                      <a:pt x="14697" y="5876"/>
                      <a:pt x="14714" y="5943"/>
                    </a:cubicBezTo>
                    <a:lnTo>
                      <a:pt x="14714" y="5960"/>
                    </a:lnTo>
                    <a:lnTo>
                      <a:pt x="15233" y="5826"/>
                    </a:lnTo>
                    <a:lnTo>
                      <a:pt x="15233" y="5809"/>
                    </a:lnTo>
                    <a:cubicBezTo>
                      <a:pt x="15216" y="5725"/>
                      <a:pt x="15182" y="5641"/>
                      <a:pt x="15166" y="5558"/>
                    </a:cubicBezTo>
                    <a:lnTo>
                      <a:pt x="15166" y="5524"/>
                    </a:lnTo>
                    <a:close/>
                    <a:moveTo>
                      <a:pt x="252" y="5859"/>
                    </a:moveTo>
                    <a:lnTo>
                      <a:pt x="704" y="5976"/>
                    </a:lnTo>
                    <a:lnTo>
                      <a:pt x="653" y="6177"/>
                    </a:lnTo>
                    <a:lnTo>
                      <a:pt x="201" y="6077"/>
                    </a:lnTo>
                    <a:cubicBezTo>
                      <a:pt x="218" y="6010"/>
                      <a:pt x="235" y="5926"/>
                      <a:pt x="252" y="5859"/>
                    </a:cubicBezTo>
                    <a:close/>
                    <a:moveTo>
                      <a:pt x="235" y="5826"/>
                    </a:moveTo>
                    <a:cubicBezTo>
                      <a:pt x="201" y="5909"/>
                      <a:pt x="185" y="6010"/>
                      <a:pt x="168" y="6093"/>
                    </a:cubicBezTo>
                    <a:lnTo>
                      <a:pt x="168" y="6110"/>
                    </a:lnTo>
                    <a:lnTo>
                      <a:pt x="687" y="6211"/>
                    </a:lnTo>
                    <a:cubicBezTo>
                      <a:pt x="704" y="6127"/>
                      <a:pt x="720" y="6043"/>
                      <a:pt x="754" y="5960"/>
                    </a:cubicBezTo>
                    <a:lnTo>
                      <a:pt x="754" y="5943"/>
                    </a:lnTo>
                    <a:lnTo>
                      <a:pt x="235" y="5826"/>
                    </a:lnTo>
                    <a:close/>
                    <a:moveTo>
                      <a:pt x="101" y="6629"/>
                    </a:moveTo>
                    <a:lnTo>
                      <a:pt x="570" y="6696"/>
                    </a:lnTo>
                    <a:lnTo>
                      <a:pt x="553" y="6696"/>
                    </a:lnTo>
                    <a:cubicBezTo>
                      <a:pt x="553" y="6780"/>
                      <a:pt x="553" y="6830"/>
                      <a:pt x="536" y="6914"/>
                    </a:cubicBezTo>
                    <a:lnTo>
                      <a:pt x="84" y="6847"/>
                    </a:lnTo>
                    <a:cubicBezTo>
                      <a:pt x="84" y="6780"/>
                      <a:pt x="101" y="6696"/>
                      <a:pt x="101" y="6629"/>
                    </a:cubicBezTo>
                    <a:close/>
                    <a:moveTo>
                      <a:pt x="84" y="6579"/>
                    </a:moveTo>
                    <a:lnTo>
                      <a:pt x="84" y="6596"/>
                    </a:lnTo>
                    <a:cubicBezTo>
                      <a:pt x="67" y="6696"/>
                      <a:pt x="51" y="6780"/>
                      <a:pt x="51" y="6863"/>
                    </a:cubicBezTo>
                    <a:lnTo>
                      <a:pt x="51" y="6880"/>
                    </a:lnTo>
                    <a:lnTo>
                      <a:pt x="570" y="6947"/>
                    </a:lnTo>
                    <a:lnTo>
                      <a:pt x="570" y="6930"/>
                    </a:lnTo>
                    <a:cubicBezTo>
                      <a:pt x="586" y="6847"/>
                      <a:pt x="603" y="6763"/>
                      <a:pt x="603" y="6679"/>
                    </a:cubicBezTo>
                    <a:lnTo>
                      <a:pt x="603" y="6663"/>
                    </a:lnTo>
                    <a:lnTo>
                      <a:pt x="84" y="6579"/>
                    </a:lnTo>
                    <a:close/>
                    <a:moveTo>
                      <a:pt x="17" y="7399"/>
                    </a:moveTo>
                    <a:lnTo>
                      <a:pt x="486" y="7431"/>
                    </a:lnTo>
                    <a:lnTo>
                      <a:pt x="486" y="7431"/>
                    </a:lnTo>
                    <a:cubicBezTo>
                      <a:pt x="486" y="7508"/>
                      <a:pt x="486" y="7571"/>
                      <a:pt x="486" y="7633"/>
                    </a:cubicBezTo>
                    <a:lnTo>
                      <a:pt x="17" y="7633"/>
                    </a:lnTo>
                    <a:lnTo>
                      <a:pt x="17" y="7399"/>
                    </a:lnTo>
                    <a:close/>
                    <a:moveTo>
                      <a:pt x="1" y="7366"/>
                    </a:moveTo>
                    <a:lnTo>
                      <a:pt x="1" y="7382"/>
                    </a:lnTo>
                    <a:lnTo>
                      <a:pt x="1" y="7650"/>
                    </a:lnTo>
                    <a:lnTo>
                      <a:pt x="1" y="7667"/>
                    </a:lnTo>
                    <a:lnTo>
                      <a:pt x="536" y="7667"/>
                    </a:lnTo>
                    <a:lnTo>
                      <a:pt x="536" y="7650"/>
                    </a:lnTo>
                    <a:lnTo>
                      <a:pt x="536" y="7399"/>
                    </a:lnTo>
                    <a:lnTo>
                      <a:pt x="1" y="7366"/>
                    </a:lnTo>
                    <a:close/>
                    <a:moveTo>
                      <a:pt x="486" y="8153"/>
                    </a:moveTo>
                    <a:lnTo>
                      <a:pt x="486" y="8153"/>
                    </a:lnTo>
                    <a:cubicBezTo>
                      <a:pt x="503" y="8237"/>
                      <a:pt x="503" y="8303"/>
                      <a:pt x="519" y="8370"/>
                    </a:cubicBezTo>
                    <a:lnTo>
                      <a:pt x="51" y="8403"/>
                    </a:lnTo>
                    <a:cubicBezTo>
                      <a:pt x="34" y="8336"/>
                      <a:pt x="34" y="8253"/>
                      <a:pt x="34" y="8186"/>
                    </a:cubicBezTo>
                    <a:lnTo>
                      <a:pt x="486" y="8153"/>
                    </a:lnTo>
                    <a:close/>
                    <a:moveTo>
                      <a:pt x="536" y="8136"/>
                    </a:moveTo>
                    <a:lnTo>
                      <a:pt x="1" y="8152"/>
                    </a:lnTo>
                    <a:lnTo>
                      <a:pt x="1" y="8169"/>
                    </a:lnTo>
                    <a:cubicBezTo>
                      <a:pt x="1" y="8253"/>
                      <a:pt x="17" y="8353"/>
                      <a:pt x="17" y="8437"/>
                    </a:cubicBezTo>
                    <a:lnTo>
                      <a:pt x="17" y="8454"/>
                    </a:lnTo>
                    <a:lnTo>
                      <a:pt x="553" y="8403"/>
                    </a:lnTo>
                    <a:lnTo>
                      <a:pt x="553" y="8387"/>
                    </a:lnTo>
                    <a:cubicBezTo>
                      <a:pt x="536" y="8303"/>
                      <a:pt x="536" y="8219"/>
                      <a:pt x="536" y="8136"/>
                    </a:cubicBezTo>
                    <a:close/>
                    <a:moveTo>
                      <a:pt x="570" y="8891"/>
                    </a:moveTo>
                    <a:cubicBezTo>
                      <a:pt x="586" y="8957"/>
                      <a:pt x="587" y="9023"/>
                      <a:pt x="620" y="9090"/>
                    </a:cubicBezTo>
                    <a:lnTo>
                      <a:pt x="168" y="9190"/>
                    </a:lnTo>
                    <a:cubicBezTo>
                      <a:pt x="151" y="9106"/>
                      <a:pt x="134" y="9039"/>
                      <a:pt x="118" y="8956"/>
                    </a:cubicBezTo>
                    <a:lnTo>
                      <a:pt x="570" y="8891"/>
                    </a:lnTo>
                    <a:close/>
                    <a:moveTo>
                      <a:pt x="620" y="8855"/>
                    </a:moveTo>
                    <a:lnTo>
                      <a:pt x="84" y="8939"/>
                    </a:lnTo>
                    <a:cubicBezTo>
                      <a:pt x="101" y="9039"/>
                      <a:pt x="118" y="9123"/>
                      <a:pt x="134" y="9207"/>
                    </a:cubicBezTo>
                    <a:lnTo>
                      <a:pt x="134" y="9224"/>
                    </a:lnTo>
                    <a:lnTo>
                      <a:pt x="653" y="9123"/>
                    </a:lnTo>
                    <a:lnTo>
                      <a:pt x="653" y="9106"/>
                    </a:lnTo>
                    <a:cubicBezTo>
                      <a:pt x="637" y="9023"/>
                      <a:pt x="620" y="8939"/>
                      <a:pt x="620" y="8872"/>
                    </a:cubicBezTo>
                    <a:lnTo>
                      <a:pt x="620" y="8855"/>
                    </a:lnTo>
                    <a:close/>
                    <a:moveTo>
                      <a:pt x="14814" y="9357"/>
                    </a:moveTo>
                    <a:lnTo>
                      <a:pt x="15279" y="9474"/>
                    </a:lnTo>
                    <a:lnTo>
                      <a:pt x="15279" y="9474"/>
                    </a:lnTo>
                    <a:cubicBezTo>
                      <a:pt x="15263" y="9538"/>
                      <a:pt x="15247" y="9615"/>
                      <a:pt x="15216" y="9692"/>
                    </a:cubicBezTo>
                    <a:lnTo>
                      <a:pt x="14764" y="9575"/>
                    </a:lnTo>
                    <a:cubicBezTo>
                      <a:pt x="14781" y="9508"/>
                      <a:pt x="14797" y="9441"/>
                      <a:pt x="14814" y="9357"/>
                    </a:cubicBezTo>
                    <a:close/>
                    <a:moveTo>
                      <a:pt x="14797" y="9324"/>
                    </a:moveTo>
                    <a:lnTo>
                      <a:pt x="14797" y="9341"/>
                    </a:lnTo>
                    <a:cubicBezTo>
                      <a:pt x="14781" y="9424"/>
                      <a:pt x="14764" y="9508"/>
                      <a:pt x="14730" y="9575"/>
                    </a:cubicBezTo>
                    <a:lnTo>
                      <a:pt x="14730" y="9592"/>
                    </a:lnTo>
                    <a:lnTo>
                      <a:pt x="15249" y="9726"/>
                    </a:lnTo>
                    <a:lnTo>
                      <a:pt x="15249" y="9709"/>
                    </a:lnTo>
                    <a:cubicBezTo>
                      <a:pt x="15283" y="9625"/>
                      <a:pt x="15300" y="9542"/>
                      <a:pt x="15316" y="9458"/>
                    </a:cubicBezTo>
                    <a:lnTo>
                      <a:pt x="15316" y="9441"/>
                    </a:lnTo>
                    <a:lnTo>
                      <a:pt x="14797" y="9324"/>
                    </a:lnTo>
                    <a:close/>
                    <a:moveTo>
                      <a:pt x="720" y="9609"/>
                    </a:moveTo>
                    <a:cubicBezTo>
                      <a:pt x="737" y="9675"/>
                      <a:pt x="754" y="9742"/>
                      <a:pt x="787" y="9809"/>
                    </a:cubicBezTo>
                    <a:lnTo>
                      <a:pt x="335" y="9943"/>
                    </a:lnTo>
                    <a:cubicBezTo>
                      <a:pt x="302" y="9876"/>
                      <a:pt x="285" y="9793"/>
                      <a:pt x="268" y="9726"/>
                    </a:cubicBezTo>
                    <a:lnTo>
                      <a:pt x="720" y="9609"/>
                    </a:lnTo>
                    <a:close/>
                    <a:moveTo>
                      <a:pt x="737" y="9575"/>
                    </a:moveTo>
                    <a:lnTo>
                      <a:pt x="235" y="9709"/>
                    </a:lnTo>
                    <a:lnTo>
                      <a:pt x="218" y="9726"/>
                    </a:lnTo>
                    <a:cubicBezTo>
                      <a:pt x="252" y="9793"/>
                      <a:pt x="268" y="9876"/>
                      <a:pt x="302" y="9960"/>
                    </a:cubicBezTo>
                    <a:lnTo>
                      <a:pt x="302" y="9993"/>
                    </a:lnTo>
                    <a:lnTo>
                      <a:pt x="804" y="9826"/>
                    </a:lnTo>
                    <a:lnTo>
                      <a:pt x="804" y="9809"/>
                    </a:lnTo>
                    <a:cubicBezTo>
                      <a:pt x="787" y="9742"/>
                      <a:pt x="771" y="9659"/>
                      <a:pt x="737" y="9575"/>
                    </a:cubicBezTo>
                    <a:close/>
                    <a:moveTo>
                      <a:pt x="14613" y="10077"/>
                    </a:moveTo>
                    <a:lnTo>
                      <a:pt x="15065" y="10228"/>
                    </a:lnTo>
                    <a:lnTo>
                      <a:pt x="14982" y="10445"/>
                    </a:lnTo>
                    <a:lnTo>
                      <a:pt x="14546" y="10278"/>
                    </a:lnTo>
                    <a:cubicBezTo>
                      <a:pt x="14580" y="10211"/>
                      <a:pt x="14597" y="10144"/>
                      <a:pt x="14613" y="10077"/>
                    </a:cubicBezTo>
                    <a:close/>
                    <a:moveTo>
                      <a:pt x="14597" y="10027"/>
                    </a:moveTo>
                    <a:lnTo>
                      <a:pt x="14597" y="10044"/>
                    </a:lnTo>
                    <a:lnTo>
                      <a:pt x="14513" y="10278"/>
                    </a:lnTo>
                    <a:lnTo>
                      <a:pt x="14513" y="10295"/>
                    </a:lnTo>
                    <a:lnTo>
                      <a:pt x="15015" y="10479"/>
                    </a:lnTo>
                    <a:lnTo>
                      <a:pt x="15015" y="10462"/>
                    </a:lnTo>
                    <a:cubicBezTo>
                      <a:pt x="15048" y="10378"/>
                      <a:pt x="15082" y="10295"/>
                      <a:pt x="15099" y="10211"/>
                    </a:cubicBezTo>
                    <a:lnTo>
                      <a:pt x="15099" y="10194"/>
                    </a:lnTo>
                    <a:lnTo>
                      <a:pt x="14597" y="10027"/>
                    </a:lnTo>
                    <a:close/>
                    <a:moveTo>
                      <a:pt x="14362" y="10747"/>
                    </a:moveTo>
                    <a:lnTo>
                      <a:pt x="14781" y="10948"/>
                    </a:lnTo>
                    <a:cubicBezTo>
                      <a:pt x="14747" y="11015"/>
                      <a:pt x="14714" y="11082"/>
                      <a:pt x="14680" y="11148"/>
                    </a:cubicBezTo>
                    <a:lnTo>
                      <a:pt x="14262" y="10948"/>
                    </a:lnTo>
                    <a:cubicBezTo>
                      <a:pt x="14295" y="10881"/>
                      <a:pt x="14329" y="10814"/>
                      <a:pt x="14362" y="10763"/>
                    </a:cubicBezTo>
                    <a:lnTo>
                      <a:pt x="14362" y="10747"/>
                    </a:lnTo>
                    <a:close/>
                    <a:moveTo>
                      <a:pt x="14329" y="10713"/>
                    </a:moveTo>
                    <a:lnTo>
                      <a:pt x="14329" y="10730"/>
                    </a:lnTo>
                    <a:cubicBezTo>
                      <a:pt x="14295" y="10797"/>
                      <a:pt x="14262" y="10881"/>
                      <a:pt x="14228" y="10948"/>
                    </a:cubicBezTo>
                    <a:lnTo>
                      <a:pt x="14228" y="10964"/>
                    </a:lnTo>
                    <a:lnTo>
                      <a:pt x="14714" y="11199"/>
                    </a:lnTo>
                    <a:lnTo>
                      <a:pt x="14714" y="11182"/>
                    </a:lnTo>
                    <a:cubicBezTo>
                      <a:pt x="14747" y="11098"/>
                      <a:pt x="14781" y="11015"/>
                      <a:pt x="14814" y="10948"/>
                    </a:cubicBezTo>
                    <a:lnTo>
                      <a:pt x="14814" y="10931"/>
                    </a:lnTo>
                    <a:lnTo>
                      <a:pt x="14329" y="10713"/>
                    </a:lnTo>
                    <a:close/>
                    <a:moveTo>
                      <a:pt x="14011" y="11416"/>
                    </a:moveTo>
                    <a:lnTo>
                      <a:pt x="14412" y="11651"/>
                    </a:lnTo>
                    <a:cubicBezTo>
                      <a:pt x="14379" y="11718"/>
                      <a:pt x="14345" y="11785"/>
                      <a:pt x="14295" y="11851"/>
                    </a:cubicBezTo>
                    <a:lnTo>
                      <a:pt x="13910" y="11600"/>
                    </a:lnTo>
                    <a:cubicBezTo>
                      <a:pt x="13944" y="11533"/>
                      <a:pt x="13977" y="11466"/>
                      <a:pt x="14011" y="11416"/>
                    </a:cubicBezTo>
                    <a:close/>
                    <a:moveTo>
                      <a:pt x="13977" y="11366"/>
                    </a:moveTo>
                    <a:lnTo>
                      <a:pt x="13977" y="11383"/>
                    </a:lnTo>
                    <a:cubicBezTo>
                      <a:pt x="13944" y="11450"/>
                      <a:pt x="13910" y="11517"/>
                      <a:pt x="13860" y="11584"/>
                    </a:cubicBezTo>
                    <a:lnTo>
                      <a:pt x="13860" y="11600"/>
                    </a:lnTo>
                    <a:lnTo>
                      <a:pt x="14312" y="11885"/>
                    </a:lnTo>
                    <a:lnTo>
                      <a:pt x="14312" y="11868"/>
                    </a:lnTo>
                    <a:lnTo>
                      <a:pt x="14446" y="11651"/>
                    </a:lnTo>
                    <a:lnTo>
                      <a:pt x="14446" y="11634"/>
                    </a:lnTo>
                    <a:lnTo>
                      <a:pt x="13977" y="11366"/>
                    </a:lnTo>
                    <a:close/>
                    <a:moveTo>
                      <a:pt x="13609" y="12036"/>
                    </a:moveTo>
                    <a:lnTo>
                      <a:pt x="13994" y="12303"/>
                    </a:lnTo>
                    <a:lnTo>
                      <a:pt x="13860" y="12488"/>
                    </a:lnTo>
                    <a:lnTo>
                      <a:pt x="13492" y="12203"/>
                    </a:lnTo>
                    <a:cubicBezTo>
                      <a:pt x="13525" y="12136"/>
                      <a:pt x="13575" y="12086"/>
                      <a:pt x="13609" y="12036"/>
                    </a:cubicBezTo>
                    <a:close/>
                    <a:moveTo>
                      <a:pt x="13592" y="11985"/>
                    </a:moveTo>
                    <a:lnTo>
                      <a:pt x="13592" y="12002"/>
                    </a:lnTo>
                    <a:lnTo>
                      <a:pt x="13458" y="12186"/>
                    </a:lnTo>
                    <a:lnTo>
                      <a:pt x="13442" y="12203"/>
                    </a:lnTo>
                    <a:lnTo>
                      <a:pt x="13860" y="12538"/>
                    </a:lnTo>
                    <a:lnTo>
                      <a:pt x="13877" y="12521"/>
                    </a:lnTo>
                    <a:cubicBezTo>
                      <a:pt x="13927" y="12454"/>
                      <a:pt x="13977" y="12387"/>
                      <a:pt x="14027" y="12303"/>
                    </a:cubicBezTo>
                    <a:lnTo>
                      <a:pt x="13592" y="11985"/>
                    </a:lnTo>
                    <a:close/>
                    <a:moveTo>
                      <a:pt x="2009" y="12220"/>
                    </a:moveTo>
                    <a:cubicBezTo>
                      <a:pt x="2059" y="12287"/>
                      <a:pt x="2110" y="12337"/>
                      <a:pt x="2143" y="12387"/>
                    </a:cubicBezTo>
                    <a:lnTo>
                      <a:pt x="1775" y="12688"/>
                    </a:lnTo>
                    <a:lnTo>
                      <a:pt x="1641" y="12521"/>
                    </a:lnTo>
                    <a:lnTo>
                      <a:pt x="2009" y="12220"/>
                    </a:lnTo>
                    <a:close/>
                    <a:moveTo>
                      <a:pt x="2009" y="12186"/>
                    </a:moveTo>
                    <a:lnTo>
                      <a:pt x="1591" y="12504"/>
                    </a:lnTo>
                    <a:lnTo>
                      <a:pt x="1591" y="12521"/>
                    </a:lnTo>
                    <a:cubicBezTo>
                      <a:pt x="1641" y="12588"/>
                      <a:pt x="1691" y="12655"/>
                      <a:pt x="1758" y="12722"/>
                    </a:cubicBezTo>
                    <a:lnTo>
                      <a:pt x="1758" y="12739"/>
                    </a:lnTo>
                    <a:lnTo>
                      <a:pt x="2177" y="12404"/>
                    </a:lnTo>
                    <a:lnTo>
                      <a:pt x="2177" y="12387"/>
                    </a:lnTo>
                    <a:cubicBezTo>
                      <a:pt x="2126" y="12320"/>
                      <a:pt x="2076" y="12253"/>
                      <a:pt x="2026" y="12186"/>
                    </a:cubicBezTo>
                    <a:close/>
                    <a:moveTo>
                      <a:pt x="13157" y="12605"/>
                    </a:moveTo>
                    <a:lnTo>
                      <a:pt x="13509" y="12906"/>
                    </a:lnTo>
                    <a:cubicBezTo>
                      <a:pt x="13458" y="12973"/>
                      <a:pt x="13408" y="13023"/>
                      <a:pt x="13358" y="13073"/>
                    </a:cubicBezTo>
                    <a:lnTo>
                      <a:pt x="13006" y="12755"/>
                    </a:lnTo>
                    <a:cubicBezTo>
                      <a:pt x="13057" y="12705"/>
                      <a:pt x="13107" y="12655"/>
                      <a:pt x="13157" y="12605"/>
                    </a:cubicBezTo>
                    <a:close/>
                    <a:moveTo>
                      <a:pt x="13140" y="12554"/>
                    </a:moveTo>
                    <a:lnTo>
                      <a:pt x="13140" y="12571"/>
                    </a:lnTo>
                    <a:cubicBezTo>
                      <a:pt x="13090" y="12621"/>
                      <a:pt x="13023" y="12688"/>
                      <a:pt x="12973" y="12755"/>
                    </a:cubicBezTo>
                    <a:lnTo>
                      <a:pt x="12956" y="12755"/>
                    </a:lnTo>
                    <a:lnTo>
                      <a:pt x="13358" y="13107"/>
                    </a:lnTo>
                    <a:cubicBezTo>
                      <a:pt x="13425" y="13040"/>
                      <a:pt x="13475" y="12973"/>
                      <a:pt x="13542" y="12906"/>
                    </a:cubicBezTo>
                    <a:lnTo>
                      <a:pt x="13140" y="12554"/>
                    </a:lnTo>
                    <a:close/>
                    <a:moveTo>
                      <a:pt x="2511" y="12772"/>
                    </a:moveTo>
                    <a:lnTo>
                      <a:pt x="2645" y="12923"/>
                    </a:lnTo>
                    <a:lnTo>
                      <a:pt x="2327" y="13274"/>
                    </a:lnTo>
                    <a:lnTo>
                      <a:pt x="2160" y="13107"/>
                    </a:lnTo>
                    <a:lnTo>
                      <a:pt x="2511" y="12772"/>
                    </a:lnTo>
                    <a:close/>
                    <a:moveTo>
                      <a:pt x="2511" y="12739"/>
                    </a:moveTo>
                    <a:lnTo>
                      <a:pt x="2110" y="13107"/>
                    </a:lnTo>
                    <a:lnTo>
                      <a:pt x="2126" y="13107"/>
                    </a:lnTo>
                    <a:cubicBezTo>
                      <a:pt x="2177" y="13174"/>
                      <a:pt x="2243" y="13224"/>
                      <a:pt x="2294" y="13291"/>
                    </a:cubicBezTo>
                    <a:lnTo>
                      <a:pt x="2310" y="13308"/>
                    </a:lnTo>
                    <a:lnTo>
                      <a:pt x="2695" y="12923"/>
                    </a:lnTo>
                    <a:lnTo>
                      <a:pt x="2679" y="12923"/>
                    </a:lnTo>
                    <a:lnTo>
                      <a:pt x="2511" y="12739"/>
                    </a:lnTo>
                    <a:close/>
                    <a:moveTo>
                      <a:pt x="12638" y="13124"/>
                    </a:moveTo>
                    <a:lnTo>
                      <a:pt x="12956" y="13475"/>
                    </a:lnTo>
                    <a:lnTo>
                      <a:pt x="12789" y="13626"/>
                    </a:lnTo>
                    <a:lnTo>
                      <a:pt x="12487" y="13258"/>
                    </a:lnTo>
                    <a:lnTo>
                      <a:pt x="12638" y="13124"/>
                    </a:lnTo>
                    <a:close/>
                    <a:moveTo>
                      <a:pt x="12621" y="13107"/>
                    </a:moveTo>
                    <a:cubicBezTo>
                      <a:pt x="12571" y="13157"/>
                      <a:pt x="12504" y="13207"/>
                      <a:pt x="12437" y="13258"/>
                    </a:cubicBezTo>
                    <a:lnTo>
                      <a:pt x="12772" y="13676"/>
                    </a:lnTo>
                    <a:lnTo>
                      <a:pt x="12789" y="13659"/>
                    </a:lnTo>
                    <a:cubicBezTo>
                      <a:pt x="12856" y="13609"/>
                      <a:pt x="12923" y="13559"/>
                      <a:pt x="12990" y="13492"/>
                    </a:cubicBezTo>
                    <a:lnTo>
                      <a:pt x="13006" y="13492"/>
                    </a:lnTo>
                    <a:lnTo>
                      <a:pt x="12638" y="13107"/>
                    </a:lnTo>
                    <a:close/>
                    <a:moveTo>
                      <a:pt x="12069" y="13592"/>
                    </a:moveTo>
                    <a:lnTo>
                      <a:pt x="12354" y="13961"/>
                    </a:lnTo>
                    <a:lnTo>
                      <a:pt x="12169" y="14094"/>
                    </a:lnTo>
                    <a:lnTo>
                      <a:pt x="11902" y="13709"/>
                    </a:lnTo>
                    <a:lnTo>
                      <a:pt x="12069" y="13592"/>
                    </a:lnTo>
                    <a:close/>
                    <a:moveTo>
                      <a:pt x="12086" y="13559"/>
                    </a:moveTo>
                    <a:lnTo>
                      <a:pt x="11868" y="13709"/>
                    </a:lnTo>
                    <a:lnTo>
                      <a:pt x="12186" y="14145"/>
                    </a:lnTo>
                    <a:cubicBezTo>
                      <a:pt x="12270" y="14094"/>
                      <a:pt x="12337" y="14027"/>
                      <a:pt x="12404" y="13977"/>
                    </a:cubicBezTo>
                    <a:lnTo>
                      <a:pt x="12421" y="13977"/>
                    </a:lnTo>
                    <a:lnTo>
                      <a:pt x="12102" y="13559"/>
                    </a:lnTo>
                    <a:close/>
                    <a:moveTo>
                      <a:pt x="11466" y="13994"/>
                    </a:moveTo>
                    <a:lnTo>
                      <a:pt x="11718" y="14412"/>
                    </a:lnTo>
                    <a:cubicBezTo>
                      <a:pt x="11651" y="14446"/>
                      <a:pt x="11584" y="14496"/>
                      <a:pt x="11517" y="14530"/>
                    </a:cubicBezTo>
                    <a:lnTo>
                      <a:pt x="11282" y="14111"/>
                    </a:lnTo>
                    <a:lnTo>
                      <a:pt x="11466" y="13994"/>
                    </a:lnTo>
                    <a:close/>
                    <a:moveTo>
                      <a:pt x="11466" y="13977"/>
                    </a:moveTo>
                    <a:lnTo>
                      <a:pt x="11249" y="14094"/>
                    </a:lnTo>
                    <a:lnTo>
                      <a:pt x="11232" y="14094"/>
                    </a:lnTo>
                    <a:lnTo>
                      <a:pt x="11500" y="14563"/>
                    </a:lnTo>
                    <a:lnTo>
                      <a:pt x="11517" y="14563"/>
                    </a:lnTo>
                    <a:lnTo>
                      <a:pt x="11734" y="14429"/>
                    </a:lnTo>
                    <a:lnTo>
                      <a:pt x="11751" y="14429"/>
                    </a:lnTo>
                    <a:lnTo>
                      <a:pt x="11483" y="13977"/>
                    </a:lnTo>
                    <a:close/>
                    <a:moveTo>
                      <a:pt x="4905" y="14446"/>
                    </a:moveTo>
                    <a:lnTo>
                      <a:pt x="5106" y="14530"/>
                    </a:lnTo>
                    <a:lnTo>
                      <a:pt x="4922" y="14965"/>
                    </a:lnTo>
                    <a:cubicBezTo>
                      <a:pt x="4855" y="14931"/>
                      <a:pt x="4788" y="14915"/>
                      <a:pt x="4721" y="14881"/>
                    </a:cubicBezTo>
                    <a:lnTo>
                      <a:pt x="4905" y="14446"/>
                    </a:lnTo>
                    <a:close/>
                    <a:moveTo>
                      <a:pt x="4888" y="14412"/>
                    </a:moveTo>
                    <a:lnTo>
                      <a:pt x="4687" y="14898"/>
                    </a:lnTo>
                    <a:lnTo>
                      <a:pt x="4938" y="14998"/>
                    </a:lnTo>
                    <a:lnTo>
                      <a:pt x="4955" y="14998"/>
                    </a:lnTo>
                    <a:lnTo>
                      <a:pt x="5139" y="14496"/>
                    </a:lnTo>
                    <a:lnTo>
                      <a:pt x="4905" y="14412"/>
                    </a:lnTo>
                    <a:close/>
                    <a:moveTo>
                      <a:pt x="5591" y="14697"/>
                    </a:moveTo>
                    <a:lnTo>
                      <a:pt x="5792" y="14747"/>
                    </a:lnTo>
                    <a:lnTo>
                      <a:pt x="5658" y="15199"/>
                    </a:lnTo>
                    <a:cubicBezTo>
                      <a:pt x="5591" y="15182"/>
                      <a:pt x="5524" y="15166"/>
                      <a:pt x="5441" y="15149"/>
                    </a:cubicBezTo>
                    <a:lnTo>
                      <a:pt x="5591" y="14697"/>
                    </a:lnTo>
                    <a:close/>
                    <a:moveTo>
                      <a:pt x="5574" y="14647"/>
                    </a:moveTo>
                    <a:lnTo>
                      <a:pt x="5407" y="15166"/>
                    </a:lnTo>
                    <a:lnTo>
                      <a:pt x="5424" y="15166"/>
                    </a:lnTo>
                    <a:lnTo>
                      <a:pt x="5675" y="15233"/>
                    </a:lnTo>
                    <a:lnTo>
                      <a:pt x="5692" y="15233"/>
                    </a:lnTo>
                    <a:lnTo>
                      <a:pt x="5826" y="14731"/>
                    </a:lnTo>
                    <a:lnTo>
                      <a:pt x="5809" y="14731"/>
                    </a:lnTo>
                    <a:lnTo>
                      <a:pt x="5574" y="14647"/>
                    </a:lnTo>
                    <a:close/>
                    <a:moveTo>
                      <a:pt x="6311" y="14881"/>
                    </a:moveTo>
                    <a:lnTo>
                      <a:pt x="6512" y="14915"/>
                    </a:lnTo>
                    <a:lnTo>
                      <a:pt x="6445" y="15383"/>
                    </a:lnTo>
                    <a:cubicBezTo>
                      <a:pt x="6361" y="15367"/>
                      <a:pt x="6294" y="15350"/>
                      <a:pt x="6211" y="15333"/>
                    </a:cubicBezTo>
                    <a:lnTo>
                      <a:pt x="6311" y="14881"/>
                    </a:lnTo>
                    <a:close/>
                    <a:moveTo>
                      <a:pt x="6277" y="14831"/>
                    </a:moveTo>
                    <a:lnTo>
                      <a:pt x="6177" y="15367"/>
                    </a:lnTo>
                    <a:lnTo>
                      <a:pt x="6194" y="15367"/>
                    </a:lnTo>
                    <a:lnTo>
                      <a:pt x="6445" y="15400"/>
                    </a:lnTo>
                    <a:lnTo>
                      <a:pt x="6462" y="15400"/>
                    </a:lnTo>
                    <a:lnTo>
                      <a:pt x="6562" y="14881"/>
                    </a:lnTo>
                    <a:lnTo>
                      <a:pt x="6545" y="14881"/>
                    </a:lnTo>
                    <a:cubicBezTo>
                      <a:pt x="6462" y="14864"/>
                      <a:pt x="6378" y="14848"/>
                      <a:pt x="6294" y="14831"/>
                    </a:cubicBezTo>
                    <a:close/>
                    <a:moveTo>
                      <a:pt x="8705" y="14965"/>
                    </a:moveTo>
                    <a:lnTo>
                      <a:pt x="8772" y="15417"/>
                    </a:lnTo>
                    <a:cubicBezTo>
                      <a:pt x="8688" y="15434"/>
                      <a:pt x="8621" y="15450"/>
                      <a:pt x="8537" y="15450"/>
                    </a:cubicBezTo>
                    <a:lnTo>
                      <a:pt x="8487" y="14982"/>
                    </a:lnTo>
                    <a:lnTo>
                      <a:pt x="8705" y="14965"/>
                    </a:lnTo>
                    <a:close/>
                    <a:moveTo>
                      <a:pt x="7047" y="14982"/>
                    </a:moveTo>
                    <a:lnTo>
                      <a:pt x="7248" y="14998"/>
                    </a:lnTo>
                    <a:lnTo>
                      <a:pt x="7215" y="15467"/>
                    </a:lnTo>
                    <a:cubicBezTo>
                      <a:pt x="7148" y="15467"/>
                      <a:pt x="7064" y="15450"/>
                      <a:pt x="6997" y="15450"/>
                    </a:cubicBezTo>
                    <a:lnTo>
                      <a:pt x="7047" y="14982"/>
                    </a:lnTo>
                    <a:close/>
                    <a:moveTo>
                      <a:pt x="7985" y="15015"/>
                    </a:moveTo>
                    <a:lnTo>
                      <a:pt x="8002" y="15484"/>
                    </a:lnTo>
                    <a:lnTo>
                      <a:pt x="7767" y="15484"/>
                    </a:lnTo>
                    <a:lnTo>
                      <a:pt x="7767" y="15015"/>
                    </a:lnTo>
                    <a:close/>
                    <a:moveTo>
                      <a:pt x="8705" y="14931"/>
                    </a:moveTo>
                    <a:cubicBezTo>
                      <a:pt x="8638" y="14948"/>
                      <a:pt x="8554" y="14965"/>
                      <a:pt x="8470" y="14965"/>
                    </a:cubicBezTo>
                    <a:lnTo>
                      <a:pt x="8453" y="14965"/>
                    </a:lnTo>
                    <a:lnTo>
                      <a:pt x="8504" y="15484"/>
                    </a:lnTo>
                    <a:lnTo>
                      <a:pt x="8520" y="15484"/>
                    </a:lnTo>
                    <a:cubicBezTo>
                      <a:pt x="8604" y="15484"/>
                      <a:pt x="8705" y="15467"/>
                      <a:pt x="8788" y="15467"/>
                    </a:cubicBezTo>
                    <a:lnTo>
                      <a:pt x="8805" y="15467"/>
                    </a:lnTo>
                    <a:lnTo>
                      <a:pt x="8721" y="14931"/>
                    </a:lnTo>
                    <a:close/>
                    <a:moveTo>
                      <a:pt x="7014" y="14948"/>
                    </a:moveTo>
                    <a:lnTo>
                      <a:pt x="6947" y="15484"/>
                    </a:lnTo>
                    <a:lnTo>
                      <a:pt x="6964" y="15484"/>
                    </a:lnTo>
                    <a:lnTo>
                      <a:pt x="7232" y="15500"/>
                    </a:lnTo>
                    <a:lnTo>
                      <a:pt x="7248" y="15500"/>
                    </a:lnTo>
                    <a:lnTo>
                      <a:pt x="7282" y="14965"/>
                    </a:lnTo>
                    <a:lnTo>
                      <a:pt x="7265" y="14965"/>
                    </a:lnTo>
                    <a:cubicBezTo>
                      <a:pt x="7181" y="14965"/>
                      <a:pt x="7098" y="14948"/>
                      <a:pt x="7031" y="14948"/>
                    </a:cubicBezTo>
                    <a:close/>
                    <a:moveTo>
                      <a:pt x="7734" y="14982"/>
                    </a:moveTo>
                    <a:lnTo>
                      <a:pt x="7734" y="15517"/>
                    </a:lnTo>
                    <a:lnTo>
                      <a:pt x="8035" y="15517"/>
                    </a:lnTo>
                    <a:lnTo>
                      <a:pt x="8002" y="14982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2" name="Google Shape;382;p13"/>
          <p:cNvSpPr txBox="1">
            <a:spLocks noGrp="1"/>
          </p:cNvSpPr>
          <p:nvPr>
            <p:ph type="title" idx="4" hasCustomPrompt="1"/>
          </p:nvPr>
        </p:nvSpPr>
        <p:spPr>
          <a:xfrm>
            <a:off x="4236880" y="2432576"/>
            <a:ext cx="43173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3" name="Google Shape;383;p13"/>
          <p:cNvSpPr txBox="1">
            <a:spLocks noGrp="1"/>
          </p:cNvSpPr>
          <p:nvPr>
            <p:ph type="subTitle" idx="5"/>
          </p:nvPr>
        </p:nvSpPr>
        <p:spPr>
          <a:xfrm>
            <a:off x="4236869" y="3133789"/>
            <a:ext cx="4317300" cy="32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13"/>
          <p:cNvSpPr txBox="1">
            <a:spLocks noGrp="1"/>
          </p:cNvSpPr>
          <p:nvPr>
            <p:ph type="subTitle" idx="6"/>
          </p:nvPr>
        </p:nvSpPr>
        <p:spPr>
          <a:xfrm>
            <a:off x="4227825" y="2938311"/>
            <a:ext cx="4317300" cy="36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5" name="Google Shape;385;p13"/>
          <p:cNvSpPr txBox="1">
            <a:spLocks noGrp="1"/>
          </p:cNvSpPr>
          <p:nvPr>
            <p:ph type="title" idx="7" hasCustomPrompt="1"/>
          </p:nvPr>
        </p:nvSpPr>
        <p:spPr>
          <a:xfrm>
            <a:off x="4236880" y="3583587"/>
            <a:ext cx="43173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6" name="Google Shape;386;p13"/>
          <p:cNvSpPr txBox="1">
            <a:spLocks noGrp="1"/>
          </p:cNvSpPr>
          <p:nvPr>
            <p:ph type="subTitle" idx="8"/>
          </p:nvPr>
        </p:nvSpPr>
        <p:spPr>
          <a:xfrm>
            <a:off x="4236869" y="4284800"/>
            <a:ext cx="4317300" cy="32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3"/>
          <p:cNvSpPr txBox="1">
            <a:spLocks noGrp="1"/>
          </p:cNvSpPr>
          <p:nvPr>
            <p:ph type="subTitle" idx="9"/>
          </p:nvPr>
        </p:nvSpPr>
        <p:spPr>
          <a:xfrm>
            <a:off x="4227825" y="4089323"/>
            <a:ext cx="4317300" cy="36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8" name="Google Shape;388;p13"/>
          <p:cNvSpPr>
            <a:spLocks noGrp="1"/>
          </p:cNvSpPr>
          <p:nvPr>
            <p:ph type="pic" idx="13"/>
          </p:nvPr>
        </p:nvSpPr>
        <p:spPr>
          <a:xfrm>
            <a:off x="381350" y="474300"/>
            <a:ext cx="3402000" cy="4194900"/>
          </a:xfrm>
          <a:prstGeom prst="snip2DiagRect">
            <a:avLst>
              <a:gd name="adj1" fmla="val 0"/>
              <a:gd name="adj2" fmla="val 24821"/>
            </a:avLst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"/>
          <p:cNvSpPr/>
          <p:nvPr/>
        </p:nvSpPr>
        <p:spPr>
          <a:xfrm>
            <a:off x="-1526275" y="-15643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4"/>
          <p:cNvSpPr txBox="1">
            <a:spLocks noGrp="1"/>
          </p:cNvSpPr>
          <p:nvPr>
            <p:ph type="title"/>
          </p:nvPr>
        </p:nvSpPr>
        <p:spPr>
          <a:xfrm>
            <a:off x="715100" y="3408100"/>
            <a:ext cx="3835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2" name="Google Shape;392;p14"/>
          <p:cNvSpPr txBox="1">
            <a:spLocks noGrp="1"/>
          </p:cNvSpPr>
          <p:nvPr>
            <p:ph type="subTitle" idx="1"/>
          </p:nvPr>
        </p:nvSpPr>
        <p:spPr>
          <a:xfrm>
            <a:off x="715100" y="1453250"/>
            <a:ext cx="3835200" cy="18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3" name="Google Shape;393;p14"/>
          <p:cNvSpPr>
            <a:spLocks noGrp="1"/>
          </p:cNvSpPr>
          <p:nvPr>
            <p:ph type="pic" idx="2"/>
          </p:nvPr>
        </p:nvSpPr>
        <p:spPr>
          <a:xfrm>
            <a:off x="5026900" y="474300"/>
            <a:ext cx="3402000" cy="4194900"/>
          </a:xfrm>
          <a:prstGeom prst="snip2DiagRect">
            <a:avLst>
              <a:gd name="adj1" fmla="val 0"/>
              <a:gd name="adj2" fmla="val 24821"/>
            </a:avLst>
          </a:prstGeom>
          <a:noFill/>
          <a:ln>
            <a:noFill/>
          </a:ln>
        </p:spPr>
      </p:sp>
      <p:grpSp>
        <p:nvGrpSpPr>
          <p:cNvPr id="394" name="Google Shape;394;p14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395" name="Google Shape;395;p14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396" name="Google Shape;396;p14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7" name="Google Shape;397;p14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8" name="Google Shape;398;p14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99" name="Google Shape;399;p14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0" name="Google Shape;400;p14"/>
          <p:cNvSpPr/>
          <p:nvPr/>
        </p:nvSpPr>
        <p:spPr>
          <a:xfrm>
            <a:off x="6445275" y="29165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14"/>
          <p:cNvGrpSpPr/>
          <p:nvPr/>
        </p:nvGrpSpPr>
        <p:grpSpPr>
          <a:xfrm rot="-5400000">
            <a:off x="519086" y="65352"/>
            <a:ext cx="642876" cy="1352058"/>
            <a:chOff x="3447799" y="584684"/>
            <a:chExt cx="362756" cy="762926"/>
          </a:xfrm>
        </p:grpSpPr>
        <p:sp>
          <p:nvSpPr>
            <p:cNvPr id="402" name="Google Shape;402;p14"/>
            <p:cNvSpPr/>
            <p:nvPr/>
          </p:nvSpPr>
          <p:spPr>
            <a:xfrm>
              <a:off x="3762429" y="1074504"/>
              <a:ext cx="40626" cy="35146"/>
            </a:xfrm>
            <a:custGeom>
              <a:avLst/>
              <a:gdLst/>
              <a:ahLst/>
              <a:cxnLst/>
              <a:rect l="l" t="t" r="r" b="b"/>
              <a:pathLst>
                <a:path w="1809" h="1565" extrusionOk="0">
                  <a:moveTo>
                    <a:pt x="1038" y="0"/>
                  </a:moveTo>
                  <a:cubicBezTo>
                    <a:pt x="335" y="0"/>
                    <a:pt x="0" y="837"/>
                    <a:pt x="486" y="1339"/>
                  </a:cubicBezTo>
                  <a:cubicBezTo>
                    <a:pt x="641" y="1495"/>
                    <a:pt x="833" y="1565"/>
                    <a:pt x="1022" y="1565"/>
                  </a:cubicBezTo>
                  <a:cubicBezTo>
                    <a:pt x="1422" y="1565"/>
                    <a:pt x="1808" y="1253"/>
                    <a:pt x="1808" y="787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3717312" y="1166221"/>
              <a:ext cx="41007" cy="40626"/>
            </a:xfrm>
            <a:custGeom>
              <a:avLst/>
              <a:gdLst/>
              <a:ahLst/>
              <a:cxnLst/>
              <a:rect l="l" t="t" r="r" b="b"/>
              <a:pathLst>
                <a:path w="1826" h="1809" fill="none" extrusionOk="0">
                  <a:moveTo>
                    <a:pt x="1825" y="770"/>
                  </a:moveTo>
                  <a:cubicBezTo>
                    <a:pt x="1825" y="1457"/>
                    <a:pt x="988" y="1808"/>
                    <a:pt x="486" y="1323"/>
                  </a:cubicBezTo>
                  <a:cubicBezTo>
                    <a:pt x="1" y="821"/>
                    <a:pt x="352" y="1"/>
                    <a:pt x="1038" y="1"/>
                  </a:cubicBezTo>
                  <a:cubicBezTo>
                    <a:pt x="1474" y="1"/>
                    <a:pt x="1825" y="335"/>
                    <a:pt x="1825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3504931" y="1038415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8" y="770"/>
                  </a:moveTo>
                  <a:cubicBezTo>
                    <a:pt x="1808" y="1457"/>
                    <a:pt x="971" y="1808"/>
                    <a:pt x="486" y="1323"/>
                  </a:cubicBezTo>
                  <a:cubicBezTo>
                    <a:pt x="0" y="837"/>
                    <a:pt x="335" y="0"/>
                    <a:pt x="1038" y="0"/>
                  </a:cubicBezTo>
                  <a:cubicBezTo>
                    <a:pt x="1457" y="0"/>
                    <a:pt x="1808" y="335"/>
                    <a:pt x="1808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3642124" y="1151938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9" y="770"/>
                  </a:moveTo>
                  <a:cubicBezTo>
                    <a:pt x="1809" y="1473"/>
                    <a:pt x="972" y="1808"/>
                    <a:pt x="486" y="1323"/>
                  </a:cubicBezTo>
                  <a:cubicBezTo>
                    <a:pt x="1" y="837"/>
                    <a:pt x="352" y="0"/>
                    <a:pt x="1039" y="0"/>
                  </a:cubicBezTo>
                  <a:cubicBezTo>
                    <a:pt x="1474" y="0"/>
                    <a:pt x="1809" y="352"/>
                    <a:pt x="1809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3508322" y="1295149"/>
              <a:ext cx="40985" cy="41007"/>
            </a:xfrm>
            <a:custGeom>
              <a:avLst/>
              <a:gdLst/>
              <a:ahLst/>
              <a:cxnLst/>
              <a:rect l="l" t="t" r="r" b="b"/>
              <a:pathLst>
                <a:path w="1825" h="1826" fill="none" extrusionOk="0">
                  <a:moveTo>
                    <a:pt x="1825" y="788"/>
                  </a:moveTo>
                  <a:cubicBezTo>
                    <a:pt x="1825" y="1474"/>
                    <a:pt x="988" y="1825"/>
                    <a:pt x="485" y="1340"/>
                  </a:cubicBezTo>
                  <a:cubicBezTo>
                    <a:pt x="0" y="838"/>
                    <a:pt x="352" y="1"/>
                    <a:pt x="1038" y="18"/>
                  </a:cubicBezTo>
                  <a:cubicBezTo>
                    <a:pt x="1473" y="18"/>
                    <a:pt x="1808" y="352"/>
                    <a:pt x="1825" y="78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3473356" y="983147"/>
              <a:ext cx="40985" cy="35056"/>
            </a:xfrm>
            <a:custGeom>
              <a:avLst/>
              <a:gdLst/>
              <a:ahLst/>
              <a:cxnLst/>
              <a:rect l="l" t="t" r="r" b="b"/>
              <a:pathLst>
                <a:path w="1825" h="1561" extrusionOk="0">
                  <a:moveTo>
                    <a:pt x="1055" y="1"/>
                  </a:moveTo>
                  <a:cubicBezTo>
                    <a:pt x="352" y="1"/>
                    <a:pt x="0" y="838"/>
                    <a:pt x="502" y="1323"/>
                  </a:cubicBezTo>
                  <a:cubicBezTo>
                    <a:pt x="661" y="1487"/>
                    <a:pt x="857" y="1560"/>
                    <a:pt x="1049" y="1560"/>
                  </a:cubicBezTo>
                  <a:cubicBezTo>
                    <a:pt x="1445" y="1560"/>
                    <a:pt x="1825" y="1250"/>
                    <a:pt x="1825" y="788"/>
                  </a:cubicBezTo>
                  <a:cubicBezTo>
                    <a:pt x="1825" y="352"/>
                    <a:pt x="14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3615445" y="1200042"/>
              <a:ext cx="40626" cy="34876"/>
            </a:xfrm>
            <a:custGeom>
              <a:avLst/>
              <a:gdLst/>
              <a:ahLst/>
              <a:cxnLst/>
              <a:rect l="l" t="t" r="r" b="b"/>
              <a:pathLst>
                <a:path w="1809" h="1553" extrusionOk="0">
                  <a:moveTo>
                    <a:pt x="1038" y="1"/>
                  </a:moveTo>
                  <a:cubicBezTo>
                    <a:pt x="335" y="1"/>
                    <a:pt x="1" y="838"/>
                    <a:pt x="486" y="1323"/>
                  </a:cubicBezTo>
                  <a:cubicBezTo>
                    <a:pt x="644" y="1481"/>
                    <a:pt x="839" y="1552"/>
                    <a:pt x="1030" y="1552"/>
                  </a:cubicBezTo>
                  <a:cubicBezTo>
                    <a:pt x="1427" y="1552"/>
                    <a:pt x="1808" y="1245"/>
                    <a:pt x="1808" y="771"/>
                  </a:cubicBezTo>
                  <a:cubicBezTo>
                    <a:pt x="1808" y="352"/>
                    <a:pt x="1457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3574100" y="926397"/>
              <a:ext cx="40985" cy="35146"/>
            </a:xfrm>
            <a:custGeom>
              <a:avLst/>
              <a:gdLst/>
              <a:ahLst/>
              <a:cxnLst/>
              <a:rect l="l" t="t" r="r" b="b"/>
              <a:pathLst>
                <a:path w="1825" h="1565" extrusionOk="0">
                  <a:moveTo>
                    <a:pt x="1038" y="0"/>
                  </a:moveTo>
                  <a:cubicBezTo>
                    <a:pt x="352" y="0"/>
                    <a:pt x="0" y="837"/>
                    <a:pt x="486" y="1339"/>
                  </a:cubicBezTo>
                  <a:cubicBezTo>
                    <a:pt x="647" y="1495"/>
                    <a:pt x="842" y="1565"/>
                    <a:pt x="1034" y="1565"/>
                  </a:cubicBezTo>
                  <a:cubicBezTo>
                    <a:pt x="1439" y="1565"/>
                    <a:pt x="1825" y="1253"/>
                    <a:pt x="1825" y="787"/>
                  </a:cubicBezTo>
                  <a:cubicBezTo>
                    <a:pt x="1825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3574100" y="1312823"/>
              <a:ext cx="40985" cy="34787"/>
            </a:xfrm>
            <a:custGeom>
              <a:avLst/>
              <a:gdLst/>
              <a:ahLst/>
              <a:cxnLst/>
              <a:rect l="l" t="t" r="r" b="b"/>
              <a:pathLst>
                <a:path w="1825" h="1549" extrusionOk="0">
                  <a:moveTo>
                    <a:pt x="1038" y="1"/>
                  </a:moveTo>
                  <a:cubicBezTo>
                    <a:pt x="352" y="1"/>
                    <a:pt x="0" y="837"/>
                    <a:pt x="486" y="1323"/>
                  </a:cubicBezTo>
                  <a:cubicBezTo>
                    <a:pt x="647" y="1479"/>
                    <a:pt x="842" y="1548"/>
                    <a:pt x="1034" y="1548"/>
                  </a:cubicBezTo>
                  <a:cubicBezTo>
                    <a:pt x="1439" y="1548"/>
                    <a:pt x="1825" y="1237"/>
                    <a:pt x="1825" y="771"/>
                  </a:cubicBezTo>
                  <a:cubicBezTo>
                    <a:pt x="1825" y="352"/>
                    <a:pt x="1473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4"/>
            <p:cNvSpPr/>
            <p:nvPr/>
          </p:nvSpPr>
          <p:spPr>
            <a:xfrm>
              <a:off x="3638756" y="1272983"/>
              <a:ext cx="40626" cy="34854"/>
            </a:xfrm>
            <a:custGeom>
              <a:avLst/>
              <a:gdLst/>
              <a:ahLst/>
              <a:cxnLst/>
              <a:rect l="l" t="t" r="r" b="b"/>
              <a:pathLst>
                <a:path w="1809" h="1552" extrusionOk="0">
                  <a:moveTo>
                    <a:pt x="1038" y="0"/>
                  </a:moveTo>
                  <a:cubicBezTo>
                    <a:pt x="352" y="0"/>
                    <a:pt x="0" y="837"/>
                    <a:pt x="486" y="1323"/>
                  </a:cubicBezTo>
                  <a:cubicBezTo>
                    <a:pt x="643" y="1480"/>
                    <a:pt x="838" y="1551"/>
                    <a:pt x="1030" y="1551"/>
                  </a:cubicBezTo>
                  <a:cubicBezTo>
                    <a:pt x="1427" y="1551"/>
                    <a:pt x="1808" y="1245"/>
                    <a:pt x="1808" y="770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4"/>
            <p:cNvSpPr/>
            <p:nvPr/>
          </p:nvSpPr>
          <p:spPr>
            <a:xfrm>
              <a:off x="3447799" y="996307"/>
              <a:ext cx="124055" cy="302255"/>
            </a:xfrm>
            <a:custGeom>
              <a:avLst/>
              <a:gdLst/>
              <a:ahLst/>
              <a:cxnLst/>
              <a:rect l="l" t="t" r="r" b="b"/>
              <a:pathLst>
                <a:path w="5524" h="13459" fill="none" extrusionOk="0">
                  <a:moveTo>
                    <a:pt x="0" y="1"/>
                  </a:moveTo>
                  <a:lnTo>
                    <a:pt x="0" y="2009"/>
                  </a:lnTo>
                  <a:lnTo>
                    <a:pt x="5524" y="7483"/>
                  </a:lnTo>
                  <a:lnTo>
                    <a:pt x="5524" y="12270"/>
                  </a:lnTo>
                  <a:lnTo>
                    <a:pt x="4252" y="1345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4"/>
            <p:cNvSpPr/>
            <p:nvPr/>
          </p:nvSpPr>
          <p:spPr>
            <a:xfrm>
              <a:off x="3597411" y="961341"/>
              <a:ext cx="22" cy="368797"/>
            </a:xfrm>
            <a:custGeom>
              <a:avLst/>
              <a:gdLst/>
              <a:ahLst/>
              <a:cxnLst/>
              <a:rect l="l" t="t" r="r" b="b"/>
              <a:pathLst>
                <a:path w="1" h="16422" fill="none" extrusionOk="0">
                  <a:moveTo>
                    <a:pt x="0" y="1"/>
                  </a:moveTo>
                  <a:lnTo>
                    <a:pt x="0" y="16422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3497026" y="594475"/>
              <a:ext cx="72201" cy="388694"/>
            </a:xfrm>
            <a:custGeom>
              <a:avLst/>
              <a:gdLst/>
              <a:ahLst/>
              <a:cxnLst/>
              <a:rect l="l" t="t" r="r" b="b"/>
              <a:pathLst>
                <a:path w="3215" h="17308" fill="none" extrusionOk="0">
                  <a:moveTo>
                    <a:pt x="1" y="17308"/>
                  </a:moveTo>
                  <a:lnTo>
                    <a:pt x="1" y="6997"/>
                  </a:lnTo>
                  <a:lnTo>
                    <a:pt x="3215" y="3783"/>
                  </a:lnTo>
                  <a:lnTo>
                    <a:pt x="3215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3528242" y="586188"/>
              <a:ext cx="69192" cy="451867"/>
            </a:xfrm>
            <a:custGeom>
              <a:avLst/>
              <a:gdLst/>
              <a:ahLst/>
              <a:cxnLst/>
              <a:rect l="l" t="t" r="r" b="b"/>
              <a:pathLst>
                <a:path w="3081" h="20121" fill="none" extrusionOk="0">
                  <a:moveTo>
                    <a:pt x="3080" y="1"/>
                  </a:moveTo>
                  <a:lnTo>
                    <a:pt x="3080" y="7366"/>
                  </a:lnTo>
                  <a:lnTo>
                    <a:pt x="0" y="10596"/>
                  </a:lnTo>
                  <a:lnTo>
                    <a:pt x="0" y="2012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4"/>
            <p:cNvSpPr/>
            <p:nvPr/>
          </p:nvSpPr>
          <p:spPr>
            <a:xfrm>
              <a:off x="3638756" y="647857"/>
              <a:ext cx="42871" cy="559731"/>
            </a:xfrm>
            <a:custGeom>
              <a:avLst/>
              <a:gdLst/>
              <a:ahLst/>
              <a:cxnLst/>
              <a:rect l="l" t="t" r="r" b="b"/>
              <a:pathLst>
                <a:path w="1909" h="24924" fill="none" extrusionOk="0">
                  <a:moveTo>
                    <a:pt x="268" y="0"/>
                  </a:moveTo>
                  <a:lnTo>
                    <a:pt x="268" y="1440"/>
                  </a:lnTo>
                  <a:lnTo>
                    <a:pt x="1908" y="3097"/>
                  </a:lnTo>
                  <a:lnTo>
                    <a:pt x="1908" y="12186"/>
                  </a:lnTo>
                  <a:lnTo>
                    <a:pt x="0" y="14094"/>
                  </a:lnTo>
                  <a:lnTo>
                    <a:pt x="0" y="24924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4"/>
            <p:cNvSpPr/>
            <p:nvPr/>
          </p:nvSpPr>
          <p:spPr>
            <a:xfrm>
              <a:off x="3665435" y="616641"/>
              <a:ext cx="43635" cy="534938"/>
            </a:xfrm>
            <a:custGeom>
              <a:avLst/>
              <a:gdLst/>
              <a:ahLst/>
              <a:cxnLst/>
              <a:rect l="l" t="t" r="r" b="b"/>
              <a:pathLst>
                <a:path w="1943" h="23820" fill="none" extrusionOk="0">
                  <a:moveTo>
                    <a:pt x="1" y="23820"/>
                  </a:moveTo>
                  <a:lnTo>
                    <a:pt x="1" y="16103"/>
                  </a:lnTo>
                  <a:lnTo>
                    <a:pt x="1942" y="14162"/>
                  </a:lnTo>
                  <a:lnTo>
                    <a:pt x="1942" y="4236"/>
                  </a:lnTo>
                  <a:lnTo>
                    <a:pt x="436" y="2880"/>
                  </a:lnTo>
                  <a:lnTo>
                    <a:pt x="436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4"/>
            <p:cNvSpPr/>
            <p:nvPr/>
          </p:nvSpPr>
          <p:spPr>
            <a:xfrm>
              <a:off x="3665435" y="584684"/>
              <a:ext cx="95130" cy="705615"/>
            </a:xfrm>
            <a:custGeom>
              <a:avLst/>
              <a:gdLst/>
              <a:ahLst/>
              <a:cxnLst/>
              <a:rect l="l" t="t" r="r" b="b"/>
              <a:pathLst>
                <a:path w="4236" h="31420" fill="none" extrusionOk="0">
                  <a:moveTo>
                    <a:pt x="4236" y="1"/>
                  </a:moveTo>
                  <a:lnTo>
                    <a:pt x="1808" y="2428"/>
                  </a:lnTo>
                  <a:lnTo>
                    <a:pt x="1808" y="4119"/>
                  </a:lnTo>
                  <a:lnTo>
                    <a:pt x="3064" y="5374"/>
                  </a:lnTo>
                  <a:lnTo>
                    <a:pt x="3064" y="16204"/>
                  </a:lnTo>
                  <a:lnTo>
                    <a:pt x="1273" y="17995"/>
                  </a:lnTo>
                  <a:lnTo>
                    <a:pt x="1273" y="29009"/>
                  </a:lnTo>
                  <a:lnTo>
                    <a:pt x="1" y="30281"/>
                  </a:lnTo>
                  <a:lnTo>
                    <a:pt x="1" y="3141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3740623" y="668136"/>
              <a:ext cx="50776" cy="498107"/>
            </a:xfrm>
            <a:custGeom>
              <a:avLst/>
              <a:gdLst/>
              <a:ahLst/>
              <a:cxnLst/>
              <a:rect l="l" t="t" r="r" b="b"/>
              <a:pathLst>
                <a:path w="2261" h="22180" fill="none" extrusionOk="0">
                  <a:moveTo>
                    <a:pt x="603" y="1"/>
                  </a:moveTo>
                  <a:lnTo>
                    <a:pt x="603" y="6914"/>
                  </a:lnTo>
                  <a:lnTo>
                    <a:pt x="2260" y="8588"/>
                  </a:lnTo>
                  <a:lnTo>
                    <a:pt x="2260" y="12421"/>
                  </a:lnTo>
                  <a:lnTo>
                    <a:pt x="0" y="14664"/>
                  </a:lnTo>
                  <a:lnTo>
                    <a:pt x="0" y="2218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3760924" y="638829"/>
              <a:ext cx="49631" cy="439067"/>
            </a:xfrm>
            <a:custGeom>
              <a:avLst/>
              <a:gdLst/>
              <a:ahLst/>
              <a:cxnLst/>
              <a:rect l="l" t="t" r="r" b="b"/>
              <a:pathLst>
                <a:path w="2210" h="19551" fill="none" extrusionOk="0">
                  <a:moveTo>
                    <a:pt x="670" y="19551"/>
                  </a:moveTo>
                  <a:lnTo>
                    <a:pt x="0" y="18898"/>
                  </a:lnTo>
                  <a:lnTo>
                    <a:pt x="0" y="16421"/>
                  </a:lnTo>
                  <a:lnTo>
                    <a:pt x="2210" y="14195"/>
                  </a:lnTo>
                  <a:lnTo>
                    <a:pt x="2210" y="9776"/>
                  </a:lnTo>
                  <a:lnTo>
                    <a:pt x="268" y="7834"/>
                  </a:lnTo>
                  <a:lnTo>
                    <a:pt x="268" y="1842"/>
                  </a:lnTo>
                  <a:lnTo>
                    <a:pt x="1088" y="1038"/>
                  </a:lnTo>
                  <a:lnTo>
                    <a:pt x="1088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14"/>
          <p:cNvGrpSpPr/>
          <p:nvPr/>
        </p:nvGrpSpPr>
        <p:grpSpPr>
          <a:xfrm rot="10800000">
            <a:off x="4186925" y="4591021"/>
            <a:ext cx="518768" cy="294704"/>
            <a:chOff x="3654925" y="3120254"/>
            <a:chExt cx="518768" cy="294704"/>
          </a:xfrm>
        </p:grpSpPr>
        <p:sp>
          <p:nvSpPr>
            <p:cNvPr id="422" name="Google Shape;422;p14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4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3700018" y="3123579"/>
              <a:ext cx="22" cy="208600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3806021" y="3123579"/>
              <a:ext cx="22" cy="208600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3908868" y="3120254"/>
              <a:ext cx="1900" cy="211343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4"/>
            <p:cNvSpPr/>
            <p:nvPr/>
          </p:nvSpPr>
          <p:spPr>
            <a:xfrm flipH="1">
              <a:off x="4017749" y="3123579"/>
              <a:ext cx="1700" cy="208600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4"/>
            <p:cNvSpPr/>
            <p:nvPr/>
          </p:nvSpPr>
          <p:spPr>
            <a:xfrm flipH="1">
              <a:off x="4127497" y="3121454"/>
              <a:ext cx="1650" cy="212521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5"/>
          <p:cNvSpPr txBox="1">
            <a:spLocks noGrp="1"/>
          </p:cNvSpPr>
          <p:nvPr>
            <p:ph type="subTitle" idx="1"/>
          </p:nvPr>
        </p:nvSpPr>
        <p:spPr>
          <a:xfrm>
            <a:off x="720000" y="2923038"/>
            <a:ext cx="3524700" cy="10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5"/>
          <p:cNvSpPr txBox="1">
            <a:spLocks noGrp="1"/>
          </p:cNvSpPr>
          <p:nvPr>
            <p:ph type="title"/>
          </p:nvPr>
        </p:nvSpPr>
        <p:spPr>
          <a:xfrm>
            <a:off x="720000" y="1190550"/>
            <a:ext cx="4135200" cy="16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35" name="Google Shape;435;p15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436" name="Google Shape;436;p15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437" name="Google Shape;437;p15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8" name="Google Shape;438;p15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9" name="Google Shape;439;p15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40" name="Google Shape;440;p15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1" name="Google Shape;441;p15"/>
          <p:cNvSpPr/>
          <p:nvPr/>
        </p:nvSpPr>
        <p:spPr>
          <a:xfrm>
            <a:off x="7022800" y="-1306737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-1284562" y="2743463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15"/>
          <p:cNvGrpSpPr/>
          <p:nvPr/>
        </p:nvGrpSpPr>
        <p:grpSpPr>
          <a:xfrm>
            <a:off x="235566" y="4333135"/>
            <a:ext cx="484438" cy="478981"/>
            <a:chOff x="5281836" y="834299"/>
            <a:chExt cx="566131" cy="559753"/>
          </a:xfrm>
        </p:grpSpPr>
        <p:sp>
          <p:nvSpPr>
            <p:cNvPr id="444" name="Google Shape;444;p15"/>
            <p:cNvSpPr/>
            <p:nvPr/>
          </p:nvSpPr>
          <p:spPr>
            <a:xfrm>
              <a:off x="5435198" y="972637"/>
              <a:ext cx="272567" cy="272162"/>
            </a:xfrm>
            <a:custGeom>
              <a:avLst/>
              <a:gdLst/>
              <a:ahLst/>
              <a:cxnLst/>
              <a:rect l="l" t="t" r="r" b="b"/>
              <a:pathLst>
                <a:path w="12137" h="12119" extrusionOk="0">
                  <a:moveTo>
                    <a:pt x="5876" y="0"/>
                  </a:moveTo>
                  <a:cubicBezTo>
                    <a:pt x="5658" y="0"/>
                    <a:pt x="5457" y="17"/>
                    <a:pt x="5257" y="50"/>
                  </a:cubicBezTo>
                  <a:lnTo>
                    <a:pt x="5290" y="335"/>
                  </a:lnTo>
                  <a:lnTo>
                    <a:pt x="5290" y="352"/>
                  </a:lnTo>
                  <a:cubicBezTo>
                    <a:pt x="5491" y="318"/>
                    <a:pt x="5675" y="301"/>
                    <a:pt x="5876" y="301"/>
                  </a:cubicBezTo>
                  <a:lnTo>
                    <a:pt x="5876" y="0"/>
                  </a:lnTo>
                  <a:close/>
                  <a:moveTo>
                    <a:pt x="6646" y="17"/>
                  </a:moveTo>
                  <a:lnTo>
                    <a:pt x="6612" y="318"/>
                  </a:lnTo>
                  <a:cubicBezTo>
                    <a:pt x="6813" y="335"/>
                    <a:pt x="6997" y="368"/>
                    <a:pt x="7198" y="402"/>
                  </a:cubicBezTo>
                  <a:lnTo>
                    <a:pt x="7249" y="101"/>
                  </a:lnTo>
                  <a:cubicBezTo>
                    <a:pt x="7048" y="67"/>
                    <a:pt x="6847" y="34"/>
                    <a:pt x="6646" y="17"/>
                  </a:cubicBezTo>
                  <a:close/>
                  <a:moveTo>
                    <a:pt x="4503" y="201"/>
                  </a:moveTo>
                  <a:cubicBezTo>
                    <a:pt x="4303" y="251"/>
                    <a:pt x="4102" y="318"/>
                    <a:pt x="3918" y="385"/>
                  </a:cubicBezTo>
                  <a:lnTo>
                    <a:pt x="4018" y="670"/>
                  </a:lnTo>
                  <a:cubicBezTo>
                    <a:pt x="4202" y="603"/>
                    <a:pt x="4386" y="536"/>
                    <a:pt x="4570" y="486"/>
                  </a:cubicBezTo>
                  <a:lnTo>
                    <a:pt x="4503" y="201"/>
                  </a:lnTo>
                  <a:close/>
                  <a:moveTo>
                    <a:pt x="8002" y="318"/>
                  </a:moveTo>
                  <a:lnTo>
                    <a:pt x="7901" y="603"/>
                  </a:lnTo>
                  <a:cubicBezTo>
                    <a:pt x="8085" y="653"/>
                    <a:pt x="8270" y="737"/>
                    <a:pt x="8454" y="804"/>
                  </a:cubicBezTo>
                  <a:lnTo>
                    <a:pt x="8571" y="536"/>
                  </a:lnTo>
                  <a:cubicBezTo>
                    <a:pt x="8387" y="452"/>
                    <a:pt x="8203" y="385"/>
                    <a:pt x="8002" y="318"/>
                  </a:cubicBezTo>
                  <a:close/>
                  <a:moveTo>
                    <a:pt x="3215" y="703"/>
                  </a:moveTo>
                  <a:cubicBezTo>
                    <a:pt x="3030" y="804"/>
                    <a:pt x="2846" y="904"/>
                    <a:pt x="2679" y="1021"/>
                  </a:cubicBezTo>
                  <a:lnTo>
                    <a:pt x="2846" y="1272"/>
                  </a:lnTo>
                  <a:cubicBezTo>
                    <a:pt x="3014" y="1155"/>
                    <a:pt x="3181" y="1055"/>
                    <a:pt x="3348" y="971"/>
                  </a:cubicBezTo>
                  <a:lnTo>
                    <a:pt x="3215" y="703"/>
                  </a:lnTo>
                  <a:close/>
                  <a:moveTo>
                    <a:pt x="9257" y="887"/>
                  </a:moveTo>
                  <a:lnTo>
                    <a:pt x="9090" y="1138"/>
                  </a:lnTo>
                  <a:cubicBezTo>
                    <a:pt x="9257" y="1256"/>
                    <a:pt x="9425" y="1356"/>
                    <a:pt x="9575" y="1473"/>
                  </a:cubicBezTo>
                  <a:lnTo>
                    <a:pt x="9759" y="1239"/>
                  </a:lnTo>
                  <a:cubicBezTo>
                    <a:pt x="9609" y="1122"/>
                    <a:pt x="9425" y="1004"/>
                    <a:pt x="9257" y="887"/>
                  </a:cubicBezTo>
                  <a:close/>
                  <a:moveTo>
                    <a:pt x="2076" y="1473"/>
                  </a:moveTo>
                  <a:cubicBezTo>
                    <a:pt x="1909" y="1607"/>
                    <a:pt x="1775" y="1758"/>
                    <a:pt x="1624" y="1908"/>
                  </a:cubicBezTo>
                  <a:lnTo>
                    <a:pt x="1842" y="2126"/>
                  </a:lnTo>
                  <a:cubicBezTo>
                    <a:pt x="1976" y="1975"/>
                    <a:pt x="2127" y="1841"/>
                    <a:pt x="2277" y="1707"/>
                  </a:cubicBezTo>
                  <a:lnTo>
                    <a:pt x="2076" y="1473"/>
                  </a:lnTo>
                  <a:close/>
                  <a:moveTo>
                    <a:pt x="10328" y="1758"/>
                  </a:moveTo>
                  <a:lnTo>
                    <a:pt x="10128" y="1959"/>
                  </a:lnTo>
                  <a:cubicBezTo>
                    <a:pt x="10261" y="2092"/>
                    <a:pt x="10395" y="2243"/>
                    <a:pt x="10513" y="2394"/>
                  </a:cubicBezTo>
                  <a:lnTo>
                    <a:pt x="10747" y="2210"/>
                  </a:lnTo>
                  <a:cubicBezTo>
                    <a:pt x="10613" y="2042"/>
                    <a:pt x="10479" y="1892"/>
                    <a:pt x="10328" y="1758"/>
                  </a:cubicBezTo>
                  <a:close/>
                  <a:moveTo>
                    <a:pt x="1122" y="2511"/>
                  </a:moveTo>
                  <a:cubicBezTo>
                    <a:pt x="1005" y="2678"/>
                    <a:pt x="888" y="2846"/>
                    <a:pt x="787" y="3030"/>
                  </a:cubicBezTo>
                  <a:lnTo>
                    <a:pt x="1055" y="3180"/>
                  </a:lnTo>
                  <a:cubicBezTo>
                    <a:pt x="1156" y="3013"/>
                    <a:pt x="1256" y="2846"/>
                    <a:pt x="1373" y="2678"/>
                  </a:cubicBezTo>
                  <a:lnTo>
                    <a:pt x="1122" y="2511"/>
                  </a:lnTo>
                  <a:close/>
                  <a:moveTo>
                    <a:pt x="11199" y="2829"/>
                  </a:moveTo>
                  <a:lnTo>
                    <a:pt x="10948" y="2996"/>
                  </a:lnTo>
                  <a:cubicBezTo>
                    <a:pt x="11048" y="3164"/>
                    <a:pt x="11149" y="3331"/>
                    <a:pt x="11232" y="3499"/>
                  </a:cubicBezTo>
                  <a:lnTo>
                    <a:pt x="11500" y="3381"/>
                  </a:lnTo>
                  <a:cubicBezTo>
                    <a:pt x="11416" y="3197"/>
                    <a:pt x="11316" y="3013"/>
                    <a:pt x="11199" y="2829"/>
                  </a:cubicBezTo>
                  <a:close/>
                  <a:moveTo>
                    <a:pt x="453" y="3716"/>
                  </a:moveTo>
                  <a:cubicBezTo>
                    <a:pt x="369" y="3917"/>
                    <a:pt x="302" y="4101"/>
                    <a:pt x="235" y="4302"/>
                  </a:cubicBezTo>
                  <a:lnTo>
                    <a:pt x="536" y="4386"/>
                  </a:lnTo>
                  <a:lnTo>
                    <a:pt x="536" y="4402"/>
                  </a:lnTo>
                  <a:cubicBezTo>
                    <a:pt x="587" y="4202"/>
                    <a:pt x="654" y="4017"/>
                    <a:pt x="737" y="3833"/>
                  </a:cubicBezTo>
                  <a:lnTo>
                    <a:pt x="453" y="3716"/>
                  </a:lnTo>
                  <a:close/>
                  <a:moveTo>
                    <a:pt x="11801" y="4084"/>
                  </a:moveTo>
                  <a:lnTo>
                    <a:pt x="11517" y="4185"/>
                  </a:lnTo>
                  <a:cubicBezTo>
                    <a:pt x="11584" y="4369"/>
                    <a:pt x="11634" y="4553"/>
                    <a:pt x="11684" y="4754"/>
                  </a:cubicBezTo>
                  <a:lnTo>
                    <a:pt x="11969" y="4687"/>
                  </a:lnTo>
                  <a:cubicBezTo>
                    <a:pt x="11919" y="4469"/>
                    <a:pt x="11868" y="4285"/>
                    <a:pt x="11801" y="4084"/>
                  </a:cubicBezTo>
                  <a:close/>
                  <a:moveTo>
                    <a:pt x="68" y="5055"/>
                  </a:moveTo>
                  <a:cubicBezTo>
                    <a:pt x="34" y="5256"/>
                    <a:pt x="17" y="5474"/>
                    <a:pt x="1" y="5675"/>
                  </a:cubicBezTo>
                  <a:lnTo>
                    <a:pt x="302" y="5691"/>
                  </a:lnTo>
                  <a:cubicBezTo>
                    <a:pt x="319" y="5490"/>
                    <a:pt x="336" y="5306"/>
                    <a:pt x="369" y="5105"/>
                  </a:cubicBezTo>
                  <a:lnTo>
                    <a:pt x="68" y="5055"/>
                  </a:lnTo>
                  <a:close/>
                  <a:moveTo>
                    <a:pt x="12103" y="5440"/>
                  </a:moveTo>
                  <a:lnTo>
                    <a:pt x="11801" y="5474"/>
                  </a:lnTo>
                  <a:cubicBezTo>
                    <a:pt x="11835" y="5675"/>
                    <a:pt x="11835" y="5859"/>
                    <a:pt x="11835" y="6060"/>
                  </a:cubicBezTo>
                  <a:cubicBezTo>
                    <a:pt x="11835" y="6260"/>
                    <a:pt x="11818" y="6444"/>
                    <a:pt x="11801" y="6645"/>
                  </a:cubicBezTo>
                  <a:lnTo>
                    <a:pt x="12103" y="6679"/>
                  </a:lnTo>
                  <a:cubicBezTo>
                    <a:pt x="12119" y="6478"/>
                    <a:pt x="12119" y="6260"/>
                    <a:pt x="12119" y="6060"/>
                  </a:cubicBezTo>
                  <a:cubicBezTo>
                    <a:pt x="12136" y="5859"/>
                    <a:pt x="12119" y="5658"/>
                    <a:pt x="12103" y="5440"/>
                  </a:cubicBezTo>
                  <a:close/>
                  <a:moveTo>
                    <a:pt x="302" y="6428"/>
                  </a:moveTo>
                  <a:lnTo>
                    <a:pt x="1" y="6444"/>
                  </a:lnTo>
                  <a:cubicBezTo>
                    <a:pt x="17" y="6645"/>
                    <a:pt x="34" y="6846"/>
                    <a:pt x="68" y="7064"/>
                  </a:cubicBezTo>
                  <a:lnTo>
                    <a:pt x="369" y="7014"/>
                  </a:lnTo>
                  <a:cubicBezTo>
                    <a:pt x="336" y="6813"/>
                    <a:pt x="319" y="6612"/>
                    <a:pt x="302" y="6428"/>
                  </a:cubicBezTo>
                  <a:close/>
                  <a:moveTo>
                    <a:pt x="11684" y="7365"/>
                  </a:moveTo>
                  <a:cubicBezTo>
                    <a:pt x="11634" y="7566"/>
                    <a:pt x="11584" y="7750"/>
                    <a:pt x="11517" y="7934"/>
                  </a:cubicBezTo>
                  <a:lnTo>
                    <a:pt x="11801" y="8035"/>
                  </a:lnTo>
                  <a:cubicBezTo>
                    <a:pt x="11868" y="7834"/>
                    <a:pt x="11919" y="7633"/>
                    <a:pt x="11969" y="7432"/>
                  </a:cubicBezTo>
                  <a:lnTo>
                    <a:pt x="11684" y="7365"/>
                  </a:lnTo>
                  <a:close/>
                  <a:moveTo>
                    <a:pt x="536" y="7717"/>
                  </a:moveTo>
                  <a:lnTo>
                    <a:pt x="235" y="7817"/>
                  </a:lnTo>
                  <a:cubicBezTo>
                    <a:pt x="302" y="8001"/>
                    <a:pt x="369" y="8202"/>
                    <a:pt x="453" y="8386"/>
                  </a:cubicBezTo>
                  <a:lnTo>
                    <a:pt x="720" y="8269"/>
                  </a:lnTo>
                  <a:cubicBezTo>
                    <a:pt x="654" y="8102"/>
                    <a:pt x="587" y="7901"/>
                    <a:pt x="536" y="7717"/>
                  </a:cubicBezTo>
                  <a:close/>
                  <a:moveTo>
                    <a:pt x="11232" y="8604"/>
                  </a:moveTo>
                  <a:cubicBezTo>
                    <a:pt x="11149" y="8788"/>
                    <a:pt x="11048" y="8955"/>
                    <a:pt x="10948" y="9123"/>
                  </a:cubicBezTo>
                  <a:lnTo>
                    <a:pt x="11199" y="9273"/>
                  </a:lnTo>
                  <a:lnTo>
                    <a:pt x="11199" y="9290"/>
                  </a:lnTo>
                  <a:cubicBezTo>
                    <a:pt x="11316" y="9106"/>
                    <a:pt x="11416" y="8939"/>
                    <a:pt x="11500" y="8738"/>
                  </a:cubicBezTo>
                  <a:lnTo>
                    <a:pt x="11232" y="8604"/>
                  </a:lnTo>
                  <a:close/>
                  <a:moveTo>
                    <a:pt x="1055" y="8939"/>
                  </a:moveTo>
                  <a:lnTo>
                    <a:pt x="787" y="9089"/>
                  </a:lnTo>
                  <a:cubicBezTo>
                    <a:pt x="888" y="9257"/>
                    <a:pt x="1005" y="9441"/>
                    <a:pt x="1122" y="9608"/>
                  </a:cubicBezTo>
                  <a:lnTo>
                    <a:pt x="1373" y="9424"/>
                  </a:lnTo>
                  <a:cubicBezTo>
                    <a:pt x="1256" y="9273"/>
                    <a:pt x="1156" y="9106"/>
                    <a:pt x="1055" y="8939"/>
                  </a:cubicBezTo>
                  <a:close/>
                  <a:moveTo>
                    <a:pt x="10529" y="9725"/>
                  </a:moveTo>
                  <a:cubicBezTo>
                    <a:pt x="10395" y="9876"/>
                    <a:pt x="10261" y="10027"/>
                    <a:pt x="10128" y="10160"/>
                  </a:cubicBezTo>
                  <a:lnTo>
                    <a:pt x="10328" y="10361"/>
                  </a:lnTo>
                  <a:cubicBezTo>
                    <a:pt x="10479" y="10227"/>
                    <a:pt x="10613" y="10060"/>
                    <a:pt x="10747" y="9909"/>
                  </a:cubicBezTo>
                  <a:lnTo>
                    <a:pt x="10529" y="9725"/>
                  </a:lnTo>
                  <a:close/>
                  <a:moveTo>
                    <a:pt x="1842" y="9993"/>
                  </a:moveTo>
                  <a:lnTo>
                    <a:pt x="1608" y="10194"/>
                  </a:lnTo>
                  <a:cubicBezTo>
                    <a:pt x="1758" y="10345"/>
                    <a:pt x="1909" y="10495"/>
                    <a:pt x="2060" y="10629"/>
                  </a:cubicBezTo>
                  <a:lnTo>
                    <a:pt x="2260" y="10412"/>
                  </a:lnTo>
                  <a:cubicBezTo>
                    <a:pt x="2110" y="10278"/>
                    <a:pt x="1976" y="10144"/>
                    <a:pt x="1842" y="9993"/>
                  </a:cubicBezTo>
                  <a:close/>
                  <a:moveTo>
                    <a:pt x="9575" y="10629"/>
                  </a:moveTo>
                  <a:cubicBezTo>
                    <a:pt x="9408" y="10763"/>
                    <a:pt x="9257" y="10863"/>
                    <a:pt x="9090" y="10964"/>
                  </a:cubicBezTo>
                  <a:lnTo>
                    <a:pt x="9240" y="11232"/>
                  </a:lnTo>
                  <a:cubicBezTo>
                    <a:pt x="9425" y="11115"/>
                    <a:pt x="9592" y="10997"/>
                    <a:pt x="9759" y="10880"/>
                  </a:cubicBezTo>
                  <a:lnTo>
                    <a:pt x="9575" y="10629"/>
                  </a:lnTo>
                  <a:close/>
                  <a:moveTo>
                    <a:pt x="2846" y="10847"/>
                  </a:moveTo>
                  <a:lnTo>
                    <a:pt x="2679" y="11098"/>
                  </a:lnTo>
                  <a:cubicBezTo>
                    <a:pt x="2846" y="11215"/>
                    <a:pt x="3014" y="11315"/>
                    <a:pt x="3198" y="11416"/>
                  </a:cubicBezTo>
                  <a:lnTo>
                    <a:pt x="3348" y="11148"/>
                  </a:lnTo>
                  <a:cubicBezTo>
                    <a:pt x="3164" y="11064"/>
                    <a:pt x="2997" y="10964"/>
                    <a:pt x="2846" y="10847"/>
                  </a:cubicBezTo>
                  <a:close/>
                  <a:moveTo>
                    <a:pt x="8437" y="11315"/>
                  </a:moveTo>
                  <a:cubicBezTo>
                    <a:pt x="8270" y="11399"/>
                    <a:pt x="8085" y="11466"/>
                    <a:pt x="7901" y="11533"/>
                  </a:cubicBezTo>
                  <a:lnTo>
                    <a:pt x="7985" y="11818"/>
                  </a:lnTo>
                  <a:cubicBezTo>
                    <a:pt x="8186" y="11751"/>
                    <a:pt x="8387" y="11667"/>
                    <a:pt x="8571" y="11600"/>
                  </a:cubicBezTo>
                  <a:lnTo>
                    <a:pt x="8437" y="11315"/>
                  </a:lnTo>
                  <a:close/>
                  <a:moveTo>
                    <a:pt x="4018" y="11449"/>
                  </a:moveTo>
                  <a:lnTo>
                    <a:pt x="3901" y="11734"/>
                  </a:lnTo>
                  <a:cubicBezTo>
                    <a:pt x="4102" y="11818"/>
                    <a:pt x="4286" y="11868"/>
                    <a:pt x="4487" y="11918"/>
                  </a:cubicBezTo>
                  <a:lnTo>
                    <a:pt x="4570" y="11633"/>
                  </a:lnTo>
                  <a:cubicBezTo>
                    <a:pt x="4386" y="11583"/>
                    <a:pt x="4185" y="11516"/>
                    <a:pt x="4018" y="11449"/>
                  </a:cubicBezTo>
                  <a:close/>
                  <a:moveTo>
                    <a:pt x="7182" y="11717"/>
                  </a:moveTo>
                  <a:cubicBezTo>
                    <a:pt x="6997" y="11751"/>
                    <a:pt x="6797" y="11784"/>
                    <a:pt x="6612" y="11801"/>
                  </a:cubicBezTo>
                  <a:lnTo>
                    <a:pt x="6629" y="12102"/>
                  </a:lnTo>
                  <a:cubicBezTo>
                    <a:pt x="6847" y="12085"/>
                    <a:pt x="7048" y="12052"/>
                    <a:pt x="7249" y="12018"/>
                  </a:cubicBezTo>
                  <a:lnTo>
                    <a:pt x="7182" y="11717"/>
                  </a:lnTo>
                  <a:close/>
                  <a:moveTo>
                    <a:pt x="5290" y="11784"/>
                  </a:moveTo>
                  <a:lnTo>
                    <a:pt x="5240" y="12069"/>
                  </a:lnTo>
                  <a:cubicBezTo>
                    <a:pt x="5457" y="12102"/>
                    <a:pt x="5658" y="12119"/>
                    <a:pt x="5859" y="12119"/>
                  </a:cubicBezTo>
                  <a:lnTo>
                    <a:pt x="5876" y="11834"/>
                  </a:lnTo>
                  <a:cubicBezTo>
                    <a:pt x="5675" y="11818"/>
                    <a:pt x="5474" y="11801"/>
                    <a:pt x="5290" y="1178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5281836" y="834299"/>
              <a:ext cx="566131" cy="559753"/>
            </a:xfrm>
            <a:custGeom>
              <a:avLst/>
              <a:gdLst/>
              <a:ahLst/>
              <a:cxnLst/>
              <a:rect l="l" t="t" r="r" b="b"/>
              <a:pathLst>
                <a:path w="25209" h="24925" extrusionOk="0">
                  <a:moveTo>
                    <a:pt x="15350" y="51"/>
                  </a:moveTo>
                  <a:lnTo>
                    <a:pt x="15701" y="134"/>
                  </a:lnTo>
                  <a:lnTo>
                    <a:pt x="15517" y="871"/>
                  </a:lnTo>
                  <a:cubicBezTo>
                    <a:pt x="15400" y="837"/>
                    <a:pt x="15299" y="821"/>
                    <a:pt x="15182" y="787"/>
                  </a:cubicBezTo>
                  <a:lnTo>
                    <a:pt x="15350" y="51"/>
                  </a:lnTo>
                  <a:close/>
                  <a:moveTo>
                    <a:pt x="15299" y="0"/>
                  </a:moveTo>
                  <a:lnTo>
                    <a:pt x="15115" y="837"/>
                  </a:lnTo>
                  <a:lnTo>
                    <a:pt x="15149" y="837"/>
                  </a:lnTo>
                  <a:lnTo>
                    <a:pt x="15534" y="938"/>
                  </a:lnTo>
                  <a:lnTo>
                    <a:pt x="15567" y="938"/>
                  </a:lnTo>
                  <a:lnTo>
                    <a:pt x="15768" y="101"/>
                  </a:lnTo>
                  <a:lnTo>
                    <a:pt x="15751" y="101"/>
                  </a:lnTo>
                  <a:cubicBezTo>
                    <a:pt x="15617" y="51"/>
                    <a:pt x="15467" y="17"/>
                    <a:pt x="15333" y="0"/>
                  </a:cubicBezTo>
                  <a:close/>
                  <a:moveTo>
                    <a:pt x="9407" y="168"/>
                  </a:moveTo>
                  <a:lnTo>
                    <a:pt x="9592" y="904"/>
                  </a:lnTo>
                  <a:cubicBezTo>
                    <a:pt x="9474" y="938"/>
                    <a:pt x="9357" y="971"/>
                    <a:pt x="9240" y="1005"/>
                  </a:cubicBezTo>
                  <a:lnTo>
                    <a:pt x="9022" y="268"/>
                  </a:lnTo>
                  <a:lnTo>
                    <a:pt x="9039" y="268"/>
                  </a:lnTo>
                  <a:cubicBezTo>
                    <a:pt x="9156" y="235"/>
                    <a:pt x="9290" y="184"/>
                    <a:pt x="9407" y="168"/>
                  </a:cubicBezTo>
                  <a:close/>
                  <a:moveTo>
                    <a:pt x="9424" y="101"/>
                  </a:moveTo>
                  <a:cubicBezTo>
                    <a:pt x="9290" y="134"/>
                    <a:pt x="9156" y="168"/>
                    <a:pt x="9006" y="218"/>
                  </a:cubicBezTo>
                  <a:lnTo>
                    <a:pt x="8956" y="235"/>
                  </a:lnTo>
                  <a:lnTo>
                    <a:pt x="9207" y="1072"/>
                  </a:lnTo>
                  <a:lnTo>
                    <a:pt x="9257" y="1055"/>
                  </a:lnTo>
                  <a:lnTo>
                    <a:pt x="9642" y="938"/>
                  </a:lnTo>
                  <a:lnTo>
                    <a:pt x="9659" y="938"/>
                  </a:lnTo>
                  <a:lnTo>
                    <a:pt x="9458" y="101"/>
                  </a:lnTo>
                  <a:close/>
                  <a:moveTo>
                    <a:pt x="16572" y="385"/>
                  </a:moveTo>
                  <a:lnTo>
                    <a:pt x="16588" y="402"/>
                  </a:lnTo>
                  <a:cubicBezTo>
                    <a:pt x="16689" y="452"/>
                    <a:pt x="16806" y="469"/>
                    <a:pt x="16923" y="519"/>
                  </a:cubicBezTo>
                  <a:lnTo>
                    <a:pt x="16655" y="1222"/>
                  </a:lnTo>
                  <a:lnTo>
                    <a:pt x="16337" y="1105"/>
                  </a:lnTo>
                  <a:lnTo>
                    <a:pt x="16572" y="385"/>
                  </a:lnTo>
                  <a:close/>
                  <a:moveTo>
                    <a:pt x="16538" y="318"/>
                  </a:moveTo>
                  <a:lnTo>
                    <a:pt x="16270" y="1139"/>
                  </a:lnTo>
                  <a:lnTo>
                    <a:pt x="16287" y="1139"/>
                  </a:lnTo>
                  <a:cubicBezTo>
                    <a:pt x="16404" y="1189"/>
                    <a:pt x="16538" y="1239"/>
                    <a:pt x="16655" y="1272"/>
                  </a:cubicBezTo>
                  <a:lnTo>
                    <a:pt x="16689" y="1272"/>
                  </a:lnTo>
                  <a:lnTo>
                    <a:pt x="16990" y="469"/>
                  </a:lnTo>
                  <a:lnTo>
                    <a:pt x="16957" y="469"/>
                  </a:lnTo>
                  <a:cubicBezTo>
                    <a:pt x="16839" y="419"/>
                    <a:pt x="16705" y="369"/>
                    <a:pt x="16572" y="318"/>
                  </a:cubicBezTo>
                  <a:close/>
                  <a:moveTo>
                    <a:pt x="8169" y="553"/>
                  </a:moveTo>
                  <a:lnTo>
                    <a:pt x="8437" y="1272"/>
                  </a:lnTo>
                  <a:cubicBezTo>
                    <a:pt x="8319" y="1306"/>
                    <a:pt x="8219" y="1356"/>
                    <a:pt x="8119" y="1406"/>
                  </a:cubicBezTo>
                  <a:lnTo>
                    <a:pt x="7834" y="687"/>
                  </a:lnTo>
                  <a:lnTo>
                    <a:pt x="8169" y="553"/>
                  </a:lnTo>
                  <a:close/>
                  <a:moveTo>
                    <a:pt x="8202" y="486"/>
                  </a:moveTo>
                  <a:lnTo>
                    <a:pt x="8186" y="503"/>
                  </a:lnTo>
                  <a:cubicBezTo>
                    <a:pt x="8052" y="553"/>
                    <a:pt x="7918" y="603"/>
                    <a:pt x="7784" y="653"/>
                  </a:cubicBezTo>
                  <a:lnTo>
                    <a:pt x="7767" y="653"/>
                  </a:lnTo>
                  <a:lnTo>
                    <a:pt x="8085" y="1473"/>
                  </a:lnTo>
                  <a:lnTo>
                    <a:pt x="8119" y="1440"/>
                  </a:lnTo>
                  <a:cubicBezTo>
                    <a:pt x="8236" y="1390"/>
                    <a:pt x="8353" y="1339"/>
                    <a:pt x="8487" y="1306"/>
                  </a:cubicBezTo>
                  <a:lnTo>
                    <a:pt x="8504" y="1306"/>
                  </a:lnTo>
                  <a:lnTo>
                    <a:pt x="8202" y="486"/>
                  </a:lnTo>
                  <a:close/>
                  <a:moveTo>
                    <a:pt x="17760" y="854"/>
                  </a:moveTo>
                  <a:lnTo>
                    <a:pt x="18095" y="1021"/>
                  </a:lnTo>
                  <a:lnTo>
                    <a:pt x="17760" y="1708"/>
                  </a:lnTo>
                  <a:lnTo>
                    <a:pt x="17459" y="1557"/>
                  </a:lnTo>
                  <a:lnTo>
                    <a:pt x="17442" y="1557"/>
                  </a:lnTo>
                  <a:lnTo>
                    <a:pt x="17760" y="854"/>
                  </a:lnTo>
                  <a:close/>
                  <a:moveTo>
                    <a:pt x="17727" y="787"/>
                  </a:moveTo>
                  <a:lnTo>
                    <a:pt x="17375" y="1574"/>
                  </a:lnTo>
                  <a:lnTo>
                    <a:pt x="17392" y="1591"/>
                  </a:lnTo>
                  <a:cubicBezTo>
                    <a:pt x="17509" y="1641"/>
                    <a:pt x="17643" y="1691"/>
                    <a:pt x="17760" y="1758"/>
                  </a:cubicBezTo>
                  <a:lnTo>
                    <a:pt x="17777" y="1775"/>
                  </a:lnTo>
                  <a:lnTo>
                    <a:pt x="18162" y="988"/>
                  </a:lnTo>
                  <a:lnTo>
                    <a:pt x="18145" y="971"/>
                  </a:lnTo>
                  <a:cubicBezTo>
                    <a:pt x="18011" y="904"/>
                    <a:pt x="17877" y="854"/>
                    <a:pt x="17760" y="787"/>
                  </a:cubicBezTo>
                  <a:close/>
                  <a:moveTo>
                    <a:pt x="7014" y="1055"/>
                  </a:moveTo>
                  <a:lnTo>
                    <a:pt x="7349" y="1741"/>
                  </a:lnTo>
                  <a:cubicBezTo>
                    <a:pt x="7248" y="1791"/>
                    <a:pt x="7131" y="1858"/>
                    <a:pt x="7031" y="1909"/>
                  </a:cubicBezTo>
                  <a:lnTo>
                    <a:pt x="6679" y="1239"/>
                  </a:lnTo>
                  <a:lnTo>
                    <a:pt x="6679" y="1222"/>
                  </a:lnTo>
                  <a:cubicBezTo>
                    <a:pt x="6796" y="1172"/>
                    <a:pt x="6897" y="1105"/>
                    <a:pt x="7014" y="1055"/>
                  </a:cubicBezTo>
                  <a:close/>
                  <a:moveTo>
                    <a:pt x="7031" y="988"/>
                  </a:moveTo>
                  <a:lnTo>
                    <a:pt x="6997" y="1005"/>
                  </a:lnTo>
                  <a:cubicBezTo>
                    <a:pt x="6880" y="1072"/>
                    <a:pt x="6746" y="1139"/>
                    <a:pt x="6612" y="1206"/>
                  </a:cubicBezTo>
                  <a:lnTo>
                    <a:pt x="6595" y="1206"/>
                  </a:lnTo>
                  <a:lnTo>
                    <a:pt x="7014" y="1976"/>
                  </a:lnTo>
                  <a:lnTo>
                    <a:pt x="7031" y="1959"/>
                  </a:lnTo>
                  <a:cubicBezTo>
                    <a:pt x="7148" y="1909"/>
                    <a:pt x="7265" y="1842"/>
                    <a:pt x="7382" y="1775"/>
                  </a:cubicBezTo>
                  <a:lnTo>
                    <a:pt x="7399" y="1775"/>
                  </a:lnTo>
                  <a:lnTo>
                    <a:pt x="7031" y="988"/>
                  </a:lnTo>
                  <a:close/>
                  <a:moveTo>
                    <a:pt x="18881" y="1440"/>
                  </a:moveTo>
                  <a:lnTo>
                    <a:pt x="19200" y="1624"/>
                  </a:lnTo>
                  <a:lnTo>
                    <a:pt x="18798" y="2277"/>
                  </a:lnTo>
                  <a:cubicBezTo>
                    <a:pt x="18697" y="2210"/>
                    <a:pt x="18597" y="2160"/>
                    <a:pt x="18513" y="2093"/>
                  </a:cubicBezTo>
                  <a:lnTo>
                    <a:pt x="18881" y="1440"/>
                  </a:lnTo>
                  <a:close/>
                  <a:moveTo>
                    <a:pt x="18865" y="1356"/>
                  </a:moveTo>
                  <a:lnTo>
                    <a:pt x="18430" y="2109"/>
                  </a:lnTo>
                  <a:lnTo>
                    <a:pt x="18463" y="2126"/>
                  </a:lnTo>
                  <a:cubicBezTo>
                    <a:pt x="18563" y="2193"/>
                    <a:pt x="18681" y="2260"/>
                    <a:pt x="18798" y="2327"/>
                  </a:cubicBezTo>
                  <a:lnTo>
                    <a:pt x="18815" y="2344"/>
                  </a:lnTo>
                  <a:lnTo>
                    <a:pt x="19283" y="1591"/>
                  </a:lnTo>
                  <a:lnTo>
                    <a:pt x="19250" y="1574"/>
                  </a:lnTo>
                  <a:cubicBezTo>
                    <a:pt x="19133" y="1507"/>
                    <a:pt x="19015" y="1440"/>
                    <a:pt x="18898" y="1373"/>
                  </a:cubicBezTo>
                  <a:lnTo>
                    <a:pt x="18865" y="1356"/>
                  </a:lnTo>
                  <a:close/>
                  <a:moveTo>
                    <a:pt x="5909" y="1674"/>
                  </a:moveTo>
                  <a:lnTo>
                    <a:pt x="6294" y="2327"/>
                  </a:lnTo>
                  <a:cubicBezTo>
                    <a:pt x="6194" y="2394"/>
                    <a:pt x="6093" y="2444"/>
                    <a:pt x="6010" y="2511"/>
                  </a:cubicBezTo>
                  <a:lnTo>
                    <a:pt x="5591" y="1892"/>
                  </a:lnTo>
                  <a:lnTo>
                    <a:pt x="5591" y="1875"/>
                  </a:lnTo>
                  <a:cubicBezTo>
                    <a:pt x="5708" y="1808"/>
                    <a:pt x="5792" y="1741"/>
                    <a:pt x="5909" y="1674"/>
                  </a:cubicBezTo>
                  <a:close/>
                  <a:moveTo>
                    <a:pt x="5926" y="1607"/>
                  </a:moveTo>
                  <a:lnTo>
                    <a:pt x="5892" y="1624"/>
                  </a:lnTo>
                  <a:cubicBezTo>
                    <a:pt x="5775" y="1708"/>
                    <a:pt x="5658" y="1775"/>
                    <a:pt x="5541" y="1858"/>
                  </a:cubicBezTo>
                  <a:lnTo>
                    <a:pt x="5524" y="1875"/>
                  </a:lnTo>
                  <a:lnTo>
                    <a:pt x="6010" y="2595"/>
                  </a:lnTo>
                  <a:lnTo>
                    <a:pt x="6026" y="2578"/>
                  </a:lnTo>
                  <a:lnTo>
                    <a:pt x="6361" y="2360"/>
                  </a:lnTo>
                  <a:lnTo>
                    <a:pt x="6378" y="2344"/>
                  </a:lnTo>
                  <a:lnTo>
                    <a:pt x="5926" y="1607"/>
                  </a:lnTo>
                  <a:close/>
                  <a:moveTo>
                    <a:pt x="19953" y="2126"/>
                  </a:moveTo>
                  <a:cubicBezTo>
                    <a:pt x="20053" y="2210"/>
                    <a:pt x="20154" y="2277"/>
                    <a:pt x="20254" y="2344"/>
                  </a:cubicBezTo>
                  <a:lnTo>
                    <a:pt x="19785" y="2963"/>
                  </a:lnTo>
                  <a:cubicBezTo>
                    <a:pt x="19702" y="2879"/>
                    <a:pt x="19601" y="2812"/>
                    <a:pt x="19518" y="2745"/>
                  </a:cubicBezTo>
                  <a:lnTo>
                    <a:pt x="19953" y="2126"/>
                  </a:lnTo>
                  <a:close/>
                  <a:moveTo>
                    <a:pt x="19953" y="2059"/>
                  </a:moveTo>
                  <a:lnTo>
                    <a:pt x="19434" y="2779"/>
                  </a:lnTo>
                  <a:lnTo>
                    <a:pt x="19451" y="2779"/>
                  </a:lnTo>
                  <a:cubicBezTo>
                    <a:pt x="19568" y="2863"/>
                    <a:pt x="19668" y="2946"/>
                    <a:pt x="19769" y="3030"/>
                  </a:cubicBezTo>
                  <a:lnTo>
                    <a:pt x="19802" y="3047"/>
                  </a:lnTo>
                  <a:lnTo>
                    <a:pt x="20321" y="2344"/>
                  </a:lnTo>
                  <a:lnTo>
                    <a:pt x="20304" y="2327"/>
                  </a:lnTo>
                  <a:cubicBezTo>
                    <a:pt x="20204" y="2243"/>
                    <a:pt x="20087" y="2160"/>
                    <a:pt x="19969" y="2076"/>
                  </a:cubicBezTo>
                  <a:lnTo>
                    <a:pt x="19953" y="2059"/>
                  </a:lnTo>
                  <a:close/>
                  <a:moveTo>
                    <a:pt x="4871" y="2411"/>
                  </a:moveTo>
                  <a:lnTo>
                    <a:pt x="5340" y="3030"/>
                  </a:lnTo>
                  <a:cubicBezTo>
                    <a:pt x="5240" y="3097"/>
                    <a:pt x="5156" y="3164"/>
                    <a:pt x="5072" y="3231"/>
                  </a:cubicBezTo>
                  <a:lnTo>
                    <a:pt x="4587" y="2645"/>
                  </a:lnTo>
                  <a:lnTo>
                    <a:pt x="4570" y="2645"/>
                  </a:lnTo>
                  <a:cubicBezTo>
                    <a:pt x="4670" y="2561"/>
                    <a:pt x="4771" y="2494"/>
                    <a:pt x="4871" y="2411"/>
                  </a:cubicBezTo>
                  <a:close/>
                  <a:moveTo>
                    <a:pt x="4871" y="2344"/>
                  </a:moveTo>
                  <a:lnTo>
                    <a:pt x="4855" y="2360"/>
                  </a:lnTo>
                  <a:cubicBezTo>
                    <a:pt x="4737" y="2444"/>
                    <a:pt x="4637" y="2528"/>
                    <a:pt x="4520" y="2628"/>
                  </a:cubicBezTo>
                  <a:lnTo>
                    <a:pt x="4503" y="2645"/>
                  </a:lnTo>
                  <a:lnTo>
                    <a:pt x="5055" y="3315"/>
                  </a:lnTo>
                  <a:lnTo>
                    <a:pt x="5089" y="3298"/>
                  </a:lnTo>
                  <a:cubicBezTo>
                    <a:pt x="5173" y="3214"/>
                    <a:pt x="5290" y="3130"/>
                    <a:pt x="5390" y="3047"/>
                  </a:cubicBezTo>
                  <a:lnTo>
                    <a:pt x="5407" y="3030"/>
                  </a:lnTo>
                  <a:lnTo>
                    <a:pt x="4871" y="2344"/>
                  </a:lnTo>
                  <a:close/>
                  <a:moveTo>
                    <a:pt x="20940" y="2930"/>
                  </a:moveTo>
                  <a:cubicBezTo>
                    <a:pt x="21041" y="3013"/>
                    <a:pt x="21124" y="3097"/>
                    <a:pt x="21225" y="3181"/>
                  </a:cubicBezTo>
                  <a:lnTo>
                    <a:pt x="20689" y="3733"/>
                  </a:lnTo>
                  <a:cubicBezTo>
                    <a:pt x="20606" y="3666"/>
                    <a:pt x="20522" y="3582"/>
                    <a:pt x="20438" y="3499"/>
                  </a:cubicBezTo>
                  <a:lnTo>
                    <a:pt x="20940" y="2930"/>
                  </a:lnTo>
                  <a:close/>
                  <a:moveTo>
                    <a:pt x="20940" y="2863"/>
                  </a:moveTo>
                  <a:lnTo>
                    <a:pt x="20371" y="3515"/>
                  </a:lnTo>
                  <a:lnTo>
                    <a:pt x="20388" y="3532"/>
                  </a:lnTo>
                  <a:cubicBezTo>
                    <a:pt x="20488" y="3616"/>
                    <a:pt x="20589" y="3700"/>
                    <a:pt x="20673" y="3800"/>
                  </a:cubicBezTo>
                  <a:lnTo>
                    <a:pt x="20706" y="3817"/>
                  </a:lnTo>
                  <a:lnTo>
                    <a:pt x="21292" y="3181"/>
                  </a:lnTo>
                  <a:lnTo>
                    <a:pt x="21275" y="3164"/>
                  </a:lnTo>
                  <a:cubicBezTo>
                    <a:pt x="21175" y="3064"/>
                    <a:pt x="21074" y="2963"/>
                    <a:pt x="20957" y="2879"/>
                  </a:cubicBezTo>
                  <a:lnTo>
                    <a:pt x="20940" y="2863"/>
                  </a:lnTo>
                  <a:close/>
                  <a:moveTo>
                    <a:pt x="3900" y="3248"/>
                  </a:moveTo>
                  <a:lnTo>
                    <a:pt x="4419" y="3800"/>
                  </a:lnTo>
                  <a:cubicBezTo>
                    <a:pt x="4336" y="3884"/>
                    <a:pt x="4269" y="3967"/>
                    <a:pt x="4185" y="4034"/>
                  </a:cubicBezTo>
                  <a:lnTo>
                    <a:pt x="3633" y="3515"/>
                  </a:lnTo>
                  <a:lnTo>
                    <a:pt x="3900" y="3248"/>
                  </a:lnTo>
                  <a:close/>
                  <a:moveTo>
                    <a:pt x="3900" y="3181"/>
                  </a:moveTo>
                  <a:lnTo>
                    <a:pt x="3884" y="3197"/>
                  </a:lnTo>
                  <a:cubicBezTo>
                    <a:pt x="3783" y="3281"/>
                    <a:pt x="3666" y="3382"/>
                    <a:pt x="3566" y="3499"/>
                  </a:cubicBezTo>
                  <a:lnTo>
                    <a:pt x="3549" y="3515"/>
                  </a:lnTo>
                  <a:lnTo>
                    <a:pt x="4185" y="4118"/>
                  </a:lnTo>
                  <a:lnTo>
                    <a:pt x="4202" y="4101"/>
                  </a:lnTo>
                  <a:cubicBezTo>
                    <a:pt x="4285" y="4001"/>
                    <a:pt x="4386" y="3917"/>
                    <a:pt x="4470" y="3817"/>
                  </a:cubicBezTo>
                  <a:lnTo>
                    <a:pt x="4503" y="3800"/>
                  </a:lnTo>
                  <a:lnTo>
                    <a:pt x="3900" y="3181"/>
                  </a:lnTo>
                  <a:close/>
                  <a:moveTo>
                    <a:pt x="21861" y="3833"/>
                  </a:moveTo>
                  <a:cubicBezTo>
                    <a:pt x="21928" y="3917"/>
                    <a:pt x="22012" y="4001"/>
                    <a:pt x="22095" y="4101"/>
                  </a:cubicBezTo>
                  <a:lnTo>
                    <a:pt x="21526" y="4603"/>
                  </a:lnTo>
                  <a:cubicBezTo>
                    <a:pt x="21442" y="4520"/>
                    <a:pt x="21376" y="4436"/>
                    <a:pt x="21292" y="4336"/>
                  </a:cubicBezTo>
                  <a:lnTo>
                    <a:pt x="21861" y="3833"/>
                  </a:lnTo>
                  <a:close/>
                  <a:moveTo>
                    <a:pt x="21861" y="3750"/>
                  </a:moveTo>
                  <a:lnTo>
                    <a:pt x="21225" y="4336"/>
                  </a:lnTo>
                  <a:lnTo>
                    <a:pt x="21242" y="4352"/>
                  </a:lnTo>
                  <a:cubicBezTo>
                    <a:pt x="21325" y="4453"/>
                    <a:pt x="21409" y="4553"/>
                    <a:pt x="21493" y="4654"/>
                  </a:cubicBezTo>
                  <a:lnTo>
                    <a:pt x="21509" y="4670"/>
                  </a:lnTo>
                  <a:lnTo>
                    <a:pt x="22179" y="4101"/>
                  </a:lnTo>
                  <a:lnTo>
                    <a:pt x="22162" y="4085"/>
                  </a:lnTo>
                  <a:cubicBezTo>
                    <a:pt x="22062" y="3984"/>
                    <a:pt x="21961" y="3867"/>
                    <a:pt x="21878" y="3767"/>
                  </a:cubicBezTo>
                  <a:lnTo>
                    <a:pt x="21861" y="3750"/>
                  </a:lnTo>
                  <a:close/>
                  <a:moveTo>
                    <a:pt x="3013" y="4168"/>
                  </a:moveTo>
                  <a:lnTo>
                    <a:pt x="3599" y="4670"/>
                  </a:lnTo>
                  <a:cubicBezTo>
                    <a:pt x="3532" y="4754"/>
                    <a:pt x="3465" y="4838"/>
                    <a:pt x="3398" y="4938"/>
                  </a:cubicBezTo>
                  <a:lnTo>
                    <a:pt x="2796" y="4453"/>
                  </a:lnTo>
                  <a:cubicBezTo>
                    <a:pt x="2879" y="4352"/>
                    <a:pt x="2946" y="4269"/>
                    <a:pt x="3013" y="4168"/>
                  </a:cubicBezTo>
                  <a:close/>
                  <a:moveTo>
                    <a:pt x="3030" y="4101"/>
                  </a:moveTo>
                  <a:lnTo>
                    <a:pt x="3013" y="4118"/>
                  </a:lnTo>
                  <a:cubicBezTo>
                    <a:pt x="2913" y="4218"/>
                    <a:pt x="2829" y="4336"/>
                    <a:pt x="2729" y="4436"/>
                  </a:cubicBezTo>
                  <a:lnTo>
                    <a:pt x="2712" y="4470"/>
                  </a:lnTo>
                  <a:lnTo>
                    <a:pt x="3398" y="5005"/>
                  </a:lnTo>
                  <a:lnTo>
                    <a:pt x="3415" y="4988"/>
                  </a:lnTo>
                  <a:cubicBezTo>
                    <a:pt x="3499" y="4888"/>
                    <a:pt x="3582" y="4771"/>
                    <a:pt x="3666" y="4670"/>
                  </a:cubicBezTo>
                  <a:lnTo>
                    <a:pt x="3683" y="4654"/>
                  </a:lnTo>
                  <a:lnTo>
                    <a:pt x="3030" y="4101"/>
                  </a:lnTo>
                  <a:close/>
                  <a:moveTo>
                    <a:pt x="22681" y="4804"/>
                  </a:moveTo>
                  <a:cubicBezTo>
                    <a:pt x="22748" y="4888"/>
                    <a:pt x="22815" y="5005"/>
                    <a:pt x="22882" y="5106"/>
                  </a:cubicBezTo>
                  <a:lnTo>
                    <a:pt x="22263" y="5541"/>
                  </a:lnTo>
                  <a:cubicBezTo>
                    <a:pt x="22179" y="5440"/>
                    <a:pt x="22112" y="5357"/>
                    <a:pt x="22045" y="5256"/>
                  </a:cubicBezTo>
                  <a:lnTo>
                    <a:pt x="22681" y="4804"/>
                  </a:lnTo>
                  <a:close/>
                  <a:moveTo>
                    <a:pt x="22681" y="4737"/>
                  </a:moveTo>
                  <a:lnTo>
                    <a:pt x="21978" y="5256"/>
                  </a:lnTo>
                  <a:lnTo>
                    <a:pt x="21995" y="5273"/>
                  </a:lnTo>
                  <a:cubicBezTo>
                    <a:pt x="22079" y="5373"/>
                    <a:pt x="22145" y="5474"/>
                    <a:pt x="22229" y="5591"/>
                  </a:cubicBezTo>
                  <a:lnTo>
                    <a:pt x="22246" y="5608"/>
                  </a:lnTo>
                  <a:lnTo>
                    <a:pt x="22949" y="5122"/>
                  </a:lnTo>
                  <a:lnTo>
                    <a:pt x="22932" y="5089"/>
                  </a:lnTo>
                  <a:cubicBezTo>
                    <a:pt x="22849" y="4972"/>
                    <a:pt x="22765" y="4855"/>
                    <a:pt x="22698" y="4754"/>
                  </a:cubicBezTo>
                  <a:lnTo>
                    <a:pt x="22681" y="4737"/>
                  </a:lnTo>
                  <a:close/>
                  <a:moveTo>
                    <a:pt x="2260" y="5189"/>
                  </a:moveTo>
                  <a:lnTo>
                    <a:pt x="2879" y="5625"/>
                  </a:lnTo>
                  <a:cubicBezTo>
                    <a:pt x="2812" y="5708"/>
                    <a:pt x="2762" y="5809"/>
                    <a:pt x="2695" y="5909"/>
                  </a:cubicBezTo>
                  <a:lnTo>
                    <a:pt x="2059" y="5491"/>
                  </a:lnTo>
                  <a:cubicBezTo>
                    <a:pt x="2126" y="5390"/>
                    <a:pt x="2193" y="5273"/>
                    <a:pt x="2260" y="5189"/>
                  </a:cubicBezTo>
                  <a:close/>
                  <a:moveTo>
                    <a:pt x="2243" y="5106"/>
                  </a:moveTo>
                  <a:lnTo>
                    <a:pt x="2227" y="5122"/>
                  </a:lnTo>
                  <a:cubicBezTo>
                    <a:pt x="2143" y="5240"/>
                    <a:pt x="2076" y="5357"/>
                    <a:pt x="1992" y="5474"/>
                  </a:cubicBezTo>
                  <a:lnTo>
                    <a:pt x="1976" y="5507"/>
                  </a:lnTo>
                  <a:lnTo>
                    <a:pt x="2712" y="5976"/>
                  </a:lnTo>
                  <a:lnTo>
                    <a:pt x="2729" y="5943"/>
                  </a:lnTo>
                  <a:cubicBezTo>
                    <a:pt x="2796" y="5825"/>
                    <a:pt x="2863" y="5725"/>
                    <a:pt x="2946" y="5625"/>
                  </a:cubicBezTo>
                  <a:lnTo>
                    <a:pt x="2963" y="5591"/>
                  </a:lnTo>
                  <a:lnTo>
                    <a:pt x="2243" y="5106"/>
                  </a:lnTo>
                  <a:close/>
                  <a:moveTo>
                    <a:pt x="23367" y="5859"/>
                  </a:moveTo>
                  <a:cubicBezTo>
                    <a:pt x="23434" y="5976"/>
                    <a:pt x="23501" y="6076"/>
                    <a:pt x="23552" y="6177"/>
                  </a:cubicBezTo>
                  <a:lnTo>
                    <a:pt x="22882" y="6562"/>
                  </a:lnTo>
                  <a:cubicBezTo>
                    <a:pt x="22832" y="6445"/>
                    <a:pt x="22782" y="6344"/>
                    <a:pt x="22715" y="6261"/>
                  </a:cubicBezTo>
                  <a:lnTo>
                    <a:pt x="23367" y="5859"/>
                  </a:lnTo>
                  <a:close/>
                  <a:moveTo>
                    <a:pt x="23384" y="5792"/>
                  </a:moveTo>
                  <a:lnTo>
                    <a:pt x="22631" y="6244"/>
                  </a:lnTo>
                  <a:lnTo>
                    <a:pt x="22648" y="6261"/>
                  </a:lnTo>
                  <a:cubicBezTo>
                    <a:pt x="22731" y="6378"/>
                    <a:pt x="22798" y="6478"/>
                    <a:pt x="22849" y="6595"/>
                  </a:cubicBezTo>
                  <a:lnTo>
                    <a:pt x="22865" y="6629"/>
                  </a:lnTo>
                  <a:lnTo>
                    <a:pt x="23618" y="6210"/>
                  </a:lnTo>
                  <a:lnTo>
                    <a:pt x="23602" y="6177"/>
                  </a:lnTo>
                  <a:cubicBezTo>
                    <a:pt x="23535" y="6060"/>
                    <a:pt x="23468" y="5926"/>
                    <a:pt x="23384" y="5809"/>
                  </a:cubicBezTo>
                  <a:lnTo>
                    <a:pt x="23384" y="5792"/>
                  </a:lnTo>
                  <a:close/>
                  <a:moveTo>
                    <a:pt x="1591" y="6261"/>
                  </a:moveTo>
                  <a:lnTo>
                    <a:pt x="2260" y="6629"/>
                  </a:lnTo>
                  <a:cubicBezTo>
                    <a:pt x="2210" y="6729"/>
                    <a:pt x="2143" y="6830"/>
                    <a:pt x="2093" y="6930"/>
                  </a:cubicBezTo>
                  <a:lnTo>
                    <a:pt x="1429" y="6582"/>
                  </a:lnTo>
                  <a:lnTo>
                    <a:pt x="1429" y="6582"/>
                  </a:lnTo>
                  <a:cubicBezTo>
                    <a:pt x="1477" y="6469"/>
                    <a:pt x="1526" y="6357"/>
                    <a:pt x="1591" y="6261"/>
                  </a:cubicBezTo>
                  <a:close/>
                  <a:moveTo>
                    <a:pt x="1574" y="6194"/>
                  </a:moveTo>
                  <a:lnTo>
                    <a:pt x="1557" y="6210"/>
                  </a:lnTo>
                  <a:cubicBezTo>
                    <a:pt x="1473" y="6328"/>
                    <a:pt x="1406" y="6461"/>
                    <a:pt x="1339" y="6579"/>
                  </a:cubicBezTo>
                  <a:lnTo>
                    <a:pt x="1339" y="6612"/>
                  </a:lnTo>
                  <a:lnTo>
                    <a:pt x="2126" y="6997"/>
                  </a:lnTo>
                  <a:lnTo>
                    <a:pt x="2126" y="6980"/>
                  </a:lnTo>
                  <a:cubicBezTo>
                    <a:pt x="2193" y="6863"/>
                    <a:pt x="2260" y="6746"/>
                    <a:pt x="2310" y="6629"/>
                  </a:cubicBezTo>
                  <a:lnTo>
                    <a:pt x="2327" y="6612"/>
                  </a:lnTo>
                  <a:lnTo>
                    <a:pt x="1574" y="6194"/>
                  </a:lnTo>
                  <a:close/>
                  <a:moveTo>
                    <a:pt x="1038" y="7416"/>
                  </a:moveTo>
                  <a:lnTo>
                    <a:pt x="1741" y="7717"/>
                  </a:lnTo>
                  <a:lnTo>
                    <a:pt x="1607" y="8035"/>
                  </a:lnTo>
                  <a:lnTo>
                    <a:pt x="904" y="7750"/>
                  </a:lnTo>
                  <a:cubicBezTo>
                    <a:pt x="938" y="7633"/>
                    <a:pt x="988" y="7516"/>
                    <a:pt x="1038" y="7416"/>
                  </a:cubicBezTo>
                  <a:close/>
                  <a:moveTo>
                    <a:pt x="1005" y="7349"/>
                  </a:moveTo>
                  <a:lnTo>
                    <a:pt x="988" y="7365"/>
                  </a:lnTo>
                  <a:cubicBezTo>
                    <a:pt x="938" y="7499"/>
                    <a:pt x="871" y="7633"/>
                    <a:pt x="821" y="7767"/>
                  </a:cubicBezTo>
                  <a:lnTo>
                    <a:pt x="821" y="7784"/>
                  </a:lnTo>
                  <a:lnTo>
                    <a:pt x="1641" y="8102"/>
                  </a:lnTo>
                  <a:lnTo>
                    <a:pt x="1641" y="8068"/>
                  </a:lnTo>
                  <a:cubicBezTo>
                    <a:pt x="1691" y="7951"/>
                    <a:pt x="1741" y="7834"/>
                    <a:pt x="1791" y="7700"/>
                  </a:cubicBezTo>
                  <a:lnTo>
                    <a:pt x="1791" y="7683"/>
                  </a:lnTo>
                  <a:lnTo>
                    <a:pt x="1005" y="7349"/>
                  </a:lnTo>
                  <a:close/>
                  <a:moveTo>
                    <a:pt x="603" y="8604"/>
                  </a:moveTo>
                  <a:lnTo>
                    <a:pt x="1323" y="8838"/>
                  </a:lnTo>
                  <a:cubicBezTo>
                    <a:pt x="1289" y="8955"/>
                    <a:pt x="1256" y="9056"/>
                    <a:pt x="1222" y="9173"/>
                  </a:cubicBezTo>
                  <a:lnTo>
                    <a:pt x="486" y="8955"/>
                  </a:lnTo>
                  <a:cubicBezTo>
                    <a:pt x="519" y="8838"/>
                    <a:pt x="553" y="8721"/>
                    <a:pt x="603" y="8604"/>
                  </a:cubicBezTo>
                  <a:close/>
                  <a:moveTo>
                    <a:pt x="553" y="8537"/>
                  </a:moveTo>
                  <a:lnTo>
                    <a:pt x="553" y="8570"/>
                  </a:lnTo>
                  <a:cubicBezTo>
                    <a:pt x="503" y="8704"/>
                    <a:pt x="469" y="8838"/>
                    <a:pt x="436" y="8972"/>
                  </a:cubicBezTo>
                  <a:lnTo>
                    <a:pt x="436" y="9006"/>
                  </a:lnTo>
                  <a:lnTo>
                    <a:pt x="1273" y="9223"/>
                  </a:lnTo>
                  <a:lnTo>
                    <a:pt x="1273" y="9207"/>
                  </a:lnTo>
                  <a:cubicBezTo>
                    <a:pt x="1306" y="9073"/>
                    <a:pt x="1339" y="8955"/>
                    <a:pt x="1390" y="8822"/>
                  </a:cubicBezTo>
                  <a:lnTo>
                    <a:pt x="1390" y="8805"/>
                  </a:lnTo>
                  <a:lnTo>
                    <a:pt x="553" y="8537"/>
                  </a:lnTo>
                  <a:close/>
                  <a:moveTo>
                    <a:pt x="285" y="9843"/>
                  </a:moveTo>
                  <a:lnTo>
                    <a:pt x="1021" y="9993"/>
                  </a:lnTo>
                  <a:cubicBezTo>
                    <a:pt x="1005" y="10094"/>
                    <a:pt x="988" y="10211"/>
                    <a:pt x="971" y="10328"/>
                  </a:cubicBezTo>
                  <a:lnTo>
                    <a:pt x="218" y="10194"/>
                  </a:lnTo>
                  <a:cubicBezTo>
                    <a:pt x="235" y="10077"/>
                    <a:pt x="251" y="9960"/>
                    <a:pt x="285" y="9843"/>
                  </a:cubicBezTo>
                  <a:close/>
                  <a:moveTo>
                    <a:pt x="235" y="9776"/>
                  </a:moveTo>
                  <a:lnTo>
                    <a:pt x="235" y="9792"/>
                  </a:lnTo>
                  <a:cubicBezTo>
                    <a:pt x="201" y="9943"/>
                    <a:pt x="168" y="10077"/>
                    <a:pt x="151" y="10211"/>
                  </a:cubicBezTo>
                  <a:lnTo>
                    <a:pt x="151" y="10244"/>
                  </a:lnTo>
                  <a:lnTo>
                    <a:pt x="1005" y="10395"/>
                  </a:lnTo>
                  <a:lnTo>
                    <a:pt x="1005" y="10362"/>
                  </a:lnTo>
                  <a:cubicBezTo>
                    <a:pt x="1038" y="10228"/>
                    <a:pt x="1055" y="10110"/>
                    <a:pt x="1088" y="9977"/>
                  </a:cubicBezTo>
                  <a:lnTo>
                    <a:pt x="1088" y="9943"/>
                  </a:lnTo>
                  <a:lnTo>
                    <a:pt x="235" y="9776"/>
                  </a:lnTo>
                  <a:close/>
                  <a:moveTo>
                    <a:pt x="25041" y="10629"/>
                  </a:moveTo>
                  <a:cubicBezTo>
                    <a:pt x="25058" y="10763"/>
                    <a:pt x="25075" y="10880"/>
                    <a:pt x="25091" y="10998"/>
                  </a:cubicBezTo>
                  <a:lnTo>
                    <a:pt x="24338" y="11081"/>
                  </a:lnTo>
                  <a:cubicBezTo>
                    <a:pt x="24322" y="10964"/>
                    <a:pt x="24305" y="10847"/>
                    <a:pt x="24288" y="10730"/>
                  </a:cubicBezTo>
                  <a:lnTo>
                    <a:pt x="25041" y="10629"/>
                  </a:lnTo>
                  <a:close/>
                  <a:moveTo>
                    <a:pt x="25108" y="10579"/>
                  </a:moveTo>
                  <a:lnTo>
                    <a:pt x="24238" y="10696"/>
                  </a:lnTo>
                  <a:lnTo>
                    <a:pt x="24238" y="10730"/>
                  </a:lnTo>
                  <a:cubicBezTo>
                    <a:pt x="24255" y="10847"/>
                    <a:pt x="24271" y="10981"/>
                    <a:pt x="24288" y="11115"/>
                  </a:cubicBezTo>
                  <a:lnTo>
                    <a:pt x="24288" y="11131"/>
                  </a:lnTo>
                  <a:lnTo>
                    <a:pt x="25158" y="11048"/>
                  </a:lnTo>
                  <a:lnTo>
                    <a:pt x="25158" y="11014"/>
                  </a:lnTo>
                  <a:cubicBezTo>
                    <a:pt x="25142" y="10880"/>
                    <a:pt x="25125" y="10747"/>
                    <a:pt x="25108" y="10596"/>
                  </a:cubicBezTo>
                  <a:lnTo>
                    <a:pt x="25108" y="10579"/>
                  </a:lnTo>
                  <a:close/>
                  <a:moveTo>
                    <a:pt x="101" y="11098"/>
                  </a:moveTo>
                  <a:lnTo>
                    <a:pt x="854" y="11165"/>
                  </a:lnTo>
                  <a:cubicBezTo>
                    <a:pt x="837" y="11282"/>
                    <a:pt x="821" y="11399"/>
                    <a:pt x="821" y="11516"/>
                  </a:cubicBezTo>
                  <a:lnTo>
                    <a:pt x="67" y="11466"/>
                  </a:lnTo>
                  <a:cubicBezTo>
                    <a:pt x="67" y="11349"/>
                    <a:pt x="84" y="11215"/>
                    <a:pt x="101" y="11098"/>
                  </a:cubicBezTo>
                  <a:close/>
                  <a:moveTo>
                    <a:pt x="34" y="11048"/>
                  </a:moveTo>
                  <a:lnTo>
                    <a:pt x="34" y="11065"/>
                  </a:lnTo>
                  <a:cubicBezTo>
                    <a:pt x="34" y="11198"/>
                    <a:pt x="0" y="11349"/>
                    <a:pt x="0" y="11483"/>
                  </a:cubicBezTo>
                  <a:lnTo>
                    <a:pt x="0" y="11516"/>
                  </a:lnTo>
                  <a:lnTo>
                    <a:pt x="871" y="11583"/>
                  </a:lnTo>
                  <a:lnTo>
                    <a:pt x="871" y="11550"/>
                  </a:lnTo>
                  <a:cubicBezTo>
                    <a:pt x="888" y="11416"/>
                    <a:pt x="888" y="11282"/>
                    <a:pt x="904" y="11148"/>
                  </a:cubicBezTo>
                  <a:lnTo>
                    <a:pt x="904" y="11131"/>
                  </a:lnTo>
                  <a:lnTo>
                    <a:pt x="34" y="11048"/>
                  </a:lnTo>
                  <a:close/>
                  <a:moveTo>
                    <a:pt x="25158" y="11901"/>
                  </a:moveTo>
                  <a:lnTo>
                    <a:pt x="25158" y="12270"/>
                  </a:lnTo>
                  <a:lnTo>
                    <a:pt x="24388" y="12270"/>
                  </a:lnTo>
                  <a:lnTo>
                    <a:pt x="24388" y="11918"/>
                  </a:lnTo>
                  <a:lnTo>
                    <a:pt x="25158" y="11901"/>
                  </a:lnTo>
                  <a:close/>
                  <a:moveTo>
                    <a:pt x="25209" y="11851"/>
                  </a:moveTo>
                  <a:lnTo>
                    <a:pt x="24355" y="11885"/>
                  </a:lnTo>
                  <a:lnTo>
                    <a:pt x="24355" y="11901"/>
                  </a:lnTo>
                  <a:lnTo>
                    <a:pt x="24355" y="12303"/>
                  </a:lnTo>
                  <a:lnTo>
                    <a:pt x="24355" y="12320"/>
                  </a:lnTo>
                  <a:lnTo>
                    <a:pt x="25209" y="12320"/>
                  </a:lnTo>
                  <a:lnTo>
                    <a:pt x="25209" y="12286"/>
                  </a:lnTo>
                  <a:lnTo>
                    <a:pt x="25209" y="11868"/>
                  </a:lnTo>
                  <a:lnTo>
                    <a:pt x="25209" y="11851"/>
                  </a:lnTo>
                  <a:close/>
                  <a:moveTo>
                    <a:pt x="804" y="12370"/>
                  </a:moveTo>
                  <a:lnTo>
                    <a:pt x="804" y="12722"/>
                  </a:lnTo>
                  <a:lnTo>
                    <a:pt x="34" y="12738"/>
                  </a:lnTo>
                  <a:lnTo>
                    <a:pt x="34" y="12370"/>
                  </a:lnTo>
                  <a:close/>
                  <a:moveTo>
                    <a:pt x="0" y="12320"/>
                  </a:moveTo>
                  <a:lnTo>
                    <a:pt x="0" y="12353"/>
                  </a:lnTo>
                  <a:lnTo>
                    <a:pt x="0" y="12772"/>
                  </a:lnTo>
                  <a:lnTo>
                    <a:pt x="0" y="12789"/>
                  </a:lnTo>
                  <a:lnTo>
                    <a:pt x="854" y="12772"/>
                  </a:lnTo>
                  <a:lnTo>
                    <a:pt x="854" y="12738"/>
                  </a:lnTo>
                  <a:lnTo>
                    <a:pt x="854" y="12353"/>
                  </a:lnTo>
                  <a:lnTo>
                    <a:pt x="854" y="12320"/>
                  </a:lnTo>
                  <a:close/>
                  <a:moveTo>
                    <a:pt x="24372" y="13107"/>
                  </a:moveTo>
                  <a:lnTo>
                    <a:pt x="25125" y="13174"/>
                  </a:lnTo>
                  <a:cubicBezTo>
                    <a:pt x="25125" y="13291"/>
                    <a:pt x="25108" y="13408"/>
                    <a:pt x="25091" y="13542"/>
                  </a:cubicBezTo>
                  <a:lnTo>
                    <a:pt x="24338" y="13458"/>
                  </a:lnTo>
                  <a:cubicBezTo>
                    <a:pt x="24338" y="13341"/>
                    <a:pt x="24372" y="13224"/>
                    <a:pt x="24372" y="13107"/>
                  </a:cubicBezTo>
                  <a:close/>
                  <a:moveTo>
                    <a:pt x="24305" y="13056"/>
                  </a:moveTo>
                  <a:lnTo>
                    <a:pt x="24305" y="13090"/>
                  </a:lnTo>
                  <a:cubicBezTo>
                    <a:pt x="24305" y="13224"/>
                    <a:pt x="24288" y="13358"/>
                    <a:pt x="24271" y="13475"/>
                  </a:cubicBezTo>
                  <a:lnTo>
                    <a:pt x="24271" y="13508"/>
                  </a:lnTo>
                  <a:lnTo>
                    <a:pt x="25142" y="13592"/>
                  </a:lnTo>
                  <a:lnTo>
                    <a:pt x="25142" y="13559"/>
                  </a:lnTo>
                  <a:cubicBezTo>
                    <a:pt x="25158" y="13425"/>
                    <a:pt x="25158" y="13274"/>
                    <a:pt x="25175" y="13140"/>
                  </a:cubicBezTo>
                  <a:lnTo>
                    <a:pt x="25175" y="13123"/>
                  </a:lnTo>
                  <a:lnTo>
                    <a:pt x="24305" y="13056"/>
                  </a:lnTo>
                  <a:close/>
                  <a:moveTo>
                    <a:pt x="837" y="13559"/>
                  </a:moveTo>
                  <a:cubicBezTo>
                    <a:pt x="854" y="13676"/>
                    <a:pt x="871" y="13793"/>
                    <a:pt x="888" y="13910"/>
                  </a:cubicBezTo>
                  <a:lnTo>
                    <a:pt x="134" y="14011"/>
                  </a:lnTo>
                  <a:cubicBezTo>
                    <a:pt x="118" y="13893"/>
                    <a:pt x="101" y="13776"/>
                    <a:pt x="84" y="13642"/>
                  </a:cubicBezTo>
                  <a:lnTo>
                    <a:pt x="837" y="13559"/>
                  </a:lnTo>
                  <a:close/>
                  <a:moveTo>
                    <a:pt x="888" y="13508"/>
                  </a:moveTo>
                  <a:lnTo>
                    <a:pt x="34" y="13592"/>
                  </a:lnTo>
                  <a:lnTo>
                    <a:pt x="34" y="13626"/>
                  </a:lnTo>
                  <a:cubicBezTo>
                    <a:pt x="51" y="13759"/>
                    <a:pt x="67" y="13910"/>
                    <a:pt x="84" y="14044"/>
                  </a:cubicBezTo>
                  <a:lnTo>
                    <a:pt x="84" y="14061"/>
                  </a:lnTo>
                  <a:lnTo>
                    <a:pt x="938" y="13944"/>
                  </a:lnTo>
                  <a:lnTo>
                    <a:pt x="938" y="13927"/>
                  </a:lnTo>
                  <a:cubicBezTo>
                    <a:pt x="921" y="13793"/>
                    <a:pt x="904" y="13659"/>
                    <a:pt x="888" y="13525"/>
                  </a:cubicBezTo>
                  <a:lnTo>
                    <a:pt x="888" y="13508"/>
                  </a:lnTo>
                  <a:close/>
                  <a:moveTo>
                    <a:pt x="24221" y="14312"/>
                  </a:moveTo>
                  <a:lnTo>
                    <a:pt x="24974" y="14446"/>
                  </a:lnTo>
                  <a:cubicBezTo>
                    <a:pt x="24958" y="14563"/>
                    <a:pt x="24941" y="14680"/>
                    <a:pt x="24907" y="14814"/>
                  </a:cubicBezTo>
                  <a:lnTo>
                    <a:pt x="24154" y="14647"/>
                  </a:lnTo>
                  <a:cubicBezTo>
                    <a:pt x="24188" y="14546"/>
                    <a:pt x="24204" y="14429"/>
                    <a:pt x="24221" y="14312"/>
                  </a:cubicBezTo>
                  <a:close/>
                  <a:moveTo>
                    <a:pt x="24171" y="14245"/>
                  </a:moveTo>
                  <a:lnTo>
                    <a:pt x="24171" y="14278"/>
                  </a:lnTo>
                  <a:cubicBezTo>
                    <a:pt x="24154" y="14412"/>
                    <a:pt x="24121" y="14546"/>
                    <a:pt x="24104" y="14663"/>
                  </a:cubicBezTo>
                  <a:lnTo>
                    <a:pt x="24104" y="14697"/>
                  </a:lnTo>
                  <a:lnTo>
                    <a:pt x="24941" y="14864"/>
                  </a:lnTo>
                  <a:lnTo>
                    <a:pt x="24941" y="14847"/>
                  </a:lnTo>
                  <a:cubicBezTo>
                    <a:pt x="24974" y="14697"/>
                    <a:pt x="25008" y="14563"/>
                    <a:pt x="25025" y="14429"/>
                  </a:cubicBezTo>
                  <a:lnTo>
                    <a:pt x="25025" y="14396"/>
                  </a:lnTo>
                  <a:lnTo>
                    <a:pt x="24171" y="14245"/>
                  </a:lnTo>
                  <a:close/>
                  <a:moveTo>
                    <a:pt x="1038" y="14747"/>
                  </a:moveTo>
                  <a:cubicBezTo>
                    <a:pt x="1055" y="14864"/>
                    <a:pt x="1088" y="14965"/>
                    <a:pt x="1122" y="15082"/>
                  </a:cubicBezTo>
                  <a:lnTo>
                    <a:pt x="369" y="15266"/>
                  </a:lnTo>
                  <a:cubicBezTo>
                    <a:pt x="335" y="15149"/>
                    <a:pt x="318" y="15032"/>
                    <a:pt x="285" y="14898"/>
                  </a:cubicBezTo>
                  <a:lnTo>
                    <a:pt x="1038" y="14747"/>
                  </a:lnTo>
                  <a:close/>
                  <a:moveTo>
                    <a:pt x="1105" y="14680"/>
                  </a:moveTo>
                  <a:lnTo>
                    <a:pt x="235" y="14847"/>
                  </a:lnTo>
                  <a:lnTo>
                    <a:pt x="235" y="14881"/>
                  </a:lnTo>
                  <a:cubicBezTo>
                    <a:pt x="268" y="15015"/>
                    <a:pt x="302" y="15165"/>
                    <a:pt x="335" y="15299"/>
                  </a:cubicBezTo>
                  <a:lnTo>
                    <a:pt x="335" y="15316"/>
                  </a:lnTo>
                  <a:lnTo>
                    <a:pt x="1189" y="15115"/>
                  </a:lnTo>
                  <a:lnTo>
                    <a:pt x="1189" y="15082"/>
                  </a:lnTo>
                  <a:cubicBezTo>
                    <a:pt x="1155" y="14948"/>
                    <a:pt x="1122" y="14831"/>
                    <a:pt x="1105" y="14697"/>
                  </a:cubicBezTo>
                  <a:lnTo>
                    <a:pt x="1105" y="14680"/>
                  </a:lnTo>
                  <a:close/>
                  <a:moveTo>
                    <a:pt x="23970" y="15467"/>
                  </a:moveTo>
                  <a:lnTo>
                    <a:pt x="24706" y="15668"/>
                  </a:lnTo>
                  <a:cubicBezTo>
                    <a:pt x="24673" y="15785"/>
                    <a:pt x="24640" y="15919"/>
                    <a:pt x="24606" y="16036"/>
                  </a:cubicBezTo>
                  <a:lnTo>
                    <a:pt x="23870" y="15802"/>
                  </a:lnTo>
                  <a:cubicBezTo>
                    <a:pt x="23903" y="15684"/>
                    <a:pt x="23937" y="15584"/>
                    <a:pt x="23970" y="15467"/>
                  </a:cubicBezTo>
                  <a:close/>
                  <a:moveTo>
                    <a:pt x="23920" y="15400"/>
                  </a:moveTo>
                  <a:lnTo>
                    <a:pt x="23920" y="15433"/>
                  </a:lnTo>
                  <a:cubicBezTo>
                    <a:pt x="23886" y="15550"/>
                    <a:pt x="23836" y="15684"/>
                    <a:pt x="23803" y="15802"/>
                  </a:cubicBezTo>
                  <a:lnTo>
                    <a:pt x="23803" y="15835"/>
                  </a:lnTo>
                  <a:lnTo>
                    <a:pt x="24623" y="16103"/>
                  </a:lnTo>
                  <a:lnTo>
                    <a:pt x="24623" y="16086"/>
                  </a:lnTo>
                  <a:cubicBezTo>
                    <a:pt x="24673" y="15935"/>
                    <a:pt x="24723" y="15802"/>
                    <a:pt x="24757" y="15668"/>
                  </a:cubicBezTo>
                  <a:lnTo>
                    <a:pt x="24757" y="15634"/>
                  </a:lnTo>
                  <a:lnTo>
                    <a:pt x="23920" y="15400"/>
                  </a:lnTo>
                  <a:close/>
                  <a:moveTo>
                    <a:pt x="1339" y="15902"/>
                  </a:moveTo>
                  <a:cubicBezTo>
                    <a:pt x="1373" y="16019"/>
                    <a:pt x="1406" y="16120"/>
                    <a:pt x="1457" y="16220"/>
                  </a:cubicBezTo>
                  <a:lnTo>
                    <a:pt x="737" y="16488"/>
                  </a:lnTo>
                  <a:cubicBezTo>
                    <a:pt x="687" y="16371"/>
                    <a:pt x="653" y="16237"/>
                    <a:pt x="620" y="16120"/>
                  </a:cubicBezTo>
                  <a:lnTo>
                    <a:pt x="1339" y="15902"/>
                  </a:lnTo>
                  <a:close/>
                  <a:moveTo>
                    <a:pt x="1406" y="15835"/>
                  </a:moveTo>
                  <a:lnTo>
                    <a:pt x="570" y="16086"/>
                  </a:lnTo>
                  <a:lnTo>
                    <a:pt x="570" y="16120"/>
                  </a:lnTo>
                  <a:cubicBezTo>
                    <a:pt x="603" y="16253"/>
                    <a:pt x="653" y="16387"/>
                    <a:pt x="703" y="16521"/>
                  </a:cubicBezTo>
                  <a:lnTo>
                    <a:pt x="703" y="16538"/>
                  </a:lnTo>
                  <a:lnTo>
                    <a:pt x="1524" y="16253"/>
                  </a:lnTo>
                  <a:lnTo>
                    <a:pt x="1524" y="16237"/>
                  </a:lnTo>
                  <a:cubicBezTo>
                    <a:pt x="1473" y="16103"/>
                    <a:pt x="1440" y="15986"/>
                    <a:pt x="1406" y="15852"/>
                  </a:cubicBezTo>
                  <a:lnTo>
                    <a:pt x="1406" y="15835"/>
                  </a:lnTo>
                  <a:close/>
                  <a:moveTo>
                    <a:pt x="23602" y="16605"/>
                  </a:moveTo>
                  <a:lnTo>
                    <a:pt x="24305" y="16890"/>
                  </a:lnTo>
                  <a:cubicBezTo>
                    <a:pt x="24255" y="17007"/>
                    <a:pt x="24221" y="17124"/>
                    <a:pt x="24171" y="17224"/>
                  </a:cubicBezTo>
                  <a:lnTo>
                    <a:pt x="23468" y="16923"/>
                  </a:lnTo>
                  <a:cubicBezTo>
                    <a:pt x="23501" y="16823"/>
                    <a:pt x="23552" y="16722"/>
                    <a:pt x="23602" y="16605"/>
                  </a:cubicBezTo>
                  <a:close/>
                  <a:moveTo>
                    <a:pt x="23535" y="16538"/>
                  </a:moveTo>
                  <a:lnTo>
                    <a:pt x="23535" y="16572"/>
                  </a:lnTo>
                  <a:cubicBezTo>
                    <a:pt x="23485" y="16689"/>
                    <a:pt x="23434" y="16806"/>
                    <a:pt x="23384" y="16940"/>
                  </a:cubicBezTo>
                  <a:lnTo>
                    <a:pt x="23384" y="16957"/>
                  </a:lnTo>
                  <a:lnTo>
                    <a:pt x="24171" y="17308"/>
                  </a:lnTo>
                  <a:lnTo>
                    <a:pt x="24171" y="17275"/>
                  </a:lnTo>
                  <a:cubicBezTo>
                    <a:pt x="24238" y="17141"/>
                    <a:pt x="24288" y="17007"/>
                    <a:pt x="24338" y="16890"/>
                  </a:cubicBezTo>
                  <a:lnTo>
                    <a:pt x="24338" y="16856"/>
                  </a:lnTo>
                  <a:lnTo>
                    <a:pt x="23535" y="16538"/>
                  </a:lnTo>
                  <a:close/>
                  <a:moveTo>
                    <a:pt x="21007" y="20589"/>
                  </a:moveTo>
                  <a:lnTo>
                    <a:pt x="21543" y="21124"/>
                  </a:lnTo>
                  <a:cubicBezTo>
                    <a:pt x="21459" y="21208"/>
                    <a:pt x="21376" y="21292"/>
                    <a:pt x="21275" y="21392"/>
                  </a:cubicBezTo>
                  <a:lnTo>
                    <a:pt x="20756" y="20840"/>
                  </a:lnTo>
                  <a:lnTo>
                    <a:pt x="20773" y="20823"/>
                  </a:lnTo>
                  <a:cubicBezTo>
                    <a:pt x="20840" y="20756"/>
                    <a:pt x="20924" y="20672"/>
                    <a:pt x="21007" y="20589"/>
                  </a:cubicBezTo>
                  <a:close/>
                  <a:moveTo>
                    <a:pt x="21007" y="20522"/>
                  </a:moveTo>
                  <a:lnTo>
                    <a:pt x="20974" y="20539"/>
                  </a:lnTo>
                  <a:cubicBezTo>
                    <a:pt x="20890" y="20639"/>
                    <a:pt x="20790" y="20723"/>
                    <a:pt x="20706" y="20823"/>
                  </a:cubicBezTo>
                  <a:lnTo>
                    <a:pt x="20689" y="20840"/>
                  </a:lnTo>
                  <a:lnTo>
                    <a:pt x="21275" y="21459"/>
                  </a:lnTo>
                  <a:lnTo>
                    <a:pt x="21309" y="21442"/>
                  </a:lnTo>
                  <a:cubicBezTo>
                    <a:pt x="21392" y="21359"/>
                    <a:pt x="21509" y="21242"/>
                    <a:pt x="21610" y="21141"/>
                  </a:cubicBezTo>
                  <a:lnTo>
                    <a:pt x="21627" y="21124"/>
                  </a:lnTo>
                  <a:lnTo>
                    <a:pt x="21007" y="20522"/>
                  </a:lnTo>
                  <a:close/>
                  <a:moveTo>
                    <a:pt x="20103" y="21409"/>
                  </a:moveTo>
                  <a:lnTo>
                    <a:pt x="20589" y="21995"/>
                  </a:lnTo>
                  <a:cubicBezTo>
                    <a:pt x="20488" y="22079"/>
                    <a:pt x="20388" y="22145"/>
                    <a:pt x="20304" y="22229"/>
                  </a:cubicBezTo>
                  <a:lnTo>
                    <a:pt x="19836" y="21627"/>
                  </a:lnTo>
                  <a:lnTo>
                    <a:pt x="19852" y="21610"/>
                  </a:lnTo>
                  <a:cubicBezTo>
                    <a:pt x="19936" y="21543"/>
                    <a:pt x="20036" y="21476"/>
                    <a:pt x="20103" y="21409"/>
                  </a:cubicBezTo>
                  <a:close/>
                  <a:moveTo>
                    <a:pt x="20103" y="21342"/>
                  </a:moveTo>
                  <a:lnTo>
                    <a:pt x="20087" y="21359"/>
                  </a:lnTo>
                  <a:cubicBezTo>
                    <a:pt x="19986" y="21442"/>
                    <a:pt x="19886" y="21509"/>
                    <a:pt x="19769" y="21593"/>
                  </a:cubicBezTo>
                  <a:lnTo>
                    <a:pt x="19752" y="21610"/>
                  </a:lnTo>
                  <a:lnTo>
                    <a:pt x="20288" y="22296"/>
                  </a:lnTo>
                  <a:lnTo>
                    <a:pt x="20304" y="22279"/>
                  </a:lnTo>
                  <a:cubicBezTo>
                    <a:pt x="20438" y="22196"/>
                    <a:pt x="20539" y="22112"/>
                    <a:pt x="20639" y="22012"/>
                  </a:cubicBezTo>
                  <a:lnTo>
                    <a:pt x="20656" y="21995"/>
                  </a:lnTo>
                  <a:lnTo>
                    <a:pt x="20103" y="21342"/>
                  </a:lnTo>
                  <a:close/>
                  <a:moveTo>
                    <a:pt x="6395" y="22346"/>
                  </a:moveTo>
                  <a:lnTo>
                    <a:pt x="6696" y="22514"/>
                  </a:lnTo>
                  <a:lnTo>
                    <a:pt x="6311" y="23183"/>
                  </a:lnTo>
                  <a:cubicBezTo>
                    <a:pt x="6194" y="23116"/>
                    <a:pt x="6093" y="23049"/>
                    <a:pt x="5993" y="22982"/>
                  </a:cubicBezTo>
                  <a:lnTo>
                    <a:pt x="6395" y="22346"/>
                  </a:lnTo>
                  <a:close/>
                  <a:moveTo>
                    <a:pt x="6378" y="22279"/>
                  </a:moveTo>
                  <a:lnTo>
                    <a:pt x="5926" y="23016"/>
                  </a:lnTo>
                  <a:lnTo>
                    <a:pt x="5943" y="23033"/>
                  </a:lnTo>
                  <a:cubicBezTo>
                    <a:pt x="6060" y="23100"/>
                    <a:pt x="6177" y="23167"/>
                    <a:pt x="6311" y="23233"/>
                  </a:cubicBezTo>
                  <a:lnTo>
                    <a:pt x="6328" y="23250"/>
                  </a:lnTo>
                  <a:lnTo>
                    <a:pt x="6763" y="22514"/>
                  </a:lnTo>
                  <a:lnTo>
                    <a:pt x="6746" y="22497"/>
                  </a:lnTo>
                  <a:lnTo>
                    <a:pt x="6395" y="22296"/>
                  </a:lnTo>
                  <a:lnTo>
                    <a:pt x="6378" y="22279"/>
                  </a:lnTo>
                  <a:close/>
                  <a:moveTo>
                    <a:pt x="7449" y="22915"/>
                  </a:moveTo>
                  <a:cubicBezTo>
                    <a:pt x="7549" y="22966"/>
                    <a:pt x="7650" y="23016"/>
                    <a:pt x="7750" y="23066"/>
                  </a:cubicBezTo>
                  <a:lnTo>
                    <a:pt x="7449" y="23769"/>
                  </a:lnTo>
                  <a:lnTo>
                    <a:pt x="7114" y="23602"/>
                  </a:lnTo>
                  <a:lnTo>
                    <a:pt x="7449" y="22915"/>
                  </a:lnTo>
                  <a:close/>
                  <a:moveTo>
                    <a:pt x="7416" y="22865"/>
                  </a:moveTo>
                  <a:lnTo>
                    <a:pt x="7031" y="23635"/>
                  </a:lnTo>
                  <a:lnTo>
                    <a:pt x="7064" y="23635"/>
                  </a:lnTo>
                  <a:cubicBezTo>
                    <a:pt x="7165" y="23685"/>
                    <a:pt x="7282" y="23752"/>
                    <a:pt x="7399" y="23803"/>
                  </a:cubicBezTo>
                  <a:lnTo>
                    <a:pt x="7449" y="23819"/>
                  </a:lnTo>
                  <a:lnTo>
                    <a:pt x="7466" y="23836"/>
                  </a:lnTo>
                  <a:lnTo>
                    <a:pt x="7817" y="23033"/>
                  </a:lnTo>
                  <a:lnTo>
                    <a:pt x="7801" y="23033"/>
                  </a:lnTo>
                  <a:cubicBezTo>
                    <a:pt x="7683" y="22982"/>
                    <a:pt x="7566" y="22932"/>
                    <a:pt x="7449" y="22865"/>
                  </a:cubicBezTo>
                  <a:close/>
                  <a:moveTo>
                    <a:pt x="8537" y="23384"/>
                  </a:moveTo>
                  <a:cubicBezTo>
                    <a:pt x="8654" y="23418"/>
                    <a:pt x="8755" y="23468"/>
                    <a:pt x="8872" y="23501"/>
                  </a:cubicBezTo>
                  <a:lnTo>
                    <a:pt x="8621" y="24221"/>
                  </a:lnTo>
                  <a:cubicBezTo>
                    <a:pt x="8520" y="24188"/>
                    <a:pt x="8386" y="24137"/>
                    <a:pt x="8269" y="24104"/>
                  </a:cubicBezTo>
                  <a:lnTo>
                    <a:pt x="8537" y="23384"/>
                  </a:lnTo>
                  <a:close/>
                  <a:moveTo>
                    <a:pt x="8504" y="23317"/>
                  </a:moveTo>
                  <a:lnTo>
                    <a:pt x="8202" y="24137"/>
                  </a:lnTo>
                  <a:lnTo>
                    <a:pt x="8236" y="24154"/>
                  </a:lnTo>
                  <a:lnTo>
                    <a:pt x="8637" y="24305"/>
                  </a:lnTo>
                  <a:lnTo>
                    <a:pt x="8654" y="24305"/>
                  </a:lnTo>
                  <a:lnTo>
                    <a:pt x="8939" y="23451"/>
                  </a:lnTo>
                  <a:lnTo>
                    <a:pt x="8905" y="23451"/>
                  </a:lnTo>
                  <a:cubicBezTo>
                    <a:pt x="8788" y="23401"/>
                    <a:pt x="8654" y="23367"/>
                    <a:pt x="8537" y="23317"/>
                  </a:cubicBezTo>
                  <a:close/>
                  <a:moveTo>
                    <a:pt x="15919" y="23635"/>
                  </a:moveTo>
                  <a:lnTo>
                    <a:pt x="16136" y="24355"/>
                  </a:lnTo>
                  <a:lnTo>
                    <a:pt x="15768" y="24455"/>
                  </a:lnTo>
                  <a:lnTo>
                    <a:pt x="15584" y="23719"/>
                  </a:lnTo>
                  <a:lnTo>
                    <a:pt x="15601" y="23719"/>
                  </a:lnTo>
                  <a:cubicBezTo>
                    <a:pt x="15701" y="23685"/>
                    <a:pt x="15818" y="23652"/>
                    <a:pt x="15919" y="23635"/>
                  </a:cubicBezTo>
                  <a:close/>
                  <a:moveTo>
                    <a:pt x="15919" y="23585"/>
                  </a:moveTo>
                  <a:cubicBezTo>
                    <a:pt x="15802" y="23618"/>
                    <a:pt x="15668" y="23652"/>
                    <a:pt x="15551" y="23685"/>
                  </a:cubicBezTo>
                  <a:lnTo>
                    <a:pt x="15534" y="23685"/>
                  </a:lnTo>
                  <a:lnTo>
                    <a:pt x="15735" y="24522"/>
                  </a:lnTo>
                  <a:lnTo>
                    <a:pt x="15768" y="24539"/>
                  </a:lnTo>
                  <a:cubicBezTo>
                    <a:pt x="15902" y="24506"/>
                    <a:pt x="16036" y="24472"/>
                    <a:pt x="16170" y="24422"/>
                  </a:cubicBezTo>
                  <a:lnTo>
                    <a:pt x="16203" y="24422"/>
                  </a:lnTo>
                  <a:lnTo>
                    <a:pt x="15969" y="23585"/>
                  </a:lnTo>
                  <a:close/>
                  <a:moveTo>
                    <a:pt x="9675" y="23736"/>
                  </a:moveTo>
                  <a:cubicBezTo>
                    <a:pt x="9792" y="23769"/>
                    <a:pt x="9910" y="23803"/>
                    <a:pt x="10027" y="23819"/>
                  </a:cubicBezTo>
                  <a:lnTo>
                    <a:pt x="9859" y="24573"/>
                  </a:lnTo>
                  <a:lnTo>
                    <a:pt x="9491" y="24472"/>
                  </a:lnTo>
                  <a:lnTo>
                    <a:pt x="9675" y="23736"/>
                  </a:lnTo>
                  <a:close/>
                  <a:moveTo>
                    <a:pt x="9642" y="23685"/>
                  </a:moveTo>
                  <a:lnTo>
                    <a:pt x="9424" y="24522"/>
                  </a:lnTo>
                  <a:lnTo>
                    <a:pt x="9441" y="24522"/>
                  </a:lnTo>
                  <a:lnTo>
                    <a:pt x="9859" y="24623"/>
                  </a:lnTo>
                  <a:lnTo>
                    <a:pt x="9876" y="24623"/>
                  </a:lnTo>
                  <a:lnTo>
                    <a:pt x="10077" y="23769"/>
                  </a:lnTo>
                  <a:lnTo>
                    <a:pt x="10044" y="23769"/>
                  </a:lnTo>
                  <a:cubicBezTo>
                    <a:pt x="9910" y="23736"/>
                    <a:pt x="9792" y="23719"/>
                    <a:pt x="9659" y="23685"/>
                  </a:cubicBezTo>
                  <a:close/>
                  <a:moveTo>
                    <a:pt x="14747" y="23903"/>
                  </a:moveTo>
                  <a:lnTo>
                    <a:pt x="14898" y="24656"/>
                  </a:lnTo>
                  <a:cubicBezTo>
                    <a:pt x="14781" y="24690"/>
                    <a:pt x="14647" y="24706"/>
                    <a:pt x="14529" y="24723"/>
                  </a:cubicBezTo>
                  <a:lnTo>
                    <a:pt x="14412" y="23970"/>
                  </a:lnTo>
                  <a:lnTo>
                    <a:pt x="14429" y="23953"/>
                  </a:lnTo>
                  <a:cubicBezTo>
                    <a:pt x="14546" y="23936"/>
                    <a:pt x="14663" y="23920"/>
                    <a:pt x="14747" y="23903"/>
                  </a:cubicBezTo>
                  <a:close/>
                  <a:moveTo>
                    <a:pt x="10847" y="23987"/>
                  </a:moveTo>
                  <a:lnTo>
                    <a:pt x="11198" y="24037"/>
                  </a:lnTo>
                  <a:lnTo>
                    <a:pt x="11115" y="24790"/>
                  </a:lnTo>
                  <a:cubicBezTo>
                    <a:pt x="10981" y="24773"/>
                    <a:pt x="10864" y="24757"/>
                    <a:pt x="10747" y="24740"/>
                  </a:cubicBezTo>
                  <a:lnTo>
                    <a:pt x="10847" y="23987"/>
                  </a:lnTo>
                  <a:close/>
                  <a:moveTo>
                    <a:pt x="14764" y="23853"/>
                  </a:moveTo>
                  <a:cubicBezTo>
                    <a:pt x="14647" y="23886"/>
                    <a:pt x="14513" y="23903"/>
                    <a:pt x="14379" y="23920"/>
                  </a:cubicBezTo>
                  <a:lnTo>
                    <a:pt x="14345" y="23920"/>
                  </a:lnTo>
                  <a:lnTo>
                    <a:pt x="14479" y="24790"/>
                  </a:lnTo>
                  <a:lnTo>
                    <a:pt x="14513" y="24790"/>
                  </a:lnTo>
                  <a:lnTo>
                    <a:pt x="14931" y="24706"/>
                  </a:lnTo>
                  <a:lnTo>
                    <a:pt x="14965" y="24706"/>
                  </a:lnTo>
                  <a:lnTo>
                    <a:pt x="14797" y="23853"/>
                  </a:lnTo>
                  <a:close/>
                  <a:moveTo>
                    <a:pt x="10814" y="23920"/>
                  </a:moveTo>
                  <a:lnTo>
                    <a:pt x="10680" y="24790"/>
                  </a:lnTo>
                  <a:lnTo>
                    <a:pt x="10730" y="24790"/>
                  </a:lnTo>
                  <a:cubicBezTo>
                    <a:pt x="10864" y="24807"/>
                    <a:pt x="10998" y="24824"/>
                    <a:pt x="11148" y="24840"/>
                  </a:cubicBezTo>
                  <a:lnTo>
                    <a:pt x="11249" y="23970"/>
                  </a:lnTo>
                  <a:lnTo>
                    <a:pt x="11232" y="23970"/>
                  </a:lnTo>
                  <a:cubicBezTo>
                    <a:pt x="11098" y="23953"/>
                    <a:pt x="10964" y="23936"/>
                    <a:pt x="10830" y="23920"/>
                  </a:cubicBezTo>
                  <a:close/>
                  <a:moveTo>
                    <a:pt x="13575" y="24070"/>
                  </a:moveTo>
                  <a:lnTo>
                    <a:pt x="13642" y="24824"/>
                  </a:lnTo>
                  <a:lnTo>
                    <a:pt x="13274" y="24857"/>
                  </a:lnTo>
                  <a:lnTo>
                    <a:pt x="13224" y="24087"/>
                  </a:lnTo>
                  <a:lnTo>
                    <a:pt x="13241" y="24087"/>
                  </a:lnTo>
                  <a:cubicBezTo>
                    <a:pt x="13358" y="24087"/>
                    <a:pt x="13475" y="24087"/>
                    <a:pt x="13575" y="24070"/>
                  </a:cubicBezTo>
                  <a:close/>
                  <a:moveTo>
                    <a:pt x="12387" y="24104"/>
                  </a:moveTo>
                  <a:lnTo>
                    <a:pt x="12387" y="24874"/>
                  </a:lnTo>
                  <a:cubicBezTo>
                    <a:pt x="12253" y="24874"/>
                    <a:pt x="12136" y="24857"/>
                    <a:pt x="12002" y="24857"/>
                  </a:cubicBezTo>
                  <a:lnTo>
                    <a:pt x="12052" y="24104"/>
                  </a:lnTo>
                  <a:close/>
                  <a:moveTo>
                    <a:pt x="13609" y="24020"/>
                  </a:moveTo>
                  <a:cubicBezTo>
                    <a:pt x="13475" y="24020"/>
                    <a:pt x="13341" y="24037"/>
                    <a:pt x="13207" y="24037"/>
                  </a:cubicBezTo>
                  <a:lnTo>
                    <a:pt x="13190" y="24037"/>
                  </a:lnTo>
                  <a:lnTo>
                    <a:pt x="13224" y="24907"/>
                  </a:lnTo>
                  <a:lnTo>
                    <a:pt x="13257" y="24907"/>
                  </a:lnTo>
                  <a:cubicBezTo>
                    <a:pt x="13391" y="24907"/>
                    <a:pt x="13542" y="24891"/>
                    <a:pt x="13676" y="24874"/>
                  </a:cubicBezTo>
                  <a:lnTo>
                    <a:pt x="13709" y="24874"/>
                  </a:lnTo>
                  <a:lnTo>
                    <a:pt x="13626" y="24020"/>
                  </a:lnTo>
                  <a:close/>
                  <a:moveTo>
                    <a:pt x="12002" y="24037"/>
                  </a:moveTo>
                  <a:lnTo>
                    <a:pt x="11952" y="24907"/>
                  </a:lnTo>
                  <a:lnTo>
                    <a:pt x="11985" y="24907"/>
                  </a:lnTo>
                  <a:lnTo>
                    <a:pt x="12404" y="24924"/>
                  </a:lnTo>
                  <a:lnTo>
                    <a:pt x="12437" y="24924"/>
                  </a:lnTo>
                  <a:lnTo>
                    <a:pt x="12437" y="24054"/>
                  </a:lnTo>
                  <a:lnTo>
                    <a:pt x="12420" y="24054"/>
                  </a:lnTo>
                  <a:cubicBezTo>
                    <a:pt x="12286" y="24037"/>
                    <a:pt x="12153" y="24037"/>
                    <a:pt x="12019" y="2403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15"/>
          <p:cNvGrpSpPr/>
          <p:nvPr/>
        </p:nvGrpSpPr>
        <p:grpSpPr>
          <a:xfrm rot="5400000">
            <a:off x="8619784" y="322961"/>
            <a:ext cx="461890" cy="265309"/>
            <a:chOff x="5170200" y="1827055"/>
            <a:chExt cx="336458" cy="193247"/>
          </a:xfrm>
        </p:grpSpPr>
        <p:sp>
          <p:nvSpPr>
            <p:cNvPr id="447" name="Google Shape;447;p15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5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5"/>
            <p:cNvSpPr/>
            <p:nvPr/>
          </p:nvSpPr>
          <p:spPr>
            <a:xfrm flipH="1">
              <a:off x="5331652" y="1832505"/>
              <a:ext cx="747" cy="124276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5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5467914" y="1829519"/>
              <a:ext cx="1548" cy="122937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6"/>
          <p:cNvSpPr txBox="1">
            <a:spLocks noGrp="1"/>
          </p:cNvSpPr>
          <p:nvPr>
            <p:ph type="subTitle" idx="1"/>
          </p:nvPr>
        </p:nvSpPr>
        <p:spPr>
          <a:xfrm>
            <a:off x="810263" y="2636950"/>
            <a:ext cx="2775300" cy="10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16"/>
          <p:cNvSpPr txBox="1">
            <a:spLocks noGrp="1"/>
          </p:cNvSpPr>
          <p:nvPr>
            <p:ph type="title"/>
          </p:nvPr>
        </p:nvSpPr>
        <p:spPr>
          <a:xfrm>
            <a:off x="810263" y="1386250"/>
            <a:ext cx="2775300" cy="12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60" name="Google Shape;460;p16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461" name="Google Shape;461;p16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462" name="Google Shape;462;p16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3" name="Google Shape;463;p16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16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65" name="Google Shape;465;p16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66" name="Google Shape;466;p16"/>
          <p:cNvSpPr/>
          <p:nvPr/>
        </p:nvSpPr>
        <p:spPr>
          <a:xfrm>
            <a:off x="7022800" y="-1306737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-1284562" y="2743463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8" name="Google Shape;468;p16"/>
          <p:cNvGrpSpPr/>
          <p:nvPr/>
        </p:nvGrpSpPr>
        <p:grpSpPr>
          <a:xfrm>
            <a:off x="235566" y="4333135"/>
            <a:ext cx="484438" cy="478981"/>
            <a:chOff x="5281836" y="834299"/>
            <a:chExt cx="566131" cy="559753"/>
          </a:xfrm>
        </p:grpSpPr>
        <p:sp>
          <p:nvSpPr>
            <p:cNvPr id="469" name="Google Shape;469;p16"/>
            <p:cNvSpPr/>
            <p:nvPr/>
          </p:nvSpPr>
          <p:spPr>
            <a:xfrm>
              <a:off x="5435198" y="972637"/>
              <a:ext cx="272567" cy="272162"/>
            </a:xfrm>
            <a:custGeom>
              <a:avLst/>
              <a:gdLst/>
              <a:ahLst/>
              <a:cxnLst/>
              <a:rect l="l" t="t" r="r" b="b"/>
              <a:pathLst>
                <a:path w="12137" h="12119" extrusionOk="0">
                  <a:moveTo>
                    <a:pt x="5876" y="0"/>
                  </a:moveTo>
                  <a:cubicBezTo>
                    <a:pt x="5658" y="0"/>
                    <a:pt x="5457" y="17"/>
                    <a:pt x="5257" y="50"/>
                  </a:cubicBezTo>
                  <a:lnTo>
                    <a:pt x="5290" y="335"/>
                  </a:lnTo>
                  <a:lnTo>
                    <a:pt x="5290" y="352"/>
                  </a:lnTo>
                  <a:cubicBezTo>
                    <a:pt x="5491" y="318"/>
                    <a:pt x="5675" y="301"/>
                    <a:pt x="5876" y="301"/>
                  </a:cubicBezTo>
                  <a:lnTo>
                    <a:pt x="5876" y="0"/>
                  </a:lnTo>
                  <a:close/>
                  <a:moveTo>
                    <a:pt x="6646" y="17"/>
                  </a:moveTo>
                  <a:lnTo>
                    <a:pt x="6612" y="318"/>
                  </a:lnTo>
                  <a:cubicBezTo>
                    <a:pt x="6813" y="335"/>
                    <a:pt x="6997" y="368"/>
                    <a:pt x="7198" y="402"/>
                  </a:cubicBezTo>
                  <a:lnTo>
                    <a:pt x="7249" y="101"/>
                  </a:lnTo>
                  <a:cubicBezTo>
                    <a:pt x="7048" y="67"/>
                    <a:pt x="6847" y="34"/>
                    <a:pt x="6646" y="17"/>
                  </a:cubicBezTo>
                  <a:close/>
                  <a:moveTo>
                    <a:pt x="4503" y="201"/>
                  </a:moveTo>
                  <a:cubicBezTo>
                    <a:pt x="4303" y="251"/>
                    <a:pt x="4102" y="318"/>
                    <a:pt x="3918" y="385"/>
                  </a:cubicBezTo>
                  <a:lnTo>
                    <a:pt x="4018" y="670"/>
                  </a:lnTo>
                  <a:cubicBezTo>
                    <a:pt x="4202" y="603"/>
                    <a:pt x="4386" y="536"/>
                    <a:pt x="4570" y="486"/>
                  </a:cubicBezTo>
                  <a:lnTo>
                    <a:pt x="4503" y="201"/>
                  </a:lnTo>
                  <a:close/>
                  <a:moveTo>
                    <a:pt x="8002" y="318"/>
                  </a:moveTo>
                  <a:lnTo>
                    <a:pt x="7901" y="603"/>
                  </a:lnTo>
                  <a:cubicBezTo>
                    <a:pt x="8085" y="653"/>
                    <a:pt x="8270" y="737"/>
                    <a:pt x="8454" y="804"/>
                  </a:cubicBezTo>
                  <a:lnTo>
                    <a:pt x="8571" y="536"/>
                  </a:lnTo>
                  <a:cubicBezTo>
                    <a:pt x="8387" y="452"/>
                    <a:pt x="8203" y="385"/>
                    <a:pt x="8002" y="318"/>
                  </a:cubicBezTo>
                  <a:close/>
                  <a:moveTo>
                    <a:pt x="3215" y="703"/>
                  </a:moveTo>
                  <a:cubicBezTo>
                    <a:pt x="3030" y="804"/>
                    <a:pt x="2846" y="904"/>
                    <a:pt x="2679" y="1021"/>
                  </a:cubicBezTo>
                  <a:lnTo>
                    <a:pt x="2846" y="1272"/>
                  </a:lnTo>
                  <a:cubicBezTo>
                    <a:pt x="3014" y="1155"/>
                    <a:pt x="3181" y="1055"/>
                    <a:pt x="3348" y="971"/>
                  </a:cubicBezTo>
                  <a:lnTo>
                    <a:pt x="3215" y="703"/>
                  </a:lnTo>
                  <a:close/>
                  <a:moveTo>
                    <a:pt x="9257" y="887"/>
                  </a:moveTo>
                  <a:lnTo>
                    <a:pt x="9090" y="1138"/>
                  </a:lnTo>
                  <a:cubicBezTo>
                    <a:pt x="9257" y="1256"/>
                    <a:pt x="9425" y="1356"/>
                    <a:pt x="9575" y="1473"/>
                  </a:cubicBezTo>
                  <a:lnTo>
                    <a:pt x="9759" y="1239"/>
                  </a:lnTo>
                  <a:cubicBezTo>
                    <a:pt x="9609" y="1122"/>
                    <a:pt x="9425" y="1004"/>
                    <a:pt x="9257" y="887"/>
                  </a:cubicBezTo>
                  <a:close/>
                  <a:moveTo>
                    <a:pt x="2076" y="1473"/>
                  </a:moveTo>
                  <a:cubicBezTo>
                    <a:pt x="1909" y="1607"/>
                    <a:pt x="1775" y="1758"/>
                    <a:pt x="1624" y="1908"/>
                  </a:cubicBezTo>
                  <a:lnTo>
                    <a:pt x="1842" y="2126"/>
                  </a:lnTo>
                  <a:cubicBezTo>
                    <a:pt x="1976" y="1975"/>
                    <a:pt x="2127" y="1841"/>
                    <a:pt x="2277" y="1707"/>
                  </a:cubicBezTo>
                  <a:lnTo>
                    <a:pt x="2076" y="1473"/>
                  </a:lnTo>
                  <a:close/>
                  <a:moveTo>
                    <a:pt x="10328" y="1758"/>
                  </a:moveTo>
                  <a:lnTo>
                    <a:pt x="10128" y="1959"/>
                  </a:lnTo>
                  <a:cubicBezTo>
                    <a:pt x="10261" y="2092"/>
                    <a:pt x="10395" y="2243"/>
                    <a:pt x="10513" y="2394"/>
                  </a:cubicBezTo>
                  <a:lnTo>
                    <a:pt x="10747" y="2210"/>
                  </a:lnTo>
                  <a:cubicBezTo>
                    <a:pt x="10613" y="2042"/>
                    <a:pt x="10479" y="1892"/>
                    <a:pt x="10328" y="1758"/>
                  </a:cubicBezTo>
                  <a:close/>
                  <a:moveTo>
                    <a:pt x="1122" y="2511"/>
                  </a:moveTo>
                  <a:cubicBezTo>
                    <a:pt x="1005" y="2678"/>
                    <a:pt x="888" y="2846"/>
                    <a:pt x="787" y="3030"/>
                  </a:cubicBezTo>
                  <a:lnTo>
                    <a:pt x="1055" y="3180"/>
                  </a:lnTo>
                  <a:cubicBezTo>
                    <a:pt x="1156" y="3013"/>
                    <a:pt x="1256" y="2846"/>
                    <a:pt x="1373" y="2678"/>
                  </a:cubicBezTo>
                  <a:lnTo>
                    <a:pt x="1122" y="2511"/>
                  </a:lnTo>
                  <a:close/>
                  <a:moveTo>
                    <a:pt x="11199" y="2829"/>
                  </a:moveTo>
                  <a:lnTo>
                    <a:pt x="10948" y="2996"/>
                  </a:lnTo>
                  <a:cubicBezTo>
                    <a:pt x="11048" y="3164"/>
                    <a:pt x="11149" y="3331"/>
                    <a:pt x="11232" y="3499"/>
                  </a:cubicBezTo>
                  <a:lnTo>
                    <a:pt x="11500" y="3381"/>
                  </a:lnTo>
                  <a:cubicBezTo>
                    <a:pt x="11416" y="3197"/>
                    <a:pt x="11316" y="3013"/>
                    <a:pt x="11199" y="2829"/>
                  </a:cubicBezTo>
                  <a:close/>
                  <a:moveTo>
                    <a:pt x="453" y="3716"/>
                  </a:moveTo>
                  <a:cubicBezTo>
                    <a:pt x="369" y="3917"/>
                    <a:pt x="302" y="4101"/>
                    <a:pt x="235" y="4302"/>
                  </a:cubicBezTo>
                  <a:lnTo>
                    <a:pt x="536" y="4386"/>
                  </a:lnTo>
                  <a:lnTo>
                    <a:pt x="536" y="4402"/>
                  </a:lnTo>
                  <a:cubicBezTo>
                    <a:pt x="587" y="4202"/>
                    <a:pt x="654" y="4017"/>
                    <a:pt x="737" y="3833"/>
                  </a:cubicBezTo>
                  <a:lnTo>
                    <a:pt x="453" y="3716"/>
                  </a:lnTo>
                  <a:close/>
                  <a:moveTo>
                    <a:pt x="11801" y="4084"/>
                  </a:moveTo>
                  <a:lnTo>
                    <a:pt x="11517" y="4185"/>
                  </a:lnTo>
                  <a:cubicBezTo>
                    <a:pt x="11584" y="4369"/>
                    <a:pt x="11634" y="4553"/>
                    <a:pt x="11684" y="4754"/>
                  </a:cubicBezTo>
                  <a:lnTo>
                    <a:pt x="11969" y="4687"/>
                  </a:lnTo>
                  <a:cubicBezTo>
                    <a:pt x="11919" y="4469"/>
                    <a:pt x="11868" y="4285"/>
                    <a:pt x="11801" y="4084"/>
                  </a:cubicBezTo>
                  <a:close/>
                  <a:moveTo>
                    <a:pt x="68" y="5055"/>
                  </a:moveTo>
                  <a:cubicBezTo>
                    <a:pt x="34" y="5256"/>
                    <a:pt x="17" y="5474"/>
                    <a:pt x="1" y="5675"/>
                  </a:cubicBezTo>
                  <a:lnTo>
                    <a:pt x="302" y="5691"/>
                  </a:lnTo>
                  <a:cubicBezTo>
                    <a:pt x="319" y="5490"/>
                    <a:pt x="336" y="5306"/>
                    <a:pt x="369" y="5105"/>
                  </a:cubicBezTo>
                  <a:lnTo>
                    <a:pt x="68" y="5055"/>
                  </a:lnTo>
                  <a:close/>
                  <a:moveTo>
                    <a:pt x="12103" y="5440"/>
                  </a:moveTo>
                  <a:lnTo>
                    <a:pt x="11801" y="5474"/>
                  </a:lnTo>
                  <a:cubicBezTo>
                    <a:pt x="11835" y="5675"/>
                    <a:pt x="11835" y="5859"/>
                    <a:pt x="11835" y="6060"/>
                  </a:cubicBezTo>
                  <a:cubicBezTo>
                    <a:pt x="11835" y="6260"/>
                    <a:pt x="11818" y="6444"/>
                    <a:pt x="11801" y="6645"/>
                  </a:cubicBezTo>
                  <a:lnTo>
                    <a:pt x="12103" y="6679"/>
                  </a:lnTo>
                  <a:cubicBezTo>
                    <a:pt x="12119" y="6478"/>
                    <a:pt x="12119" y="6260"/>
                    <a:pt x="12119" y="6060"/>
                  </a:cubicBezTo>
                  <a:cubicBezTo>
                    <a:pt x="12136" y="5859"/>
                    <a:pt x="12119" y="5658"/>
                    <a:pt x="12103" y="5440"/>
                  </a:cubicBezTo>
                  <a:close/>
                  <a:moveTo>
                    <a:pt x="302" y="6428"/>
                  </a:moveTo>
                  <a:lnTo>
                    <a:pt x="1" y="6444"/>
                  </a:lnTo>
                  <a:cubicBezTo>
                    <a:pt x="17" y="6645"/>
                    <a:pt x="34" y="6846"/>
                    <a:pt x="68" y="7064"/>
                  </a:cubicBezTo>
                  <a:lnTo>
                    <a:pt x="369" y="7014"/>
                  </a:lnTo>
                  <a:cubicBezTo>
                    <a:pt x="336" y="6813"/>
                    <a:pt x="319" y="6612"/>
                    <a:pt x="302" y="6428"/>
                  </a:cubicBezTo>
                  <a:close/>
                  <a:moveTo>
                    <a:pt x="11684" y="7365"/>
                  </a:moveTo>
                  <a:cubicBezTo>
                    <a:pt x="11634" y="7566"/>
                    <a:pt x="11584" y="7750"/>
                    <a:pt x="11517" y="7934"/>
                  </a:cubicBezTo>
                  <a:lnTo>
                    <a:pt x="11801" y="8035"/>
                  </a:lnTo>
                  <a:cubicBezTo>
                    <a:pt x="11868" y="7834"/>
                    <a:pt x="11919" y="7633"/>
                    <a:pt x="11969" y="7432"/>
                  </a:cubicBezTo>
                  <a:lnTo>
                    <a:pt x="11684" y="7365"/>
                  </a:lnTo>
                  <a:close/>
                  <a:moveTo>
                    <a:pt x="536" y="7717"/>
                  </a:moveTo>
                  <a:lnTo>
                    <a:pt x="235" y="7817"/>
                  </a:lnTo>
                  <a:cubicBezTo>
                    <a:pt x="302" y="8001"/>
                    <a:pt x="369" y="8202"/>
                    <a:pt x="453" y="8386"/>
                  </a:cubicBezTo>
                  <a:lnTo>
                    <a:pt x="720" y="8269"/>
                  </a:lnTo>
                  <a:cubicBezTo>
                    <a:pt x="654" y="8102"/>
                    <a:pt x="587" y="7901"/>
                    <a:pt x="536" y="7717"/>
                  </a:cubicBezTo>
                  <a:close/>
                  <a:moveTo>
                    <a:pt x="11232" y="8604"/>
                  </a:moveTo>
                  <a:cubicBezTo>
                    <a:pt x="11149" y="8788"/>
                    <a:pt x="11048" y="8955"/>
                    <a:pt x="10948" y="9123"/>
                  </a:cubicBezTo>
                  <a:lnTo>
                    <a:pt x="11199" y="9273"/>
                  </a:lnTo>
                  <a:lnTo>
                    <a:pt x="11199" y="9290"/>
                  </a:lnTo>
                  <a:cubicBezTo>
                    <a:pt x="11316" y="9106"/>
                    <a:pt x="11416" y="8939"/>
                    <a:pt x="11500" y="8738"/>
                  </a:cubicBezTo>
                  <a:lnTo>
                    <a:pt x="11232" y="8604"/>
                  </a:lnTo>
                  <a:close/>
                  <a:moveTo>
                    <a:pt x="1055" y="8939"/>
                  </a:moveTo>
                  <a:lnTo>
                    <a:pt x="787" y="9089"/>
                  </a:lnTo>
                  <a:cubicBezTo>
                    <a:pt x="888" y="9257"/>
                    <a:pt x="1005" y="9441"/>
                    <a:pt x="1122" y="9608"/>
                  </a:cubicBezTo>
                  <a:lnTo>
                    <a:pt x="1373" y="9424"/>
                  </a:lnTo>
                  <a:cubicBezTo>
                    <a:pt x="1256" y="9273"/>
                    <a:pt x="1156" y="9106"/>
                    <a:pt x="1055" y="8939"/>
                  </a:cubicBezTo>
                  <a:close/>
                  <a:moveTo>
                    <a:pt x="10529" y="9725"/>
                  </a:moveTo>
                  <a:cubicBezTo>
                    <a:pt x="10395" y="9876"/>
                    <a:pt x="10261" y="10027"/>
                    <a:pt x="10128" y="10160"/>
                  </a:cubicBezTo>
                  <a:lnTo>
                    <a:pt x="10328" y="10361"/>
                  </a:lnTo>
                  <a:cubicBezTo>
                    <a:pt x="10479" y="10227"/>
                    <a:pt x="10613" y="10060"/>
                    <a:pt x="10747" y="9909"/>
                  </a:cubicBezTo>
                  <a:lnTo>
                    <a:pt x="10529" y="9725"/>
                  </a:lnTo>
                  <a:close/>
                  <a:moveTo>
                    <a:pt x="1842" y="9993"/>
                  </a:moveTo>
                  <a:lnTo>
                    <a:pt x="1608" y="10194"/>
                  </a:lnTo>
                  <a:cubicBezTo>
                    <a:pt x="1758" y="10345"/>
                    <a:pt x="1909" y="10495"/>
                    <a:pt x="2060" y="10629"/>
                  </a:cubicBezTo>
                  <a:lnTo>
                    <a:pt x="2260" y="10412"/>
                  </a:lnTo>
                  <a:cubicBezTo>
                    <a:pt x="2110" y="10278"/>
                    <a:pt x="1976" y="10144"/>
                    <a:pt x="1842" y="9993"/>
                  </a:cubicBezTo>
                  <a:close/>
                  <a:moveTo>
                    <a:pt x="9575" y="10629"/>
                  </a:moveTo>
                  <a:cubicBezTo>
                    <a:pt x="9408" y="10763"/>
                    <a:pt x="9257" y="10863"/>
                    <a:pt x="9090" y="10964"/>
                  </a:cubicBezTo>
                  <a:lnTo>
                    <a:pt x="9240" y="11232"/>
                  </a:lnTo>
                  <a:cubicBezTo>
                    <a:pt x="9425" y="11115"/>
                    <a:pt x="9592" y="10997"/>
                    <a:pt x="9759" y="10880"/>
                  </a:cubicBezTo>
                  <a:lnTo>
                    <a:pt x="9575" y="10629"/>
                  </a:lnTo>
                  <a:close/>
                  <a:moveTo>
                    <a:pt x="2846" y="10847"/>
                  </a:moveTo>
                  <a:lnTo>
                    <a:pt x="2679" y="11098"/>
                  </a:lnTo>
                  <a:cubicBezTo>
                    <a:pt x="2846" y="11215"/>
                    <a:pt x="3014" y="11315"/>
                    <a:pt x="3198" y="11416"/>
                  </a:cubicBezTo>
                  <a:lnTo>
                    <a:pt x="3348" y="11148"/>
                  </a:lnTo>
                  <a:cubicBezTo>
                    <a:pt x="3164" y="11064"/>
                    <a:pt x="2997" y="10964"/>
                    <a:pt x="2846" y="10847"/>
                  </a:cubicBezTo>
                  <a:close/>
                  <a:moveTo>
                    <a:pt x="8437" y="11315"/>
                  </a:moveTo>
                  <a:cubicBezTo>
                    <a:pt x="8270" y="11399"/>
                    <a:pt x="8085" y="11466"/>
                    <a:pt x="7901" y="11533"/>
                  </a:cubicBezTo>
                  <a:lnTo>
                    <a:pt x="7985" y="11818"/>
                  </a:lnTo>
                  <a:cubicBezTo>
                    <a:pt x="8186" y="11751"/>
                    <a:pt x="8387" y="11667"/>
                    <a:pt x="8571" y="11600"/>
                  </a:cubicBezTo>
                  <a:lnTo>
                    <a:pt x="8437" y="11315"/>
                  </a:lnTo>
                  <a:close/>
                  <a:moveTo>
                    <a:pt x="4018" y="11449"/>
                  </a:moveTo>
                  <a:lnTo>
                    <a:pt x="3901" y="11734"/>
                  </a:lnTo>
                  <a:cubicBezTo>
                    <a:pt x="4102" y="11818"/>
                    <a:pt x="4286" y="11868"/>
                    <a:pt x="4487" y="11918"/>
                  </a:cubicBezTo>
                  <a:lnTo>
                    <a:pt x="4570" y="11633"/>
                  </a:lnTo>
                  <a:cubicBezTo>
                    <a:pt x="4386" y="11583"/>
                    <a:pt x="4185" y="11516"/>
                    <a:pt x="4018" y="11449"/>
                  </a:cubicBezTo>
                  <a:close/>
                  <a:moveTo>
                    <a:pt x="7182" y="11717"/>
                  </a:moveTo>
                  <a:cubicBezTo>
                    <a:pt x="6997" y="11751"/>
                    <a:pt x="6797" y="11784"/>
                    <a:pt x="6612" y="11801"/>
                  </a:cubicBezTo>
                  <a:lnTo>
                    <a:pt x="6629" y="12102"/>
                  </a:lnTo>
                  <a:cubicBezTo>
                    <a:pt x="6847" y="12085"/>
                    <a:pt x="7048" y="12052"/>
                    <a:pt x="7249" y="12018"/>
                  </a:cubicBezTo>
                  <a:lnTo>
                    <a:pt x="7182" y="11717"/>
                  </a:lnTo>
                  <a:close/>
                  <a:moveTo>
                    <a:pt x="5290" y="11784"/>
                  </a:moveTo>
                  <a:lnTo>
                    <a:pt x="5240" y="12069"/>
                  </a:lnTo>
                  <a:cubicBezTo>
                    <a:pt x="5457" y="12102"/>
                    <a:pt x="5658" y="12119"/>
                    <a:pt x="5859" y="12119"/>
                  </a:cubicBezTo>
                  <a:lnTo>
                    <a:pt x="5876" y="11834"/>
                  </a:lnTo>
                  <a:cubicBezTo>
                    <a:pt x="5675" y="11818"/>
                    <a:pt x="5474" y="11801"/>
                    <a:pt x="5290" y="1178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5281836" y="834299"/>
              <a:ext cx="566131" cy="559753"/>
            </a:xfrm>
            <a:custGeom>
              <a:avLst/>
              <a:gdLst/>
              <a:ahLst/>
              <a:cxnLst/>
              <a:rect l="l" t="t" r="r" b="b"/>
              <a:pathLst>
                <a:path w="25209" h="24925" extrusionOk="0">
                  <a:moveTo>
                    <a:pt x="15350" y="51"/>
                  </a:moveTo>
                  <a:lnTo>
                    <a:pt x="15701" y="134"/>
                  </a:lnTo>
                  <a:lnTo>
                    <a:pt x="15517" y="871"/>
                  </a:lnTo>
                  <a:cubicBezTo>
                    <a:pt x="15400" y="837"/>
                    <a:pt x="15299" y="821"/>
                    <a:pt x="15182" y="787"/>
                  </a:cubicBezTo>
                  <a:lnTo>
                    <a:pt x="15350" y="51"/>
                  </a:lnTo>
                  <a:close/>
                  <a:moveTo>
                    <a:pt x="15299" y="0"/>
                  </a:moveTo>
                  <a:lnTo>
                    <a:pt x="15115" y="837"/>
                  </a:lnTo>
                  <a:lnTo>
                    <a:pt x="15149" y="837"/>
                  </a:lnTo>
                  <a:lnTo>
                    <a:pt x="15534" y="938"/>
                  </a:lnTo>
                  <a:lnTo>
                    <a:pt x="15567" y="938"/>
                  </a:lnTo>
                  <a:lnTo>
                    <a:pt x="15768" y="101"/>
                  </a:lnTo>
                  <a:lnTo>
                    <a:pt x="15751" y="101"/>
                  </a:lnTo>
                  <a:cubicBezTo>
                    <a:pt x="15617" y="51"/>
                    <a:pt x="15467" y="17"/>
                    <a:pt x="15333" y="0"/>
                  </a:cubicBezTo>
                  <a:close/>
                  <a:moveTo>
                    <a:pt x="9407" y="168"/>
                  </a:moveTo>
                  <a:lnTo>
                    <a:pt x="9592" y="904"/>
                  </a:lnTo>
                  <a:cubicBezTo>
                    <a:pt x="9474" y="938"/>
                    <a:pt x="9357" y="971"/>
                    <a:pt x="9240" y="1005"/>
                  </a:cubicBezTo>
                  <a:lnTo>
                    <a:pt x="9022" y="268"/>
                  </a:lnTo>
                  <a:lnTo>
                    <a:pt x="9039" y="268"/>
                  </a:lnTo>
                  <a:cubicBezTo>
                    <a:pt x="9156" y="235"/>
                    <a:pt x="9290" y="184"/>
                    <a:pt x="9407" y="168"/>
                  </a:cubicBezTo>
                  <a:close/>
                  <a:moveTo>
                    <a:pt x="9424" y="101"/>
                  </a:moveTo>
                  <a:cubicBezTo>
                    <a:pt x="9290" y="134"/>
                    <a:pt x="9156" y="168"/>
                    <a:pt x="9006" y="218"/>
                  </a:cubicBezTo>
                  <a:lnTo>
                    <a:pt x="8956" y="235"/>
                  </a:lnTo>
                  <a:lnTo>
                    <a:pt x="9207" y="1072"/>
                  </a:lnTo>
                  <a:lnTo>
                    <a:pt x="9257" y="1055"/>
                  </a:lnTo>
                  <a:lnTo>
                    <a:pt x="9642" y="938"/>
                  </a:lnTo>
                  <a:lnTo>
                    <a:pt x="9659" y="938"/>
                  </a:lnTo>
                  <a:lnTo>
                    <a:pt x="9458" y="101"/>
                  </a:lnTo>
                  <a:close/>
                  <a:moveTo>
                    <a:pt x="16572" y="385"/>
                  </a:moveTo>
                  <a:lnTo>
                    <a:pt x="16588" y="402"/>
                  </a:lnTo>
                  <a:cubicBezTo>
                    <a:pt x="16689" y="452"/>
                    <a:pt x="16806" y="469"/>
                    <a:pt x="16923" y="519"/>
                  </a:cubicBezTo>
                  <a:lnTo>
                    <a:pt x="16655" y="1222"/>
                  </a:lnTo>
                  <a:lnTo>
                    <a:pt x="16337" y="1105"/>
                  </a:lnTo>
                  <a:lnTo>
                    <a:pt x="16572" y="385"/>
                  </a:lnTo>
                  <a:close/>
                  <a:moveTo>
                    <a:pt x="16538" y="318"/>
                  </a:moveTo>
                  <a:lnTo>
                    <a:pt x="16270" y="1139"/>
                  </a:lnTo>
                  <a:lnTo>
                    <a:pt x="16287" y="1139"/>
                  </a:lnTo>
                  <a:cubicBezTo>
                    <a:pt x="16404" y="1189"/>
                    <a:pt x="16538" y="1239"/>
                    <a:pt x="16655" y="1272"/>
                  </a:cubicBezTo>
                  <a:lnTo>
                    <a:pt x="16689" y="1272"/>
                  </a:lnTo>
                  <a:lnTo>
                    <a:pt x="16990" y="469"/>
                  </a:lnTo>
                  <a:lnTo>
                    <a:pt x="16957" y="469"/>
                  </a:lnTo>
                  <a:cubicBezTo>
                    <a:pt x="16839" y="419"/>
                    <a:pt x="16705" y="369"/>
                    <a:pt x="16572" y="318"/>
                  </a:cubicBezTo>
                  <a:close/>
                  <a:moveTo>
                    <a:pt x="8169" y="553"/>
                  </a:moveTo>
                  <a:lnTo>
                    <a:pt x="8437" y="1272"/>
                  </a:lnTo>
                  <a:cubicBezTo>
                    <a:pt x="8319" y="1306"/>
                    <a:pt x="8219" y="1356"/>
                    <a:pt x="8119" y="1406"/>
                  </a:cubicBezTo>
                  <a:lnTo>
                    <a:pt x="7834" y="687"/>
                  </a:lnTo>
                  <a:lnTo>
                    <a:pt x="8169" y="553"/>
                  </a:lnTo>
                  <a:close/>
                  <a:moveTo>
                    <a:pt x="8202" y="486"/>
                  </a:moveTo>
                  <a:lnTo>
                    <a:pt x="8186" y="503"/>
                  </a:lnTo>
                  <a:cubicBezTo>
                    <a:pt x="8052" y="553"/>
                    <a:pt x="7918" y="603"/>
                    <a:pt x="7784" y="653"/>
                  </a:cubicBezTo>
                  <a:lnTo>
                    <a:pt x="7767" y="653"/>
                  </a:lnTo>
                  <a:lnTo>
                    <a:pt x="8085" y="1473"/>
                  </a:lnTo>
                  <a:lnTo>
                    <a:pt x="8119" y="1440"/>
                  </a:lnTo>
                  <a:cubicBezTo>
                    <a:pt x="8236" y="1390"/>
                    <a:pt x="8353" y="1339"/>
                    <a:pt x="8487" y="1306"/>
                  </a:cubicBezTo>
                  <a:lnTo>
                    <a:pt x="8504" y="1306"/>
                  </a:lnTo>
                  <a:lnTo>
                    <a:pt x="8202" y="486"/>
                  </a:lnTo>
                  <a:close/>
                  <a:moveTo>
                    <a:pt x="17760" y="854"/>
                  </a:moveTo>
                  <a:lnTo>
                    <a:pt x="18095" y="1021"/>
                  </a:lnTo>
                  <a:lnTo>
                    <a:pt x="17760" y="1708"/>
                  </a:lnTo>
                  <a:lnTo>
                    <a:pt x="17459" y="1557"/>
                  </a:lnTo>
                  <a:lnTo>
                    <a:pt x="17442" y="1557"/>
                  </a:lnTo>
                  <a:lnTo>
                    <a:pt x="17760" y="854"/>
                  </a:lnTo>
                  <a:close/>
                  <a:moveTo>
                    <a:pt x="17727" y="787"/>
                  </a:moveTo>
                  <a:lnTo>
                    <a:pt x="17375" y="1574"/>
                  </a:lnTo>
                  <a:lnTo>
                    <a:pt x="17392" y="1591"/>
                  </a:lnTo>
                  <a:cubicBezTo>
                    <a:pt x="17509" y="1641"/>
                    <a:pt x="17643" y="1691"/>
                    <a:pt x="17760" y="1758"/>
                  </a:cubicBezTo>
                  <a:lnTo>
                    <a:pt x="17777" y="1775"/>
                  </a:lnTo>
                  <a:lnTo>
                    <a:pt x="18162" y="988"/>
                  </a:lnTo>
                  <a:lnTo>
                    <a:pt x="18145" y="971"/>
                  </a:lnTo>
                  <a:cubicBezTo>
                    <a:pt x="18011" y="904"/>
                    <a:pt x="17877" y="854"/>
                    <a:pt x="17760" y="787"/>
                  </a:cubicBezTo>
                  <a:close/>
                  <a:moveTo>
                    <a:pt x="7014" y="1055"/>
                  </a:moveTo>
                  <a:lnTo>
                    <a:pt x="7349" y="1741"/>
                  </a:lnTo>
                  <a:cubicBezTo>
                    <a:pt x="7248" y="1791"/>
                    <a:pt x="7131" y="1858"/>
                    <a:pt x="7031" y="1909"/>
                  </a:cubicBezTo>
                  <a:lnTo>
                    <a:pt x="6679" y="1239"/>
                  </a:lnTo>
                  <a:lnTo>
                    <a:pt x="6679" y="1222"/>
                  </a:lnTo>
                  <a:cubicBezTo>
                    <a:pt x="6796" y="1172"/>
                    <a:pt x="6897" y="1105"/>
                    <a:pt x="7014" y="1055"/>
                  </a:cubicBezTo>
                  <a:close/>
                  <a:moveTo>
                    <a:pt x="7031" y="988"/>
                  </a:moveTo>
                  <a:lnTo>
                    <a:pt x="6997" y="1005"/>
                  </a:lnTo>
                  <a:cubicBezTo>
                    <a:pt x="6880" y="1072"/>
                    <a:pt x="6746" y="1139"/>
                    <a:pt x="6612" y="1206"/>
                  </a:cubicBezTo>
                  <a:lnTo>
                    <a:pt x="6595" y="1206"/>
                  </a:lnTo>
                  <a:lnTo>
                    <a:pt x="7014" y="1976"/>
                  </a:lnTo>
                  <a:lnTo>
                    <a:pt x="7031" y="1959"/>
                  </a:lnTo>
                  <a:cubicBezTo>
                    <a:pt x="7148" y="1909"/>
                    <a:pt x="7265" y="1842"/>
                    <a:pt x="7382" y="1775"/>
                  </a:cubicBezTo>
                  <a:lnTo>
                    <a:pt x="7399" y="1775"/>
                  </a:lnTo>
                  <a:lnTo>
                    <a:pt x="7031" y="988"/>
                  </a:lnTo>
                  <a:close/>
                  <a:moveTo>
                    <a:pt x="18881" y="1440"/>
                  </a:moveTo>
                  <a:lnTo>
                    <a:pt x="19200" y="1624"/>
                  </a:lnTo>
                  <a:lnTo>
                    <a:pt x="18798" y="2277"/>
                  </a:lnTo>
                  <a:cubicBezTo>
                    <a:pt x="18697" y="2210"/>
                    <a:pt x="18597" y="2160"/>
                    <a:pt x="18513" y="2093"/>
                  </a:cubicBezTo>
                  <a:lnTo>
                    <a:pt x="18881" y="1440"/>
                  </a:lnTo>
                  <a:close/>
                  <a:moveTo>
                    <a:pt x="18865" y="1356"/>
                  </a:moveTo>
                  <a:lnTo>
                    <a:pt x="18430" y="2109"/>
                  </a:lnTo>
                  <a:lnTo>
                    <a:pt x="18463" y="2126"/>
                  </a:lnTo>
                  <a:cubicBezTo>
                    <a:pt x="18563" y="2193"/>
                    <a:pt x="18681" y="2260"/>
                    <a:pt x="18798" y="2327"/>
                  </a:cubicBezTo>
                  <a:lnTo>
                    <a:pt x="18815" y="2344"/>
                  </a:lnTo>
                  <a:lnTo>
                    <a:pt x="19283" y="1591"/>
                  </a:lnTo>
                  <a:lnTo>
                    <a:pt x="19250" y="1574"/>
                  </a:lnTo>
                  <a:cubicBezTo>
                    <a:pt x="19133" y="1507"/>
                    <a:pt x="19015" y="1440"/>
                    <a:pt x="18898" y="1373"/>
                  </a:cubicBezTo>
                  <a:lnTo>
                    <a:pt x="18865" y="1356"/>
                  </a:lnTo>
                  <a:close/>
                  <a:moveTo>
                    <a:pt x="5909" y="1674"/>
                  </a:moveTo>
                  <a:lnTo>
                    <a:pt x="6294" y="2327"/>
                  </a:lnTo>
                  <a:cubicBezTo>
                    <a:pt x="6194" y="2394"/>
                    <a:pt x="6093" y="2444"/>
                    <a:pt x="6010" y="2511"/>
                  </a:cubicBezTo>
                  <a:lnTo>
                    <a:pt x="5591" y="1892"/>
                  </a:lnTo>
                  <a:lnTo>
                    <a:pt x="5591" y="1875"/>
                  </a:lnTo>
                  <a:cubicBezTo>
                    <a:pt x="5708" y="1808"/>
                    <a:pt x="5792" y="1741"/>
                    <a:pt x="5909" y="1674"/>
                  </a:cubicBezTo>
                  <a:close/>
                  <a:moveTo>
                    <a:pt x="5926" y="1607"/>
                  </a:moveTo>
                  <a:lnTo>
                    <a:pt x="5892" y="1624"/>
                  </a:lnTo>
                  <a:cubicBezTo>
                    <a:pt x="5775" y="1708"/>
                    <a:pt x="5658" y="1775"/>
                    <a:pt x="5541" y="1858"/>
                  </a:cubicBezTo>
                  <a:lnTo>
                    <a:pt x="5524" y="1875"/>
                  </a:lnTo>
                  <a:lnTo>
                    <a:pt x="6010" y="2595"/>
                  </a:lnTo>
                  <a:lnTo>
                    <a:pt x="6026" y="2578"/>
                  </a:lnTo>
                  <a:lnTo>
                    <a:pt x="6361" y="2360"/>
                  </a:lnTo>
                  <a:lnTo>
                    <a:pt x="6378" y="2344"/>
                  </a:lnTo>
                  <a:lnTo>
                    <a:pt x="5926" y="1607"/>
                  </a:lnTo>
                  <a:close/>
                  <a:moveTo>
                    <a:pt x="19953" y="2126"/>
                  </a:moveTo>
                  <a:cubicBezTo>
                    <a:pt x="20053" y="2210"/>
                    <a:pt x="20154" y="2277"/>
                    <a:pt x="20254" y="2344"/>
                  </a:cubicBezTo>
                  <a:lnTo>
                    <a:pt x="19785" y="2963"/>
                  </a:lnTo>
                  <a:cubicBezTo>
                    <a:pt x="19702" y="2879"/>
                    <a:pt x="19601" y="2812"/>
                    <a:pt x="19518" y="2745"/>
                  </a:cubicBezTo>
                  <a:lnTo>
                    <a:pt x="19953" y="2126"/>
                  </a:lnTo>
                  <a:close/>
                  <a:moveTo>
                    <a:pt x="19953" y="2059"/>
                  </a:moveTo>
                  <a:lnTo>
                    <a:pt x="19434" y="2779"/>
                  </a:lnTo>
                  <a:lnTo>
                    <a:pt x="19451" y="2779"/>
                  </a:lnTo>
                  <a:cubicBezTo>
                    <a:pt x="19568" y="2863"/>
                    <a:pt x="19668" y="2946"/>
                    <a:pt x="19769" y="3030"/>
                  </a:cubicBezTo>
                  <a:lnTo>
                    <a:pt x="19802" y="3047"/>
                  </a:lnTo>
                  <a:lnTo>
                    <a:pt x="20321" y="2344"/>
                  </a:lnTo>
                  <a:lnTo>
                    <a:pt x="20304" y="2327"/>
                  </a:lnTo>
                  <a:cubicBezTo>
                    <a:pt x="20204" y="2243"/>
                    <a:pt x="20087" y="2160"/>
                    <a:pt x="19969" y="2076"/>
                  </a:cubicBezTo>
                  <a:lnTo>
                    <a:pt x="19953" y="2059"/>
                  </a:lnTo>
                  <a:close/>
                  <a:moveTo>
                    <a:pt x="4871" y="2411"/>
                  </a:moveTo>
                  <a:lnTo>
                    <a:pt x="5340" y="3030"/>
                  </a:lnTo>
                  <a:cubicBezTo>
                    <a:pt x="5240" y="3097"/>
                    <a:pt x="5156" y="3164"/>
                    <a:pt x="5072" y="3231"/>
                  </a:cubicBezTo>
                  <a:lnTo>
                    <a:pt x="4587" y="2645"/>
                  </a:lnTo>
                  <a:lnTo>
                    <a:pt x="4570" y="2645"/>
                  </a:lnTo>
                  <a:cubicBezTo>
                    <a:pt x="4670" y="2561"/>
                    <a:pt x="4771" y="2494"/>
                    <a:pt x="4871" y="2411"/>
                  </a:cubicBezTo>
                  <a:close/>
                  <a:moveTo>
                    <a:pt x="4871" y="2344"/>
                  </a:moveTo>
                  <a:lnTo>
                    <a:pt x="4855" y="2360"/>
                  </a:lnTo>
                  <a:cubicBezTo>
                    <a:pt x="4737" y="2444"/>
                    <a:pt x="4637" y="2528"/>
                    <a:pt x="4520" y="2628"/>
                  </a:cubicBezTo>
                  <a:lnTo>
                    <a:pt x="4503" y="2645"/>
                  </a:lnTo>
                  <a:lnTo>
                    <a:pt x="5055" y="3315"/>
                  </a:lnTo>
                  <a:lnTo>
                    <a:pt x="5089" y="3298"/>
                  </a:lnTo>
                  <a:cubicBezTo>
                    <a:pt x="5173" y="3214"/>
                    <a:pt x="5290" y="3130"/>
                    <a:pt x="5390" y="3047"/>
                  </a:cubicBezTo>
                  <a:lnTo>
                    <a:pt x="5407" y="3030"/>
                  </a:lnTo>
                  <a:lnTo>
                    <a:pt x="4871" y="2344"/>
                  </a:lnTo>
                  <a:close/>
                  <a:moveTo>
                    <a:pt x="20940" y="2930"/>
                  </a:moveTo>
                  <a:cubicBezTo>
                    <a:pt x="21041" y="3013"/>
                    <a:pt x="21124" y="3097"/>
                    <a:pt x="21225" y="3181"/>
                  </a:cubicBezTo>
                  <a:lnTo>
                    <a:pt x="20689" y="3733"/>
                  </a:lnTo>
                  <a:cubicBezTo>
                    <a:pt x="20606" y="3666"/>
                    <a:pt x="20522" y="3582"/>
                    <a:pt x="20438" y="3499"/>
                  </a:cubicBezTo>
                  <a:lnTo>
                    <a:pt x="20940" y="2930"/>
                  </a:lnTo>
                  <a:close/>
                  <a:moveTo>
                    <a:pt x="20940" y="2863"/>
                  </a:moveTo>
                  <a:lnTo>
                    <a:pt x="20371" y="3515"/>
                  </a:lnTo>
                  <a:lnTo>
                    <a:pt x="20388" y="3532"/>
                  </a:lnTo>
                  <a:cubicBezTo>
                    <a:pt x="20488" y="3616"/>
                    <a:pt x="20589" y="3700"/>
                    <a:pt x="20673" y="3800"/>
                  </a:cubicBezTo>
                  <a:lnTo>
                    <a:pt x="20706" y="3817"/>
                  </a:lnTo>
                  <a:lnTo>
                    <a:pt x="21292" y="3181"/>
                  </a:lnTo>
                  <a:lnTo>
                    <a:pt x="21275" y="3164"/>
                  </a:lnTo>
                  <a:cubicBezTo>
                    <a:pt x="21175" y="3064"/>
                    <a:pt x="21074" y="2963"/>
                    <a:pt x="20957" y="2879"/>
                  </a:cubicBezTo>
                  <a:lnTo>
                    <a:pt x="20940" y="2863"/>
                  </a:lnTo>
                  <a:close/>
                  <a:moveTo>
                    <a:pt x="3900" y="3248"/>
                  </a:moveTo>
                  <a:lnTo>
                    <a:pt x="4419" y="3800"/>
                  </a:lnTo>
                  <a:cubicBezTo>
                    <a:pt x="4336" y="3884"/>
                    <a:pt x="4269" y="3967"/>
                    <a:pt x="4185" y="4034"/>
                  </a:cubicBezTo>
                  <a:lnTo>
                    <a:pt x="3633" y="3515"/>
                  </a:lnTo>
                  <a:lnTo>
                    <a:pt x="3900" y="3248"/>
                  </a:lnTo>
                  <a:close/>
                  <a:moveTo>
                    <a:pt x="3900" y="3181"/>
                  </a:moveTo>
                  <a:lnTo>
                    <a:pt x="3884" y="3197"/>
                  </a:lnTo>
                  <a:cubicBezTo>
                    <a:pt x="3783" y="3281"/>
                    <a:pt x="3666" y="3382"/>
                    <a:pt x="3566" y="3499"/>
                  </a:cubicBezTo>
                  <a:lnTo>
                    <a:pt x="3549" y="3515"/>
                  </a:lnTo>
                  <a:lnTo>
                    <a:pt x="4185" y="4118"/>
                  </a:lnTo>
                  <a:lnTo>
                    <a:pt x="4202" y="4101"/>
                  </a:lnTo>
                  <a:cubicBezTo>
                    <a:pt x="4285" y="4001"/>
                    <a:pt x="4386" y="3917"/>
                    <a:pt x="4470" y="3817"/>
                  </a:cubicBezTo>
                  <a:lnTo>
                    <a:pt x="4503" y="3800"/>
                  </a:lnTo>
                  <a:lnTo>
                    <a:pt x="3900" y="3181"/>
                  </a:lnTo>
                  <a:close/>
                  <a:moveTo>
                    <a:pt x="21861" y="3833"/>
                  </a:moveTo>
                  <a:cubicBezTo>
                    <a:pt x="21928" y="3917"/>
                    <a:pt x="22012" y="4001"/>
                    <a:pt x="22095" y="4101"/>
                  </a:cubicBezTo>
                  <a:lnTo>
                    <a:pt x="21526" y="4603"/>
                  </a:lnTo>
                  <a:cubicBezTo>
                    <a:pt x="21442" y="4520"/>
                    <a:pt x="21376" y="4436"/>
                    <a:pt x="21292" y="4336"/>
                  </a:cubicBezTo>
                  <a:lnTo>
                    <a:pt x="21861" y="3833"/>
                  </a:lnTo>
                  <a:close/>
                  <a:moveTo>
                    <a:pt x="21861" y="3750"/>
                  </a:moveTo>
                  <a:lnTo>
                    <a:pt x="21225" y="4336"/>
                  </a:lnTo>
                  <a:lnTo>
                    <a:pt x="21242" y="4352"/>
                  </a:lnTo>
                  <a:cubicBezTo>
                    <a:pt x="21325" y="4453"/>
                    <a:pt x="21409" y="4553"/>
                    <a:pt x="21493" y="4654"/>
                  </a:cubicBezTo>
                  <a:lnTo>
                    <a:pt x="21509" y="4670"/>
                  </a:lnTo>
                  <a:lnTo>
                    <a:pt x="22179" y="4101"/>
                  </a:lnTo>
                  <a:lnTo>
                    <a:pt x="22162" y="4085"/>
                  </a:lnTo>
                  <a:cubicBezTo>
                    <a:pt x="22062" y="3984"/>
                    <a:pt x="21961" y="3867"/>
                    <a:pt x="21878" y="3767"/>
                  </a:cubicBezTo>
                  <a:lnTo>
                    <a:pt x="21861" y="3750"/>
                  </a:lnTo>
                  <a:close/>
                  <a:moveTo>
                    <a:pt x="3013" y="4168"/>
                  </a:moveTo>
                  <a:lnTo>
                    <a:pt x="3599" y="4670"/>
                  </a:lnTo>
                  <a:cubicBezTo>
                    <a:pt x="3532" y="4754"/>
                    <a:pt x="3465" y="4838"/>
                    <a:pt x="3398" y="4938"/>
                  </a:cubicBezTo>
                  <a:lnTo>
                    <a:pt x="2796" y="4453"/>
                  </a:lnTo>
                  <a:cubicBezTo>
                    <a:pt x="2879" y="4352"/>
                    <a:pt x="2946" y="4269"/>
                    <a:pt x="3013" y="4168"/>
                  </a:cubicBezTo>
                  <a:close/>
                  <a:moveTo>
                    <a:pt x="3030" y="4101"/>
                  </a:moveTo>
                  <a:lnTo>
                    <a:pt x="3013" y="4118"/>
                  </a:lnTo>
                  <a:cubicBezTo>
                    <a:pt x="2913" y="4218"/>
                    <a:pt x="2829" y="4336"/>
                    <a:pt x="2729" y="4436"/>
                  </a:cubicBezTo>
                  <a:lnTo>
                    <a:pt x="2712" y="4470"/>
                  </a:lnTo>
                  <a:lnTo>
                    <a:pt x="3398" y="5005"/>
                  </a:lnTo>
                  <a:lnTo>
                    <a:pt x="3415" y="4988"/>
                  </a:lnTo>
                  <a:cubicBezTo>
                    <a:pt x="3499" y="4888"/>
                    <a:pt x="3582" y="4771"/>
                    <a:pt x="3666" y="4670"/>
                  </a:cubicBezTo>
                  <a:lnTo>
                    <a:pt x="3683" y="4654"/>
                  </a:lnTo>
                  <a:lnTo>
                    <a:pt x="3030" y="4101"/>
                  </a:lnTo>
                  <a:close/>
                  <a:moveTo>
                    <a:pt x="22681" y="4804"/>
                  </a:moveTo>
                  <a:cubicBezTo>
                    <a:pt x="22748" y="4888"/>
                    <a:pt x="22815" y="5005"/>
                    <a:pt x="22882" y="5106"/>
                  </a:cubicBezTo>
                  <a:lnTo>
                    <a:pt x="22263" y="5541"/>
                  </a:lnTo>
                  <a:cubicBezTo>
                    <a:pt x="22179" y="5440"/>
                    <a:pt x="22112" y="5357"/>
                    <a:pt x="22045" y="5256"/>
                  </a:cubicBezTo>
                  <a:lnTo>
                    <a:pt x="22681" y="4804"/>
                  </a:lnTo>
                  <a:close/>
                  <a:moveTo>
                    <a:pt x="22681" y="4737"/>
                  </a:moveTo>
                  <a:lnTo>
                    <a:pt x="21978" y="5256"/>
                  </a:lnTo>
                  <a:lnTo>
                    <a:pt x="21995" y="5273"/>
                  </a:lnTo>
                  <a:cubicBezTo>
                    <a:pt x="22079" y="5373"/>
                    <a:pt x="22145" y="5474"/>
                    <a:pt x="22229" y="5591"/>
                  </a:cubicBezTo>
                  <a:lnTo>
                    <a:pt x="22246" y="5608"/>
                  </a:lnTo>
                  <a:lnTo>
                    <a:pt x="22949" y="5122"/>
                  </a:lnTo>
                  <a:lnTo>
                    <a:pt x="22932" y="5089"/>
                  </a:lnTo>
                  <a:cubicBezTo>
                    <a:pt x="22849" y="4972"/>
                    <a:pt x="22765" y="4855"/>
                    <a:pt x="22698" y="4754"/>
                  </a:cubicBezTo>
                  <a:lnTo>
                    <a:pt x="22681" y="4737"/>
                  </a:lnTo>
                  <a:close/>
                  <a:moveTo>
                    <a:pt x="2260" y="5189"/>
                  </a:moveTo>
                  <a:lnTo>
                    <a:pt x="2879" y="5625"/>
                  </a:lnTo>
                  <a:cubicBezTo>
                    <a:pt x="2812" y="5708"/>
                    <a:pt x="2762" y="5809"/>
                    <a:pt x="2695" y="5909"/>
                  </a:cubicBezTo>
                  <a:lnTo>
                    <a:pt x="2059" y="5491"/>
                  </a:lnTo>
                  <a:cubicBezTo>
                    <a:pt x="2126" y="5390"/>
                    <a:pt x="2193" y="5273"/>
                    <a:pt x="2260" y="5189"/>
                  </a:cubicBezTo>
                  <a:close/>
                  <a:moveTo>
                    <a:pt x="2243" y="5106"/>
                  </a:moveTo>
                  <a:lnTo>
                    <a:pt x="2227" y="5122"/>
                  </a:lnTo>
                  <a:cubicBezTo>
                    <a:pt x="2143" y="5240"/>
                    <a:pt x="2076" y="5357"/>
                    <a:pt x="1992" y="5474"/>
                  </a:cubicBezTo>
                  <a:lnTo>
                    <a:pt x="1976" y="5507"/>
                  </a:lnTo>
                  <a:lnTo>
                    <a:pt x="2712" y="5976"/>
                  </a:lnTo>
                  <a:lnTo>
                    <a:pt x="2729" y="5943"/>
                  </a:lnTo>
                  <a:cubicBezTo>
                    <a:pt x="2796" y="5825"/>
                    <a:pt x="2863" y="5725"/>
                    <a:pt x="2946" y="5625"/>
                  </a:cubicBezTo>
                  <a:lnTo>
                    <a:pt x="2963" y="5591"/>
                  </a:lnTo>
                  <a:lnTo>
                    <a:pt x="2243" y="5106"/>
                  </a:lnTo>
                  <a:close/>
                  <a:moveTo>
                    <a:pt x="23367" y="5859"/>
                  </a:moveTo>
                  <a:cubicBezTo>
                    <a:pt x="23434" y="5976"/>
                    <a:pt x="23501" y="6076"/>
                    <a:pt x="23552" y="6177"/>
                  </a:cubicBezTo>
                  <a:lnTo>
                    <a:pt x="22882" y="6562"/>
                  </a:lnTo>
                  <a:cubicBezTo>
                    <a:pt x="22832" y="6445"/>
                    <a:pt x="22782" y="6344"/>
                    <a:pt x="22715" y="6261"/>
                  </a:cubicBezTo>
                  <a:lnTo>
                    <a:pt x="23367" y="5859"/>
                  </a:lnTo>
                  <a:close/>
                  <a:moveTo>
                    <a:pt x="23384" y="5792"/>
                  </a:moveTo>
                  <a:lnTo>
                    <a:pt x="22631" y="6244"/>
                  </a:lnTo>
                  <a:lnTo>
                    <a:pt x="22648" y="6261"/>
                  </a:lnTo>
                  <a:cubicBezTo>
                    <a:pt x="22731" y="6378"/>
                    <a:pt x="22798" y="6478"/>
                    <a:pt x="22849" y="6595"/>
                  </a:cubicBezTo>
                  <a:lnTo>
                    <a:pt x="22865" y="6629"/>
                  </a:lnTo>
                  <a:lnTo>
                    <a:pt x="23618" y="6210"/>
                  </a:lnTo>
                  <a:lnTo>
                    <a:pt x="23602" y="6177"/>
                  </a:lnTo>
                  <a:cubicBezTo>
                    <a:pt x="23535" y="6060"/>
                    <a:pt x="23468" y="5926"/>
                    <a:pt x="23384" y="5809"/>
                  </a:cubicBezTo>
                  <a:lnTo>
                    <a:pt x="23384" y="5792"/>
                  </a:lnTo>
                  <a:close/>
                  <a:moveTo>
                    <a:pt x="1591" y="6261"/>
                  </a:moveTo>
                  <a:lnTo>
                    <a:pt x="2260" y="6629"/>
                  </a:lnTo>
                  <a:cubicBezTo>
                    <a:pt x="2210" y="6729"/>
                    <a:pt x="2143" y="6830"/>
                    <a:pt x="2093" y="6930"/>
                  </a:cubicBezTo>
                  <a:lnTo>
                    <a:pt x="1429" y="6582"/>
                  </a:lnTo>
                  <a:lnTo>
                    <a:pt x="1429" y="6582"/>
                  </a:lnTo>
                  <a:cubicBezTo>
                    <a:pt x="1477" y="6469"/>
                    <a:pt x="1526" y="6357"/>
                    <a:pt x="1591" y="6261"/>
                  </a:cubicBezTo>
                  <a:close/>
                  <a:moveTo>
                    <a:pt x="1574" y="6194"/>
                  </a:moveTo>
                  <a:lnTo>
                    <a:pt x="1557" y="6210"/>
                  </a:lnTo>
                  <a:cubicBezTo>
                    <a:pt x="1473" y="6328"/>
                    <a:pt x="1406" y="6461"/>
                    <a:pt x="1339" y="6579"/>
                  </a:cubicBezTo>
                  <a:lnTo>
                    <a:pt x="1339" y="6612"/>
                  </a:lnTo>
                  <a:lnTo>
                    <a:pt x="2126" y="6997"/>
                  </a:lnTo>
                  <a:lnTo>
                    <a:pt x="2126" y="6980"/>
                  </a:lnTo>
                  <a:cubicBezTo>
                    <a:pt x="2193" y="6863"/>
                    <a:pt x="2260" y="6746"/>
                    <a:pt x="2310" y="6629"/>
                  </a:cubicBezTo>
                  <a:lnTo>
                    <a:pt x="2327" y="6612"/>
                  </a:lnTo>
                  <a:lnTo>
                    <a:pt x="1574" y="6194"/>
                  </a:lnTo>
                  <a:close/>
                  <a:moveTo>
                    <a:pt x="1038" y="7416"/>
                  </a:moveTo>
                  <a:lnTo>
                    <a:pt x="1741" y="7717"/>
                  </a:lnTo>
                  <a:lnTo>
                    <a:pt x="1607" y="8035"/>
                  </a:lnTo>
                  <a:lnTo>
                    <a:pt x="904" y="7750"/>
                  </a:lnTo>
                  <a:cubicBezTo>
                    <a:pt x="938" y="7633"/>
                    <a:pt x="988" y="7516"/>
                    <a:pt x="1038" y="7416"/>
                  </a:cubicBezTo>
                  <a:close/>
                  <a:moveTo>
                    <a:pt x="1005" y="7349"/>
                  </a:moveTo>
                  <a:lnTo>
                    <a:pt x="988" y="7365"/>
                  </a:lnTo>
                  <a:cubicBezTo>
                    <a:pt x="938" y="7499"/>
                    <a:pt x="871" y="7633"/>
                    <a:pt x="821" y="7767"/>
                  </a:cubicBezTo>
                  <a:lnTo>
                    <a:pt x="821" y="7784"/>
                  </a:lnTo>
                  <a:lnTo>
                    <a:pt x="1641" y="8102"/>
                  </a:lnTo>
                  <a:lnTo>
                    <a:pt x="1641" y="8068"/>
                  </a:lnTo>
                  <a:cubicBezTo>
                    <a:pt x="1691" y="7951"/>
                    <a:pt x="1741" y="7834"/>
                    <a:pt x="1791" y="7700"/>
                  </a:cubicBezTo>
                  <a:lnTo>
                    <a:pt x="1791" y="7683"/>
                  </a:lnTo>
                  <a:lnTo>
                    <a:pt x="1005" y="7349"/>
                  </a:lnTo>
                  <a:close/>
                  <a:moveTo>
                    <a:pt x="603" y="8604"/>
                  </a:moveTo>
                  <a:lnTo>
                    <a:pt x="1323" y="8838"/>
                  </a:lnTo>
                  <a:cubicBezTo>
                    <a:pt x="1289" y="8955"/>
                    <a:pt x="1256" y="9056"/>
                    <a:pt x="1222" y="9173"/>
                  </a:cubicBezTo>
                  <a:lnTo>
                    <a:pt x="486" y="8955"/>
                  </a:lnTo>
                  <a:cubicBezTo>
                    <a:pt x="519" y="8838"/>
                    <a:pt x="553" y="8721"/>
                    <a:pt x="603" y="8604"/>
                  </a:cubicBezTo>
                  <a:close/>
                  <a:moveTo>
                    <a:pt x="553" y="8537"/>
                  </a:moveTo>
                  <a:lnTo>
                    <a:pt x="553" y="8570"/>
                  </a:lnTo>
                  <a:cubicBezTo>
                    <a:pt x="503" y="8704"/>
                    <a:pt x="469" y="8838"/>
                    <a:pt x="436" y="8972"/>
                  </a:cubicBezTo>
                  <a:lnTo>
                    <a:pt x="436" y="9006"/>
                  </a:lnTo>
                  <a:lnTo>
                    <a:pt x="1273" y="9223"/>
                  </a:lnTo>
                  <a:lnTo>
                    <a:pt x="1273" y="9207"/>
                  </a:lnTo>
                  <a:cubicBezTo>
                    <a:pt x="1306" y="9073"/>
                    <a:pt x="1339" y="8955"/>
                    <a:pt x="1390" y="8822"/>
                  </a:cubicBezTo>
                  <a:lnTo>
                    <a:pt x="1390" y="8805"/>
                  </a:lnTo>
                  <a:lnTo>
                    <a:pt x="553" y="8537"/>
                  </a:lnTo>
                  <a:close/>
                  <a:moveTo>
                    <a:pt x="285" y="9843"/>
                  </a:moveTo>
                  <a:lnTo>
                    <a:pt x="1021" y="9993"/>
                  </a:lnTo>
                  <a:cubicBezTo>
                    <a:pt x="1005" y="10094"/>
                    <a:pt x="988" y="10211"/>
                    <a:pt x="971" y="10328"/>
                  </a:cubicBezTo>
                  <a:lnTo>
                    <a:pt x="218" y="10194"/>
                  </a:lnTo>
                  <a:cubicBezTo>
                    <a:pt x="235" y="10077"/>
                    <a:pt x="251" y="9960"/>
                    <a:pt x="285" y="9843"/>
                  </a:cubicBezTo>
                  <a:close/>
                  <a:moveTo>
                    <a:pt x="235" y="9776"/>
                  </a:moveTo>
                  <a:lnTo>
                    <a:pt x="235" y="9792"/>
                  </a:lnTo>
                  <a:cubicBezTo>
                    <a:pt x="201" y="9943"/>
                    <a:pt x="168" y="10077"/>
                    <a:pt x="151" y="10211"/>
                  </a:cubicBezTo>
                  <a:lnTo>
                    <a:pt x="151" y="10244"/>
                  </a:lnTo>
                  <a:lnTo>
                    <a:pt x="1005" y="10395"/>
                  </a:lnTo>
                  <a:lnTo>
                    <a:pt x="1005" y="10362"/>
                  </a:lnTo>
                  <a:cubicBezTo>
                    <a:pt x="1038" y="10228"/>
                    <a:pt x="1055" y="10110"/>
                    <a:pt x="1088" y="9977"/>
                  </a:cubicBezTo>
                  <a:lnTo>
                    <a:pt x="1088" y="9943"/>
                  </a:lnTo>
                  <a:lnTo>
                    <a:pt x="235" y="9776"/>
                  </a:lnTo>
                  <a:close/>
                  <a:moveTo>
                    <a:pt x="25041" y="10629"/>
                  </a:moveTo>
                  <a:cubicBezTo>
                    <a:pt x="25058" y="10763"/>
                    <a:pt x="25075" y="10880"/>
                    <a:pt x="25091" y="10998"/>
                  </a:cubicBezTo>
                  <a:lnTo>
                    <a:pt x="24338" y="11081"/>
                  </a:lnTo>
                  <a:cubicBezTo>
                    <a:pt x="24322" y="10964"/>
                    <a:pt x="24305" y="10847"/>
                    <a:pt x="24288" y="10730"/>
                  </a:cubicBezTo>
                  <a:lnTo>
                    <a:pt x="25041" y="10629"/>
                  </a:lnTo>
                  <a:close/>
                  <a:moveTo>
                    <a:pt x="25108" y="10579"/>
                  </a:moveTo>
                  <a:lnTo>
                    <a:pt x="24238" y="10696"/>
                  </a:lnTo>
                  <a:lnTo>
                    <a:pt x="24238" y="10730"/>
                  </a:lnTo>
                  <a:cubicBezTo>
                    <a:pt x="24255" y="10847"/>
                    <a:pt x="24271" y="10981"/>
                    <a:pt x="24288" y="11115"/>
                  </a:cubicBezTo>
                  <a:lnTo>
                    <a:pt x="24288" y="11131"/>
                  </a:lnTo>
                  <a:lnTo>
                    <a:pt x="25158" y="11048"/>
                  </a:lnTo>
                  <a:lnTo>
                    <a:pt x="25158" y="11014"/>
                  </a:lnTo>
                  <a:cubicBezTo>
                    <a:pt x="25142" y="10880"/>
                    <a:pt x="25125" y="10747"/>
                    <a:pt x="25108" y="10596"/>
                  </a:cubicBezTo>
                  <a:lnTo>
                    <a:pt x="25108" y="10579"/>
                  </a:lnTo>
                  <a:close/>
                  <a:moveTo>
                    <a:pt x="101" y="11098"/>
                  </a:moveTo>
                  <a:lnTo>
                    <a:pt x="854" y="11165"/>
                  </a:lnTo>
                  <a:cubicBezTo>
                    <a:pt x="837" y="11282"/>
                    <a:pt x="821" y="11399"/>
                    <a:pt x="821" y="11516"/>
                  </a:cubicBezTo>
                  <a:lnTo>
                    <a:pt x="67" y="11466"/>
                  </a:lnTo>
                  <a:cubicBezTo>
                    <a:pt x="67" y="11349"/>
                    <a:pt x="84" y="11215"/>
                    <a:pt x="101" y="11098"/>
                  </a:cubicBezTo>
                  <a:close/>
                  <a:moveTo>
                    <a:pt x="34" y="11048"/>
                  </a:moveTo>
                  <a:lnTo>
                    <a:pt x="34" y="11065"/>
                  </a:lnTo>
                  <a:cubicBezTo>
                    <a:pt x="34" y="11198"/>
                    <a:pt x="0" y="11349"/>
                    <a:pt x="0" y="11483"/>
                  </a:cubicBezTo>
                  <a:lnTo>
                    <a:pt x="0" y="11516"/>
                  </a:lnTo>
                  <a:lnTo>
                    <a:pt x="871" y="11583"/>
                  </a:lnTo>
                  <a:lnTo>
                    <a:pt x="871" y="11550"/>
                  </a:lnTo>
                  <a:cubicBezTo>
                    <a:pt x="888" y="11416"/>
                    <a:pt x="888" y="11282"/>
                    <a:pt x="904" y="11148"/>
                  </a:cubicBezTo>
                  <a:lnTo>
                    <a:pt x="904" y="11131"/>
                  </a:lnTo>
                  <a:lnTo>
                    <a:pt x="34" y="11048"/>
                  </a:lnTo>
                  <a:close/>
                  <a:moveTo>
                    <a:pt x="25158" y="11901"/>
                  </a:moveTo>
                  <a:lnTo>
                    <a:pt x="25158" y="12270"/>
                  </a:lnTo>
                  <a:lnTo>
                    <a:pt x="24388" y="12270"/>
                  </a:lnTo>
                  <a:lnTo>
                    <a:pt x="24388" y="11918"/>
                  </a:lnTo>
                  <a:lnTo>
                    <a:pt x="25158" y="11901"/>
                  </a:lnTo>
                  <a:close/>
                  <a:moveTo>
                    <a:pt x="25209" y="11851"/>
                  </a:moveTo>
                  <a:lnTo>
                    <a:pt x="24355" y="11885"/>
                  </a:lnTo>
                  <a:lnTo>
                    <a:pt x="24355" y="11901"/>
                  </a:lnTo>
                  <a:lnTo>
                    <a:pt x="24355" y="12303"/>
                  </a:lnTo>
                  <a:lnTo>
                    <a:pt x="24355" y="12320"/>
                  </a:lnTo>
                  <a:lnTo>
                    <a:pt x="25209" y="12320"/>
                  </a:lnTo>
                  <a:lnTo>
                    <a:pt x="25209" y="12286"/>
                  </a:lnTo>
                  <a:lnTo>
                    <a:pt x="25209" y="11868"/>
                  </a:lnTo>
                  <a:lnTo>
                    <a:pt x="25209" y="11851"/>
                  </a:lnTo>
                  <a:close/>
                  <a:moveTo>
                    <a:pt x="804" y="12370"/>
                  </a:moveTo>
                  <a:lnTo>
                    <a:pt x="804" y="12722"/>
                  </a:lnTo>
                  <a:lnTo>
                    <a:pt x="34" y="12738"/>
                  </a:lnTo>
                  <a:lnTo>
                    <a:pt x="34" y="12370"/>
                  </a:lnTo>
                  <a:close/>
                  <a:moveTo>
                    <a:pt x="0" y="12320"/>
                  </a:moveTo>
                  <a:lnTo>
                    <a:pt x="0" y="12353"/>
                  </a:lnTo>
                  <a:lnTo>
                    <a:pt x="0" y="12772"/>
                  </a:lnTo>
                  <a:lnTo>
                    <a:pt x="0" y="12789"/>
                  </a:lnTo>
                  <a:lnTo>
                    <a:pt x="854" y="12772"/>
                  </a:lnTo>
                  <a:lnTo>
                    <a:pt x="854" y="12738"/>
                  </a:lnTo>
                  <a:lnTo>
                    <a:pt x="854" y="12353"/>
                  </a:lnTo>
                  <a:lnTo>
                    <a:pt x="854" y="12320"/>
                  </a:lnTo>
                  <a:close/>
                  <a:moveTo>
                    <a:pt x="24372" y="13107"/>
                  </a:moveTo>
                  <a:lnTo>
                    <a:pt x="25125" y="13174"/>
                  </a:lnTo>
                  <a:cubicBezTo>
                    <a:pt x="25125" y="13291"/>
                    <a:pt x="25108" y="13408"/>
                    <a:pt x="25091" y="13542"/>
                  </a:cubicBezTo>
                  <a:lnTo>
                    <a:pt x="24338" y="13458"/>
                  </a:lnTo>
                  <a:cubicBezTo>
                    <a:pt x="24338" y="13341"/>
                    <a:pt x="24372" y="13224"/>
                    <a:pt x="24372" y="13107"/>
                  </a:cubicBezTo>
                  <a:close/>
                  <a:moveTo>
                    <a:pt x="24305" y="13056"/>
                  </a:moveTo>
                  <a:lnTo>
                    <a:pt x="24305" y="13090"/>
                  </a:lnTo>
                  <a:cubicBezTo>
                    <a:pt x="24305" y="13224"/>
                    <a:pt x="24288" y="13358"/>
                    <a:pt x="24271" y="13475"/>
                  </a:cubicBezTo>
                  <a:lnTo>
                    <a:pt x="24271" y="13508"/>
                  </a:lnTo>
                  <a:lnTo>
                    <a:pt x="25142" y="13592"/>
                  </a:lnTo>
                  <a:lnTo>
                    <a:pt x="25142" y="13559"/>
                  </a:lnTo>
                  <a:cubicBezTo>
                    <a:pt x="25158" y="13425"/>
                    <a:pt x="25158" y="13274"/>
                    <a:pt x="25175" y="13140"/>
                  </a:cubicBezTo>
                  <a:lnTo>
                    <a:pt x="25175" y="13123"/>
                  </a:lnTo>
                  <a:lnTo>
                    <a:pt x="24305" y="13056"/>
                  </a:lnTo>
                  <a:close/>
                  <a:moveTo>
                    <a:pt x="837" y="13559"/>
                  </a:moveTo>
                  <a:cubicBezTo>
                    <a:pt x="854" y="13676"/>
                    <a:pt x="871" y="13793"/>
                    <a:pt x="888" y="13910"/>
                  </a:cubicBezTo>
                  <a:lnTo>
                    <a:pt x="134" y="14011"/>
                  </a:lnTo>
                  <a:cubicBezTo>
                    <a:pt x="118" y="13893"/>
                    <a:pt x="101" y="13776"/>
                    <a:pt x="84" y="13642"/>
                  </a:cubicBezTo>
                  <a:lnTo>
                    <a:pt x="837" y="13559"/>
                  </a:lnTo>
                  <a:close/>
                  <a:moveTo>
                    <a:pt x="888" y="13508"/>
                  </a:moveTo>
                  <a:lnTo>
                    <a:pt x="34" y="13592"/>
                  </a:lnTo>
                  <a:lnTo>
                    <a:pt x="34" y="13626"/>
                  </a:lnTo>
                  <a:cubicBezTo>
                    <a:pt x="51" y="13759"/>
                    <a:pt x="67" y="13910"/>
                    <a:pt x="84" y="14044"/>
                  </a:cubicBezTo>
                  <a:lnTo>
                    <a:pt x="84" y="14061"/>
                  </a:lnTo>
                  <a:lnTo>
                    <a:pt x="938" y="13944"/>
                  </a:lnTo>
                  <a:lnTo>
                    <a:pt x="938" y="13927"/>
                  </a:lnTo>
                  <a:cubicBezTo>
                    <a:pt x="921" y="13793"/>
                    <a:pt x="904" y="13659"/>
                    <a:pt x="888" y="13525"/>
                  </a:cubicBezTo>
                  <a:lnTo>
                    <a:pt x="888" y="13508"/>
                  </a:lnTo>
                  <a:close/>
                  <a:moveTo>
                    <a:pt x="24221" y="14312"/>
                  </a:moveTo>
                  <a:lnTo>
                    <a:pt x="24974" y="14446"/>
                  </a:lnTo>
                  <a:cubicBezTo>
                    <a:pt x="24958" y="14563"/>
                    <a:pt x="24941" y="14680"/>
                    <a:pt x="24907" y="14814"/>
                  </a:cubicBezTo>
                  <a:lnTo>
                    <a:pt x="24154" y="14647"/>
                  </a:lnTo>
                  <a:cubicBezTo>
                    <a:pt x="24188" y="14546"/>
                    <a:pt x="24204" y="14429"/>
                    <a:pt x="24221" y="14312"/>
                  </a:cubicBezTo>
                  <a:close/>
                  <a:moveTo>
                    <a:pt x="24171" y="14245"/>
                  </a:moveTo>
                  <a:lnTo>
                    <a:pt x="24171" y="14278"/>
                  </a:lnTo>
                  <a:cubicBezTo>
                    <a:pt x="24154" y="14412"/>
                    <a:pt x="24121" y="14546"/>
                    <a:pt x="24104" y="14663"/>
                  </a:cubicBezTo>
                  <a:lnTo>
                    <a:pt x="24104" y="14697"/>
                  </a:lnTo>
                  <a:lnTo>
                    <a:pt x="24941" y="14864"/>
                  </a:lnTo>
                  <a:lnTo>
                    <a:pt x="24941" y="14847"/>
                  </a:lnTo>
                  <a:cubicBezTo>
                    <a:pt x="24974" y="14697"/>
                    <a:pt x="25008" y="14563"/>
                    <a:pt x="25025" y="14429"/>
                  </a:cubicBezTo>
                  <a:lnTo>
                    <a:pt x="25025" y="14396"/>
                  </a:lnTo>
                  <a:lnTo>
                    <a:pt x="24171" y="14245"/>
                  </a:lnTo>
                  <a:close/>
                  <a:moveTo>
                    <a:pt x="1038" y="14747"/>
                  </a:moveTo>
                  <a:cubicBezTo>
                    <a:pt x="1055" y="14864"/>
                    <a:pt x="1088" y="14965"/>
                    <a:pt x="1122" y="15082"/>
                  </a:cubicBezTo>
                  <a:lnTo>
                    <a:pt x="369" y="15266"/>
                  </a:lnTo>
                  <a:cubicBezTo>
                    <a:pt x="335" y="15149"/>
                    <a:pt x="318" y="15032"/>
                    <a:pt x="285" y="14898"/>
                  </a:cubicBezTo>
                  <a:lnTo>
                    <a:pt x="1038" y="14747"/>
                  </a:lnTo>
                  <a:close/>
                  <a:moveTo>
                    <a:pt x="1105" y="14680"/>
                  </a:moveTo>
                  <a:lnTo>
                    <a:pt x="235" y="14847"/>
                  </a:lnTo>
                  <a:lnTo>
                    <a:pt x="235" y="14881"/>
                  </a:lnTo>
                  <a:cubicBezTo>
                    <a:pt x="268" y="15015"/>
                    <a:pt x="302" y="15165"/>
                    <a:pt x="335" y="15299"/>
                  </a:cubicBezTo>
                  <a:lnTo>
                    <a:pt x="335" y="15316"/>
                  </a:lnTo>
                  <a:lnTo>
                    <a:pt x="1189" y="15115"/>
                  </a:lnTo>
                  <a:lnTo>
                    <a:pt x="1189" y="15082"/>
                  </a:lnTo>
                  <a:cubicBezTo>
                    <a:pt x="1155" y="14948"/>
                    <a:pt x="1122" y="14831"/>
                    <a:pt x="1105" y="14697"/>
                  </a:cubicBezTo>
                  <a:lnTo>
                    <a:pt x="1105" y="14680"/>
                  </a:lnTo>
                  <a:close/>
                  <a:moveTo>
                    <a:pt x="23970" y="15467"/>
                  </a:moveTo>
                  <a:lnTo>
                    <a:pt x="24706" y="15668"/>
                  </a:lnTo>
                  <a:cubicBezTo>
                    <a:pt x="24673" y="15785"/>
                    <a:pt x="24640" y="15919"/>
                    <a:pt x="24606" y="16036"/>
                  </a:cubicBezTo>
                  <a:lnTo>
                    <a:pt x="23870" y="15802"/>
                  </a:lnTo>
                  <a:cubicBezTo>
                    <a:pt x="23903" y="15684"/>
                    <a:pt x="23937" y="15584"/>
                    <a:pt x="23970" y="15467"/>
                  </a:cubicBezTo>
                  <a:close/>
                  <a:moveTo>
                    <a:pt x="23920" y="15400"/>
                  </a:moveTo>
                  <a:lnTo>
                    <a:pt x="23920" y="15433"/>
                  </a:lnTo>
                  <a:cubicBezTo>
                    <a:pt x="23886" y="15550"/>
                    <a:pt x="23836" y="15684"/>
                    <a:pt x="23803" y="15802"/>
                  </a:cubicBezTo>
                  <a:lnTo>
                    <a:pt x="23803" y="15835"/>
                  </a:lnTo>
                  <a:lnTo>
                    <a:pt x="24623" y="16103"/>
                  </a:lnTo>
                  <a:lnTo>
                    <a:pt x="24623" y="16086"/>
                  </a:lnTo>
                  <a:cubicBezTo>
                    <a:pt x="24673" y="15935"/>
                    <a:pt x="24723" y="15802"/>
                    <a:pt x="24757" y="15668"/>
                  </a:cubicBezTo>
                  <a:lnTo>
                    <a:pt x="24757" y="15634"/>
                  </a:lnTo>
                  <a:lnTo>
                    <a:pt x="23920" y="15400"/>
                  </a:lnTo>
                  <a:close/>
                  <a:moveTo>
                    <a:pt x="1339" y="15902"/>
                  </a:moveTo>
                  <a:cubicBezTo>
                    <a:pt x="1373" y="16019"/>
                    <a:pt x="1406" y="16120"/>
                    <a:pt x="1457" y="16220"/>
                  </a:cubicBezTo>
                  <a:lnTo>
                    <a:pt x="737" y="16488"/>
                  </a:lnTo>
                  <a:cubicBezTo>
                    <a:pt x="687" y="16371"/>
                    <a:pt x="653" y="16237"/>
                    <a:pt x="620" y="16120"/>
                  </a:cubicBezTo>
                  <a:lnTo>
                    <a:pt x="1339" y="15902"/>
                  </a:lnTo>
                  <a:close/>
                  <a:moveTo>
                    <a:pt x="1406" y="15835"/>
                  </a:moveTo>
                  <a:lnTo>
                    <a:pt x="570" y="16086"/>
                  </a:lnTo>
                  <a:lnTo>
                    <a:pt x="570" y="16120"/>
                  </a:lnTo>
                  <a:cubicBezTo>
                    <a:pt x="603" y="16253"/>
                    <a:pt x="653" y="16387"/>
                    <a:pt x="703" y="16521"/>
                  </a:cubicBezTo>
                  <a:lnTo>
                    <a:pt x="703" y="16538"/>
                  </a:lnTo>
                  <a:lnTo>
                    <a:pt x="1524" y="16253"/>
                  </a:lnTo>
                  <a:lnTo>
                    <a:pt x="1524" y="16237"/>
                  </a:lnTo>
                  <a:cubicBezTo>
                    <a:pt x="1473" y="16103"/>
                    <a:pt x="1440" y="15986"/>
                    <a:pt x="1406" y="15852"/>
                  </a:cubicBezTo>
                  <a:lnTo>
                    <a:pt x="1406" y="15835"/>
                  </a:lnTo>
                  <a:close/>
                  <a:moveTo>
                    <a:pt x="23602" y="16605"/>
                  </a:moveTo>
                  <a:lnTo>
                    <a:pt x="24305" y="16890"/>
                  </a:lnTo>
                  <a:cubicBezTo>
                    <a:pt x="24255" y="17007"/>
                    <a:pt x="24221" y="17124"/>
                    <a:pt x="24171" y="17224"/>
                  </a:cubicBezTo>
                  <a:lnTo>
                    <a:pt x="23468" y="16923"/>
                  </a:lnTo>
                  <a:cubicBezTo>
                    <a:pt x="23501" y="16823"/>
                    <a:pt x="23552" y="16722"/>
                    <a:pt x="23602" y="16605"/>
                  </a:cubicBezTo>
                  <a:close/>
                  <a:moveTo>
                    <a:pt x="23535" y="16538"/>
                  </a:moveTo>
                  <a:lnTo>
                    <a:pt x="23535" y="16572"/>
                  </a:lnTo>
                  <a:cubicBezTo>
                    <a:pt x="23485" y="16689"/>
                    <a:pt x="23434" y="16806"/>
                    <a:pt x="23384" y="16940"/>
                  </a:cubicBezTo>
                  <a:lnTo>
                    <a:pt x="23384" y="16957"/>
                  </a:lnTo>
                  <a:lnTo>
                    <a:pt x="24171" y="17308"/>
                  </a:lnTo>
                  <a:lnTo>
                    <a:pt x="24171" y="17275"/>
                  </a:lnTo>
                  <a:cubicBezTo>
                    <a:pt x="24238" y="17141"/>
                    <a:pt x="24288" y="17007"/>
                    <a:pt x="24338" y="16890"/>
                  </a:cubicBezTo>
                  <a:lnTo>
                    <a:pt x="24338" y="16856"/>
                  </a:lnTo>
                  <a:lnTo>
                    <a:pt x="23535" y="16538"/>
                  </a:lnTo>
                  <a:close/>
                  <a:moveTo>
                    <a:pt x="21007" y="20589"/>
                  </a:moveTo>
                  <a:lnTo>
                    <a:pt x="21543" y="21124"/>
                  </a:lnTo>
                  <a:cubicBezTo>
                    <a:pt x="21459" y="21208"/>
                    <a:pt x="21376" y="21292"/>
                    <a:pt x="21275" y="21392"/>
                  </a:cubicBezTo>
                  <a:lnTo>
                    <a:pt x="20756" y="20840"/>
                  </a:lnTo>
                  <a:lnTo>
                    <a:pt x="20773" y="20823"/>
                  </a:lnTo>
                  <a:cubicBezTo>
                    <a:pt x="20840" y="20756"/>
                    <a:pt x="20924" y="20672"/>
                    <a:pt x="21007" y="20589"/>
                  </a:cubicBezTo>
                  <a:close/>
                  <a:moveTo>
                    <a:pt x="21007" y="20522"/>
                  </a:moveTo>
                  <a:lnTo>
                    <a:pt x="20974" y="20539"/>
                  </a:lnTo>
                  <a:cubicBezTo>
                    <a:pt x="20890" y="20639"/>
                    <a:pt x="20790" y="20723"/>
                    <a:pt x="20706" y="20823"/>
                  </a:cubicBezTo>
                  <a:lnTo>
                    <a:pt x="20689" y="20840"/>
                  </a:lnTo>
                  <a:lnTo>
                    <a:pt x="21275" y="21459"/>
                  </a:lnTo>
                  <a:lnTo>
                    <a:pt x="21309" y="21442"/>
                  </a:lnTo>
                  <a:cubicBezTo>
                    <a:pt x="21392" y="21359"/>
                    <a:pt x="21509" y="21242"/>
                    <a:pt x="21610" y="21141"/>
                  </a:cubicBezTo>
                  <a:lnTo>
                    <a:pt x="21627" y="21124"/>
                  </a:lnTo>
                  <a:lnTo>
                    <a:pt x="21007" y="20522"/>
                  </a:lnTo>
                  <a:close/>
                  <a:moveTo>
                    <a:pt x="20103" y="21409"/>
                  </a:moveTo>
                  <a:lnTo>
                    <a:pt x="20589" y="21995"/>
                  </a:lnTo>
                  <a:cubicBezTo>
                    <a:pt x="20488" y="22079"/>
                    <a:pt x="20388" y="22145"/>
                    <a:pt x="20304" y="22229"/>
                  </a:cubicBezTo>
                  <a:lnTo>
                    <a:pt x="19836" y="21627"/>
                  </a:lnTo>
                  <a:lnTo>
                    <a:pt x="19852" y="21610"/>
                  </a:lnTo>
                  <a:cubicBezTo>
                    <a:pt x="19936" y="21543"/>
                    <a:pt x="20036" y="21476"/>
                    <a:pt x="20103" y="21409"/>
                  </a:cubicBezTo>
                  <a:close/>
                  <a:moveTo>
                    <a:pt x="20103" y="21342"/>
                  </a:moveTo>
                  <a:lnTo>
                    <a:pt x="20087" y="21359"/>
                  </a:lnTo>
                  <a:cubicBezTo>
                    <a:pt x="19986" y="21442"/>
                    <a:pt x="19886" y="21509"/>
                    <a:pt x="19769" y="21593"/>
                  </a:cubicBezTo>
                  <a:lnTo>
                    <a:pt x="19752" y="21610"/>
                  </a:lnTo>
                  <a:lnTo>
                    <a:pt x="20288" y="22296"/>
                  </a:lnTo>
                  <a:lnTo>
                    <a:pt x="20304" y="22279"/>
                  </a:lnTo>
                  <a:cubicBezTo>
                    <a:pt x="20438" y="22196"/>
                    <a:pt x="20539" y="22112"/>
                    <a:pt x="20639" y="22012"/>
                  </a:cubicBezTo>
                  <a:lnTo>
                    <a:pt x="20656" y="21995"/>
                  </a:lnTo>
                  <a:lnTo>
                    <a:pt x="20103" y="21342"/>
                  </a:lnTo>
                  <a:close/>
                  <a:moveTo>
                    <a:pt x="6395" y="22346"/>
                  </a:moveTo>
                  <a:lnTo>
                    <a:pt x="6696" y="22514"/>
                  </a:lnTo>
                  <a:lnTo>
                    <a:pt x="6311" y="23183"/>
                  </a:lnTo>
                  <a:cubicBezTo>
                    <a:pt x="6194" y="23116"/>
                    <a:pt x="6093" y="23049"/>
                    <a:pt x="5993" y="22982"/>
                  </a:cubicBezTo>
                  <a:lnTo>
                    <a:pt x="6395" y="22346"/>
                  </a:lnTo>
                  <a:close/>
                  <a:moveTo>
                    <a:pt x="6378" y="22279"/>
                  </a:moveTo>
                  <a:lnTo>
                    <a:pt x="5926" y="23016"/>
                  </a:lnTo>
                  <a:lnTo>
                    <a:pt x="5943" y="23033"/>
                  </a:lnTo>
                  <a:cubicBezTo>
                    <a:pt x="6060" y="23100"/>
                    <a:pt x="6177" y="23167"/>
                    <a:pt x="6311" y="23233"/>
                  </a:cubicBezTo>
                  <a:lnTo>
                    <a:pt x="6328" y="23250"/>
                  </a:lnTo>
                  <a:lnTo>
                    <a:pt x="6763" y="22514"/>
                  </a:lnTo>
                  <a:lnTo>
                    <a:pt x="6746" y="22497"/>
                  </a:lnTo>
                  <a:lnTo>
                    <a:pt x="6395" y="22296"/>
                  </a:lnTo>
                  <a:lnTo>
                    <a:pt x="6378" y="22279"/>
                  </a:lnTo>
                  <a:close/>
                  <a:moveTo>
                    <a:pt x="7449" y="22915"/>
                  </a:moveTo>
                  <a:cubicBezTo>
                    <a:pt x="7549" y="22966"/>
                    <a:pt x="7650" y="23016"/>
                    <a:pt x="7750" y="23066"/>
                  </a:cubicBezTo>
                  <a:lnTo>
                    <a:pt x="7449" y="23769"/>
                  </a:lnTo>
                  <a:lnTo>
                    <a:pt x="7114" y="23602"/>
                  </a:lnTo>
                  <a:lnTo>
                    <a:pt x="7449" y="22915"/>
                  </a:lnTo>
                  <a:close/>
                  <a:moveTo>
                    <a:pt x="7416" y="22865"/>
                  </a:moveTo>
                  <a:lnTo>
                    <a:pt x="7031" y="23635"/>
                  </a:lnTo>
                  <a:lnTo>
                    <a:pt x="7064" y="23635"/>
                  </a:lnTo>
                  <a:cubicBezTo>
                    <a:pt x="7165" y="23685"/>
                    <a:pt x="7282" y="23752"/>
                    <a:pt x="7399" y="23803"/>
                  </a:cubicBezTo>
                  <a:lnTo>
                    <a:pt x="7449" y="23819"/>
                  </a:lnTo>
                  <a:lnTo>
                    <a:pt x="7466" y="23836"/>
                  </a:lnTo>
                  <a:lnTo>
                    <a:pt x="7817" y="23033"/>
                  </a:lnTo>
                  <a:lnTo>
                    <a:pt x="7801" y="23033"/>
                  </a:lnTo>
                  <a:cubicBezTo>
                    <a:pt x="7683" y="22982"/>
                    <a:pt x="7566" y="22932"/>
                    <a:pt x="7449" y="22865"/>
                  </a:cubicBezTo>
                  <a:close/>
                  <a:moveTo>
                    <a:pt x="8537" y="23384"/>
                  </a:moveTo>
                  <a:cubicBezTo>
                    <a:pt x="8654" y="23418"/>
                    <a:pt x="8755" y="23468"/>
                    <a:pt x="8872" y="23501"/>
                  </a:cubicBezTo>
                  <a:lnTo>
                    <a:pt x="8621" y="24221"/>
                  </a:lnTo>
                  <a:cubicBezTo>
                    <a:pt x="8520" y="24188"/>
                    <a:pt x="8386" y="24137"/>
                    <a:pt x="8269" y="24104"/>
                  </a:cubicBezTo>
                  <a:lnTo>
                    <a:pt x="8537" y="23384"/>
                  </a:lnTo>
                  <a:close/>
                  <a:moveTo>
                    <a:pt x="8504" y="23317"/>
                  </a:moveTo>
                  <a:lnTo>
                    <a:pt x="8202" y="24137"/>
                  </a:lnTo>
                  <a:lnTo>
                    <a:pt x="8236" y="24154"/>
                  </a:lnTo>
                  <a:lnTo>
                    <a:pt x="8637" y="24305"/>
                  </a:lnTo>
                  <a:lnTo>
                    <a:pt x="8654" y="24305"/>
                  </a:lnTo>
                  <a:lnTo>
                    <a:pt x="8939" y="23451"/>
                  </a:lnTo>
                  <a:lnTo>
                    <a:pt x="8905" y="23451"/>
                  </a:lnTo>
                  <a:cubicBezTo>
                    <a:pt x="8788" y="23401"/>
                    <a:pt x="8654" y="23367"/>
                    <a:pt x="8537" y="23317"/>
                  </a:cubicBezTo>
                  <a:close/>
                  <a:moveTo>
                    <a:pt x="15919" y="23635"/>
                  </a:moveTo>
                  <a:lnTo>
                    <a:pt x="16136" y="24355"/>
                  </a:lnTo>
                  <a:lnTo>
                    <a:pt x="15768" y="24455"/>
                  </a:lnTo>
                  <a:lnTo>
                    <a:pt x="15584" y="23719"/>
                  </a:lnTo>
                  <a:lnTo>
                    <a:pt x="15601" y="23719"/>
                  </a:lnTo>
                  <a:cubicBezTo>
                    <a:pt x="15701" y="23685"/>
                    <a:pt x="15818" y="23652"/>
                    <a:pt x="15919" y="23635"/>
                  </a:cubicBezTo>
                  <a:close/>
                  <a:moveTo>
                    <a:pt x="15919" y="23585"/>
                  </a:moveTo>
                  <a:cubicBezTo>
                    <a:pt x="15802" y="23618"/>
                    <a:pt x="15668" y="23652"/>
                    <a:pt x="15551" y="23685"/>
                  </a:cubicBezTo>
                  <a:lnTo>
                    <a:pt x="15534" y="23685"/>
                  </a:lnTo>
                  <a:lnTo>
                    <a:pt x="15735" y="24522"/>
                  </a:lnTo>
                  <a:lnTo>
                    <a:pt x="15768" y="24539"/>
                  </a:lnTo>
                  <a:cubicBezTo>
                    <a:pt x="15902" y="24506"/>
                    <a:pt x="16036" y="24472"/>
                    <a:pt x="16170" y="24422"/>
                  </a:cubicBezTo>
                  <a:lnTo>
                    <a:pt x="16203" y="24422"/>
                  </a:lnTo>
                  <a:lnTo>
                    <a:pt x="15969" y="23585"/>
                  </a:lnTo>
                  <a:close/>
                  <a:moveTo>
                    <a:pt x="9675" y="23736"/>
                  </a:moveTo>
                  <a:cubicBezTo>
                    <a:pt x="9792" y="23769"/>
                    <a:pt x="9910" y="23803"/>
                    <a:pt x="10027" y="23819"/>
                  </a:cubicBezTo>
                  <a:lnTo>
                    <a:pt x="9859" y="24573"/>
                  </a:lnTo>
                  <a:lnTo>
                    <a:pt x="9491" y="24472"/>
                  </a:lnTo>
                  <a:lnTo>
                    <a:pt x="9675" y="23736"/>
                  </a:lnTo>
                  <a:close/>
                  <a:moveTo>
                    <a:pt x="9642" y="23685"/>
                  </a:moveTo>
                  <a:lnTo>
                    <a:pt x="9424" y="24522"/>
                  </a:lnTo>
                  <a:lnTo>
                    <a:pt x="9441" y="24522"/>
                  </a:lnTo>
                  <a:lnTo>
                    <a:pt x="9859" y="24623"/>
                  </a:lnTo>
                  <a:lnTo>
                    <a:pt x="9876" y="24623"/>
                  </a:lnTo>
                  <a:lnTo>
                    <a:pt x="10077" y="23769"/>
                  </a:lnTo>
                  <a:lnTo>
                    <a:pt x="10044" y="23769"/>
                  </a:lnTo>
                  <a:cubicBezTo>
                    <a:pt x="9910" y="23736"/>
                    <a:pt x="9792" y="23719"/>
                    <a:pt x="9659" y="23685"/>
                  </a:cubicBezTo>
                  <a:close/>
                  <a:moveTo>
                    <a:pt x="14747" y="23903"/>
                  </a:moveTo>
                  <a:lnTo>
                    <a:pt x="14898" y="24656"/>
                  </a:lnTo>
                  <a:cubicBezTo>
                    <a:pt x="14781" y="24690"/>
                    <a:pt x="14647" y="24706"/>
                    <a:pt x="14529" y="24723"/>
                  </a:cubicBezTo>
                  <a:lnTo>
                    <a:pt x="14412" y="23970"/>
                  </a:lnTo>
                  <a:lnTo>
                    <a:pt x="14429" y="23953"/>
                  </a:lnTo>
                  <a:cubicBezTo>
                    <a:pt x="14546" y="23936"/>
                    <a:pt x="14663" y="23920"/>
                    <a:pt x="14747" y="23903"/>
                  </a:cubicBezTo>
                  <a:close/>
                  <a:moveTo>
                    <a:pt x="10847" y="23987"/>
                  </a:moveTo>
                  <a:lnTo>
                    <a:pt x="11198" y="24037"/>
                  </a:lnTo>
                  <a:lnTo>
                    <a:pt x="11115" y="24790"/>
                  </a:lnTo>
                  <a:cubicBezTo>
                    <a:pt x="10981" y="24773"/>
                    <a:pt x="10864" y="24757"/>
                    <a:pt x="10747" y="24740"/>
                  </a:cubicBezTo>
                  <a:lnTo>
                    <a:pt x="10847" y="23987"/>
                  </a:lnTo>
                  <a:close/>
                  <a:moveTo>
                    <a:pt x="14764" y="23853"/>
                  </a:moveTo>
                  <a:cubicBezTo>
                    <a:pt x="14647" y="23886"/>
                    <a:pt x="14513" y="23903"/>
                    <a:pt x="14379" y="23920"/>
                  </a:cubicBezTo>
                  <a:lnTo>
                    <a:pt x="14345" y="23920"/>
                  </a:lnTo>
                  <a:lnTo>
                    <a:pt x="14479" y="24790"/>
                  </a:lnTo>
                  <a:lnTo>
                    <a:pt x="14513" y="24790"/>
                  </a:lnTo>
                  <a:lnTo>
                    <a:pt x="14931" y="24706"/>
                  </a:lnTo>
                  <a:lnTo>
                    <a:pt x="14965" y="24706"/>
                  </a:lnTo>
                  <a:lnTo>
                    <a:pt x="14797" y="23853"/>
                  </a:lnTo>
                  <a:close/>
                  <a:moveTo>
                    <a:pt x="10814" y="23920"/>
                  </a:moveTo>
                  <a:lnTo>
                    <a:pt x="10680" y="24790"/>
                  </a:lnTo>
                  <a:lnTo>
                    <a:pt x="10730" y="24790"/>
                  </a:lnTo>
                  <a:cubicBezTo>
                    <a:pt x="10864" y="24807"/>
                    <a:pt x="10998" y="24824"/>
                    <a:pt x="11148" y="24840"/>
                  </a:cubicBezTo>
                  <a:lnTo>
                    <a:pt x="11249" y="23970"/>
                  </a:lnTo>
                  <a:lnTo>
                    <a:pt x="11232" y="23970"/>
                  </a:lnTo>
                  <a:cubicBezTo>
                    <a:pt x="11098" y="23953"/>
                    <a:pt x="10964" y="23936"/>
                    <a:pt x="10830" y="23920"/>
                  </a:cubicBezTo>
                  <a:close/>
                  <a:moveTo>
                    <a:pt x="13575" y="24070"/>
                  </a:moveTo>
                  <a:lnTo>
                    <a:pt x="13642" y="24824"/>
                  </a:lnTo>
                  <a:lnTo>
                    <a:pt x="13274" y="24857"/>
                  </a:lnTo>
                  <a:lnTo>
                    <a:pt x="13224" y="24087"/>
                  </a:lnTo>
                  <a:lnTo>
                    <a:pt x="13241" y="24087"/>
                  </a:lnTo>
                  <a:cubicBezTo>
                    <a:pt x="13358" y="24087"/>
                    <a:pt x="13475" y="24087"/>
                    <a:pt x="13575" y="24070"/>
                  </a:cubicBezTo>
                  <a:close/>
                  <a:moveTo>
                    <a:pt x="12387" y="24104"/>
                  </a:moveTo>
                  <a:lnTo>
                    <a:pt x="12387" y="24874"/>
                  </a:lnTo>
                  <a:cubicBezTo>
                    <a:pt x="12253" y="24874"/>
                    <a:pt x="12136" y="24857"/>
                    <a:pt x="12002" y="24857"/>
                  </a:cubicBezTo>
                  <a:lnTo>
                    <a:pt x="12052" y="24104"/>
                  </a:lnTo>
                  <a:close/>
                  <a:moveTo>
                    <a:pt x="13609" y="24020"/>
                  </a:moveTo>
                  <a:cubicBezTo>
                    <a:pt x="13475" y="24020"/>
                    <a:pt x="13341" y="24037"/>
                    <a:pt x="13207" y="24037"/>
                  </a:cubicBezTo>
                  <a:lnTo>
                    <a:pt x="13190" y="24037"/>
                  </a:lnTo>
                  <a:lnTo>
                    <a:pt x="13224" y="24907"/>
                  </a:lnTo>
                  <a:lnTo>
                    <a:pt x="13257" y="24907"/>
                  </a:lnTo>
                  <a:cubicBezTo>
                    <a:pt x="13391" y="24907"/>
                    <a:pt x="13542" y="24891"/>
                    <a:pt x="13676" y="24874"/>
                  </a:cubicBezTo>
                  <a:lnTo>
                    <a:pt x="13709" y="24874"/>
                  </a:lnTo>
                  <a:lnTo>
                    <a:pt x="13626" y="24020"/>
                  </a:lnTo>
                  <a:close/>
                  <a:moveTo>
                    <a:pt x="12002" y="24037"/>
                  </a:moveTo>
                  <a:lnTo>
                    <a:pt x="11952" y="24907"/>
                  </a:lnTo>
                  <a:lnTo>
                    <a:pt x="11985" y="24907"/>
                  </a:lnTo>
                  <a:lnTo>
                    <a:pt x="12404" y="24924"/>
                  </a:lnTo>
                  <a:lnTo>
                    <a:pt x="12437" y="24924"/>
                  </a:lnTo>
                  <a:lnTo>
                    <a:pt x="12437" y="24054"/>
                  </a:lnTo>
                  <a:lnTo>
                    <a:pt x="12420" y="24054"/>
                  </a:lnTo>
                  <a:cubicBezTo>
                    <a:pt x="12286" y="24037"/>
                    <a:pt x="12153" y="24037"/>
                    <a:pt x="12019" y="2403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1" name="Google Shape;471;p16"/>
          <p:cNvGrpSpPr/>
          <p:nvPr/>
        </p:nvGrpSpPr>
        <p:grpSpPr>
          <a:xfrm rot="5400000">
            <a:off x="8619784" y="322961"/>
            <a:ext cx="461890" cy="265309"/>
            <a:chOff x="5170200" y="1827055"/>
            <a:chExt cx="336458" cy="193247"/>
          </a:xfrm>
        </p:grpSpPr>
        <p:sp>
          <p:nvSpPr>
            <p:cNvPr id="472" name="Google Shape;472;p16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 flipH="1">
              <a:off x="5331652" y="1832505"/>
              <a:ext cx="747" cy="124276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5467914" y="1829519"/>
              <a:ext cx="1548" cy="122937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17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484" name="Google Shape;484;p17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485" name="Google Shape;485;p17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17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17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88" name="Google Shape;488;p17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9" name="Google Shape;48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17"/>
          <p:cNvSpPr txBox="1">
            <a:spLocks noGrp="1"/>
          </p:cNvSpPr>
          <p:nvPr>
            <p:ph type="subTitle" idx="1"/>
          </p:nvPr>
        </p:nvSpPr>
        <p:spPr>
          <a:xfrm>
            <a:off x="1437375" y="3866250"/>
            <a:ext cx="6269400" cy="5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17"/>
          <p:cNvSpPr/>
          <p:nvPr/>
        </p:nvSpPr>
        <p:spPr>
          <a:xfrm rot="10800000" flipH="1">
            <a:off x="6965833" y="2747700"/>
            <a:ext cx="3528600" cy="35286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7"/>
          <p:cNvSpPr/>
          <p:nvPr/>
        </p:nvSpPr>
        <p:spPr>
          <a:xfrm rot="10800000" flipH="1">
            <a:off x="-1350437" y="-1306844"/>
            <a:ext cx="3528600" cy="35286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17"/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494" name="Google Shape;494;p17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4" name="Google Shape;504;p17"/>
          <p:cNvGrpSpPr/>
          <p:nvPr/>
        </p:nvGrpSpPr>
        <p:grpSpPr>
          <a:xfrm rot="5400000">
            <a:off x="8421322" y="4290811"/>
            <a:ext cx="362756" cy="761422"/>
            <a:chOff x="3447799" y="586188"/>
            <a:chExt cx="362756" cy="761422"/>
          </a:xfrm>
        </p:grpSpPr>
        <p:sp>
          <p:nvSpPr>
            <p:cNvPr id="505" name="Google Shape;505;p17"/>
            <p:cNvSpPr/>
            <p:nvPr/>
          </p:nvSpPr>
          <p:spPr>
            <a:xfrm>
              <a:off x="3762429" y="1074504"/>
              <a:ext cx="40626" cy="35146"/>
            </a:xfrm>
            <a:custGeom>
              <a:avLst/>
              <a:gdLst/>
              <a:ahLst/>
              <a:cxnLst/>
              <a:rect l="l" t="t" r="r" b="b"/>
              <a:pathLst>
                <a:path w="1809" h="1565" extrusionOk="0">
                  <a:moveTo>
                    <a:pt x="1038" y="0"/>
                  </a:moveTo>
                  <a:cubicBezTo>
                    <a:pt x="335" y="0"/>
                    <a:pt x="0" y="837"/>
                    <a:pt x="486" y="1339"/>
                  </a:cubicBezTo>
                  <a:cubicBezTo>
                    <a:pt x="641" y="1495"/>
                    <a:pt x="833" y="1565"/>
                    <a:pt x="1022" y="1565"/>
                  </a:cubicBezTo>
                  <a:cubicBezTo>
                    <a:pt x="1422" y="1565"/>
                    <a:pt x="1808" y="1253"/>
                    <a:pt x="1808" y="787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3717312" y="1166221"/>
              <a:ext cx="41007" cy="40626"/>
            </a:xfrm>
            <a:custGeom>
              <a:avLst/>
              <a:gdLst/>
              <a:ahLst/>
              <a:cxnLst/>
              <a:rect l="l" t="t" r="r" b="b"/>
              <a:pathLst>
                <a:path w="1826" h="1809" fill="none" extrusionOk="0">
                  <a:moveTo>
                    <a:pt x="1825" y="770"/>
                  </a:moveTo>
                  <a:cubicBezTo>
                    <a:pt x="1825" y="1457"/>
                    <a:pt x="988" y="1808"/>
                    <a:pt x="486" y="1323"/>
                  </a:cubicBezTo>
                  <a:cubicBezTo>
                    <a:pt x="1" y="821"/>
                    <a:pt x="352" y="1"/>
                    <a:pt x="1038" y="1"/>
                  </a:cubicBezTo>
                  <a:cubicBezTo>
                    <a:pt x="1474" y="1"/>
                    <a:pt x="1825" y="335"/>
                    <a:pt x="1825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3504931" y="1038415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8" y="770"/>
                  </a:moveTo>
                  <a:cubicBezTo>
                    <a:pt x="1808" y="1457"/>
                    <a:pt x="971" y="1808"/>
                    <a:pt x="486" y="1323"/>
                  </a:cubicBezTo>
                  <a:cubicBezTo>
                    <a:pt x="0" y="837"/>
                    <a:pt x="335" y="0"/>
                    <a:pt x="1038" y="0"/>
                  </a:cubicBezTo>
                  <a:cubicBezTo>
                    <a:pt x="1457" y="0"/>
                    <a:pt x="1808" y="335"/>
                    <a:pt x="1808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3642124" y="1151938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9" y="770"/>
                  </a:moveTo>
                  <a:cubicBezTo>
                    <a:pt x="1809" y="1473"/>
                    <a:pt x="972" y="1808"/>
                    <a:pt x="486" y="1323"/>
                  </a:cubicBezTo>
                  <a:cubicBezTo>
                    <a:pt x="1" y="837"/>
                    <a:pt x="352" y="0"/>
                    <a:pt x="1039" y="0"/>
                  </a:cubicBezTo>
                  <a:cubicBezTo>
                    <a:pt x="1474" y="0"/>
                    <a:pt x="1809" y="352"/>
                    <a:pt x="1809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3508322" y="1295149"/>
              <a:ext cx="40985" cy="41007"/>
            </a:xfrm>
            <a:custGeom>
              <a:avLst/>
              <a:gdLst/>
              <a:ahLst/>
              <a:cxnLst/>
              <a:rect l="l" t="t" r="r" b="b"/>
              <a:pathLst>
                <a:path w="1825" h="1826" fill="none" extrusionOk="0">
                  <a:moveTo>
                    <a:pt x="1825" y="788"/>
                  </a:moveTo>
                  <a:cubicBezTo>
                    <a:pt x="1825" y="1474"/>
                    <a:pt x="988" y="1825"/>
                    <a:pt x="485" y="1340"/>
                  </a:cubicBezTo>
                  <a:cubicBezTo>
                    <a:pt x="0" y="838"/>
                    <a:pt x="352" y="1"/>
                    <a:pt x="1038" y="18"/>
                  </a:cubicBezTo>
                  <a:cubicBezTo>
                    <a:pt x="1473" y="18"/>
                    <a:pt x="1808" y="352"/>
                    <a:pt x="1825" y="78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3473356" y="983147"/>
              <a:ext cx="40985" cy="35056"/>
            </a:xfrm>
            <a:custGeom>
              <a:avLst/>
              <a:gdLst/>
              <a:ahLst/>
              <a:cxnLst/>
              <a:rect l="l" t="t" r="r" b="b"/>
              <a:pathLst>
                <a:path w="1825" h="1561" extrusionOk="0">
                  <a:moveTo>
                    <a:pt x="1055" y="1"/>
                  </a:moveTo>
                  <a:cubicBezTo>
                    <a:pt x="352" y="1"/>
                    <a:pt x="0" y="838"/>
                    <a:pt x="502" y="1323"/>
                  </a:cubicBezTo>
                  <a:cubicBezTo>
                    <a:pt x="661" y="1487"/>
                    <a:pt x="857" y="1560"/>
                    <a:pt x="1049" y="1560"/>
                  </a:cubicBezTo>
                  <a:cubicBezTo>
                    <a:pt x="1445" y="1560"/>
                    <a:pt x="1825" y="1250"/>
                    <a:pt x="1825" y="788"/>
                  </a:cubicBezTo>
                  <a:cubicBezTo>
                    <a:pt x="1825" y="352"/>
                    <a:pt x="14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3615445" y="1200042"/>
              <a:ext cx="40626" cy="34876"/>
            </a:xfrm>
            <a:custGeom>
              <a:avLst/>
              <a:gdLst/>
              <a:ahLst/>
              <a:cxnLst/>
              <a:rect l="l" t="t" r="r" b="b"/>
              <a:pathLst>
                <a:path w="1809" h="1553" extrusionOk="0">
                  <a:moveTo>
                    <a:pt x="1038" y="1"/>
                  </a:moveTo>
                  <a:cubicBezTo>
                    <a:pt x="335" y="1"/>
                    <a:pt x="1" y="838"/>
                    <a:pt x="486" y="1323"/>
                  </a:cubicBezTo>
                  <a:cubicBezTo>
                    <a:pt x="644" y="1481"/>
                    <a:pt x="839" y="1552"/>
                    <a:pt x="1030" y="1552"/>
                  </a:cubicBezTo>
                  <a:cubicBezTo>
                    <a:pt x="1427" y="1552"/>
                    <a:pt x="1808" y="1245"/>
                    <a:pt x="1808" y="771"/>
                  </a:cubicBezTo>
                  <a:cubicBezTo>
                    <a:pt x="1808" y="352"/>
                    <a:pt x="1457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7"/>
            <p:cNvSpPr/>
            <p:nvPr/>
          </p:nvSpPr>
          <p:spPr>
            <a:xfrm>
              <a:off x="3574100" y="926397"/>
              <a:ext cx="40985" cy="35146"/>
            </a:xfrm>
            <a:custGeom>
              <a:avLst/>
              <a:gdLst/>
              <a:ahLst/>
              <a:cxnLst/>
              <a:rect l="l" t="t" r="r" b="b"/>
              <a:pathLst>
                <a:path w="1825" h="1565" extrusionOk="0">
                  <a:moveTo>
                    <a:pt x="1038" y="0"/>
                  </a:moveTo>
                  <a:cubicBezTo>
                    <a:pt x="352" y="0"/>
                    <a:pt x="0" y="837"/>
                    <a:pt x="486" y="1339"/>
                  </a:cubicBezTo>
                  <a:cubicBezTo>
                    <a:pt x="647" y="1495"/>
                    <a:pt x="842" y="1565"/>
                    <a:pt x="1034" y="1565"/>
                  </a:cubicBezTo>
                  <a:cubicBezTo>
                    <a:pt x="1439" y="1565"/>
                    <a:pt x="1825" y="1253"/>
                    <a:pt x="1825" y="787"/>
                  </a:cubicBezTo>
                  <a:cubicBezTo>
                    <a:pt x="1825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7"/>
            <p:cNvSpPr/>
            <p:nvPr/>
          </p:nvSpPr>
          <p:spPr>
            <a:xfrm>
              <a:off x="3574100" y="1312823"/>
              <a:ext cx="40985" cy="34787"/>
            </a:xfrm>
            <a:custGeom>
              <a:avLst/>
              <a:gdLst/>
              <a:ahLst/>
              <a:cxnLst/>
              <a:rect l="l" t="t" r="r" b="b"/>
              <a:pathLst>
                <a:path w="1825" h="1549" extrusionOk="0">
                  <a:moveTo>
                    <a:pt x="1038" y="1"/>
                  </a:moveTo>
                  <a:cubicBezTo>
                    <a:pt x="352" y="1"/>
                    <a:pt x="0" y="837"/>
                    <a:pt x="486" y="1323"/>
                  </a:cubicBezTo>
                  <a:cubicBezTo>
                    <a:pt x="647" y="1479"/>
                    <a:pt x="842" y="1548"/>
                    <a:pt x="1034" y="1548"/>
                  </a:cubicBezTo>
                  <a:cubicBezTo>
                    <a:pt x="1439" y="1548"/>
                    <a:pt x="1825" y="1237"/>
                    <a:pt x="1825" y="771"/>
                  </a:cubicBezTo>
                  <a:cubicBezTo>
                    <a:pt x="1825" y="352"/>
                    <a:pt x="1473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7"/>
            <p:cNvSpPr/>
            <p:nvPr/>
          </p:nvSpPr>
          <p:spPr>
            <a:xfrm>
              <a:off x="3638756" y="1272983"/>
              <a:ext cx="40626" cy="34854"/>
            </a:xfrm>
            <a:custGeom>
              <a:avLst/>
              <a:gdLst/>
              <a:ahLst/>
              <a:cxnLst/>
              <a:rect l="l" t="t" r="r" b="b"/>
              <a:pathLst>
                <a:path w="1809" h="1552" extrusionOk="0">
                  <a:moveTo>
                    <a:pt x="1038" y="0"/>
                  </a:moveTo>
                  <a:cubicBezTo>
                    <a:pt x="352" y="0"/>
                    <a:pt x="0" y="837"/>
                    <a:pt x="486" y="1323"/>
                  </a:cubicBezTo>
                  <a:cubicBezTo>
                    <a:pt x="643" y="1480"/>
                    <a:pt x="838" y="1551"/>
                    <a:pt x="1030" y="1551"/>
                  </a:cubicBezTo>
                  <a:cubicBezTo>
                    <a:pt x="1427" y="1551"/>
                    <a:pt x="1808" y="1245"/>
                    <a:pt x="1808" y="770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7"/>
            <p:cNvSpPr/>
            <p:nvPr/>
          </p:nvSpPr>
          <p:spPr>
            <a:xfrm>
              <a:off x="3447799" y="996307"/>
              <a:ext cx="124055" cy="302255"/>
            </a:xfrm>
            <a:custGeom>
              <a:avLst/>
              <a:gdLst/>
              <a:ahLst/>
              <a:cxnLst/>
              <a:rect l="l" t="t" r="r" b="b"/>
              <a:pathLst>
                <a:path w="5524" h="13459" fill="none" extrusionOk="0">
                  <a:moveTo>
                    <a:pt x="0" y="1"/>
                  </a:moveTo>
                  <a:lnTo>
                    <a:pt x="0" y="2009"/>
                  </a:lnTo>
                  <a:lnTo>
                    <a:pt x="5524" y="7483"/>
                  </a:lnTo>
                  <a:lnTo>
                    <a:pt x="5524" y="12270"/>
                  </a:lnTo>
                  <a:lnTo>
                    <a:pt x="4252" y="1345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7"/>
            <p:cNvSpPr/>
            <p:nvPr/>
          </p:nvSpPr>
          <p:spPr>
            <a:xfrm>
              <a:off x="3597411" y="961341"/>
              <a:ext cx="22" cy="368797"/>
            </a:xfrm>
            <a:custGeom>
              <a:avLst/>
              <a:gdLst/>
              <a:ahLst/>
              <a:cxnLst/>
              <a:rect l="l" t="t" r="r" b="b"/>
              <a:pathLst>
                <a:path w="1" h="16422" fill="none" extrusionOk="0">
                  <a:moveTo>
                    <a:pt x="0" y="1"/>
                  </a:moveTo>
                  <a:lnTo>
                    <a:pt x="0" y="16422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7"/>
            <p:cNvSpPr/>
            <p:nvPr/>
          </p:nvSpPr>
          <p:spPr>
            <a:xfrm>
              <a:off x="3497026" y="594475"/>
              <a:ext cx="72201" cy="388694"/>
            </a:xfrm>
            <a:custGeom>
              <a:avLst/>
              <a:gdLst/>
              <a:ahLst/>
              <a:cxnLst/>
              <a:rect l="l" t="t" r="r" b="b"/>
              <a:pathLst>
                <a:path w="3215" h="17308" fill="none" extrusionOk="0">
                  <a:moveTo>
                    <a:pt x="1" y="17308"/>
                  </a:moveTo>
                  <a:lnTo>
                    <a:pt x="1" y="6997"/>
                  </a:lnTo>
                  <a:lnTo>
                    <a:pt x="3215" y="3783"/>
                  </a:lnTo>
                  <a:lnTo>
                    <a:pt x="3215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7"/>
            <p:cNvSpPr/>
            <p:nvPr/>
          </p:nvSpPr>
          <p:spPr>
            <a:xfrm>
              <a:off x="3528242" y="586188"/>
              <a:ext cx="69192" cy="451867"/>
            </a:xfrm>
            <a:custGeom>
              <a:avLst/>
              <a:gdLst/>
              <a:ahLst/>
              <a:cxnLst/>
              <a:rect l="l" t="t" r="r" b="b"/>
              <a:pathLst>
                <a:path w="3081" h="20121" fill="none" extrusionOk="0">
                  <a:moveTo>
                    <a:pt x="3080" y="1"/>
                  </a:moveTo>
                  <a:lnTo>
                    <a:pt x="3080" y="7366"/>
                  </a:lnTo>
                  <a:lnTo>
                    <a:pt x="0" y="10596"/>
                  </a:lnTo>
                  <a:lnTo>
                    <a:pt x="0" y="2012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7"/>
            <p:cNvSpPr/>
            <p:nvPr/>
          </p:nvSpPr>
          <p:spPr>
            <a:xfrm>
              <a:off x="3638756" y="647857"/>
              <a:ext cx="42871" cy="559731"/>
            </a:xfrm>
            <a:custGeom>
              <a:avLst/>
              <a:gdLst/>
              <a:ahLst/>
              <a:cxnLst/>
              <a:rect l="l" t="t" r="r" b="b"/>
              <a:pathLst>
                <a:path w="1909" h="24924" fill="none" extrusionOk="0">
                  <a:moveTo>
                    <a:pt x="268" y="0"/>
                  </a:moveTo>
                  <a:lnTo>
                    <a:pt x="268" y="1440"/>
                  </a:lnTo>
                  <a:lnTo>
                    <a:pt x="1908" y="3097"/>
                  </a:lnTo>
                  <a:lnTo>
                    <a:pt x="1908" y="12186"/>
                  </a:lnTo>
                  <a:lnTo>
                    <a:pt x="0" y="14094"/>
                  </a:lnTo>
                  <a:lnTo>
                    <a:pt x="0" y="24924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7"/>
            <p:cNvSpPr/>
            <p:nvPr/>
          </p:nvSpPr>
          <p:spPr>
            <a:xfrm>
              <a:off x="3665435" y="616641"/>
              <a:ext cx="43635" cy="534938"/>
            </a:xfrm>
            <a:custGeom>
              <a:avLst/>
              <a:gdLst/>
              <a:ahLst/>
              <a:cxnLst/>
              <a:rect l="l" t="t" r="r" b="b"/>
              <a:pathLst>
                <a:path w="1943" h="23820" fill="none" extrusionOk="0">
                  <a:moveTo>
                    <a:pt x="1" y="23820"/>
                  </a:moveTo>
                  <a:lnTo>
                    <a:pt x="1" y="16103"/>
                  </a:lnTo>
                  <a:lnTo>
                    <a:pt x="1942" y="14162"/>
                  </a:lnTo>
                  <a:lnTo>
                    <a:pt x="1942" y="4236"/>
                  </a:lnTo>
                  <a:lnTo>
                    <a:pt x="436" y="2880"/>
                  </a:lnTo>
                  <a:lnTo>
                    <a:pt x="436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7"/>
            <p:cNvSpPr/>
            <p:nvPr/>
          </p:nvSpPr>
          <p:spPr>
            <a:xfrm>
              <a:off x="3665431" y="589824"/>
              <a:ext cx="95130" cy="700509"/>
            </a:xfrm>
            <a:custGeom>
              <a:avLst/>
              <a:gdLst/>
              <a:ahLst/>
              <a:cxnLst/>
              <a:rect l="l" t="t" r="r" b="b"/>
              <a:pathLst>
                <a:path w="4236" h="31420" fill="none" extrusionOk="0">
                  <a:moveTo>
                    <a:pt x="4236" y="1"/>
                  </a:moveTo>
                  <a:lnTo>
                    <a:pt x="1808" y="2428"/>
                  </a:lnTo>
                  <a:lnTo>
                    <a:pt x="1808" y="4119"/>
                  </a:lnTo>
                  <a:lnTo>
                    <a:pt x="3064" y="5374"/>
                  </a:lnTo>
                  <a:lnTo>
                    <a:pt x="3064" y="16204"/>
                  </a:lnTo>
                  <a:lnTo>
                    <a:pt x="1273" y="17995"/>
                  </a:lnTo>
                  <a:lnTo>
                    <a:pt x="1273" y="29009"/>
                  </a:lnTo>
                  <a:lnTo>
                    <a:pt x="1" y="30281"/>
                  </a:lnTo>
                  <a:lnTo>
                    <a:pt x="1" y="3141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7"/>
            <p:cNvSpPr/>
            <p:nvPr/>
          </p:nvSpPr>
          <p:spPr>
            <a:xfrm>
              <a:off x="3740623" y="668136"/>
              <a:ext cx="50776" cy="498107"/>
            </a:xfrm>
            <a:custGeom>
              <a:avLst/>
              <a:gdLst/>
              <a:ahLst/>
              <a:cxnLst/>
              <a:rect l="l" t="t" r="r" b="b"/>
              <a:pathLst>
                <a:path w="2261" h="22180" fill="none" extrusionOk="0">
                  <a:moveTo>
                    <a:pt x="603" y="1"/>
                  </a:moveTo>
                  <a:lnTo>
                    <a:pt x="603" y="6914"/>
                  </a:lnTo>
                  <a:lnTo>
                    <a:pt x="2260" y="8588"/>
                  </a:lnTo>
                  <a:lnTo>
                    <a:pt x="2260" y="12421"/>
                  </a:lnTo>
                  <a:lnTo>
                    <a:pt x="0" y="14664"/>
                  </a:lnTo>
                  <a:lnTo>
                    <a:pt x="0" y="2218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7"/>
            <p:cNvSpPr/>
            <p:nvPr/>
          </p:nvSpPr>
          <p:spPr>
            <a:xfrm>
              <a:off x="3760924" y="638829"/>
              <a:ext cx="49631" cy="439067"/>
            </a:xfrm>
            <a:custGeom>
              <a:avLst/>
              <a:gdLst/>
              <a:ahLst/>
              <a:cxnLst/>
              <a:rect l="l" t="t" r="r" b="b"/>
              <a:pathLst>
                <a:path w="2210" h="19551" fill="none" extrusionOk="0">
                  <a:moveTo>
                    <a:pt x="670" y="19551"/>
                  </a:moveTo>
                  <a:lnTo>
                    <a:pt x="0" y="18898"/>
                  </a:lnTo>
                  <a:lnTo>
                    <a:pt x="0" y="16421"/>
                  </a:lnTo>
                  <a:lnTo>
                    <a:pt x="2210" y="14195"/>
                  </a:lnTo>
                  <a:lnTo>
                    <a:pt x="2210" y="9776"/>
                  </a:lnTo>
                  <a:lnTo>
                    <a:pt x="268" y="7834"/>
                  </a:lnTo>
                  <a:lnTo>
                    <a:pt x="268" y="1842"/>
                  </a:lnTo>
                  <a:lnTo>
                    <a:pt x="1088" y="1038"/>
                  </a:lnTo>
                  <a:lnTo>
                    <a:pt x="1088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8"/>
          <p:cNvSpPr/>
          <p:nvPr/>
        </p:nvSpPr>
        <p:spPr>
          <a:xfrm flipH="1">
            <a:off x="-1145823" y="2936031"/>
            <a:ext cx="3540900" cy="35409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8"/>
          <p:cNvSpPr/>
          <p:nvPr/>
        </p:nvSpPr>
        <p:spPr>
          <a:xfrm flipH="1">
            <a:off x="6748163" y="-1298775"/>
            <a:ext cx="3540900" cy="35409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7" name="Google Shape;527;p18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528" name="Google Shape;528;p18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529" name="Google Shape;529;p18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8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8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532" name="Google Shape;532;p18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33" name="Google Shape;533;p18"/>
          <p:cNvGrpSpPr/>
          <p:nvPr/>
        </p:nvGrpSpPr>
        <p:grpSpPr>
          <a:xfrm rot="5400000" flipH="1">
            <a:off x="8080615" y="116026"/>
            <a:ext cx="578596" cy="1216867"/>
            <a:chOff x="3447799" y="584684"/>
            <a:chExt cx="362756" cy="762926"/>
          </a:xfrm>
        </p:grpSpPr>
        <p:sp>
          <p:nvSpPr>
            <p:cNvPr id="534" name="Google Shape;534;p18"/>
            <p:cNvSpPr/>
            <p:nvPr/>
          </p:nvSpPr>
          <p:spPr>
            <a:xfrm>
              <a:off x="3762429" y="1074504"/>
              <a:ext cx="40626" cy="35146"/>
            </a:xfrm>
            <a:custGeom>
              <a:avLst/>
              <a:gdLst/>
              <a:ahLst/>
              <a:cxnLst/>
              <a:rect l="l" t="t" r="r" b="b"/>
              <a:pathLst>
                <a:path w="1809" h="1565" extrusionOk="0">
                  <a:moveTo>
                    <a:pt x="1038" y="0"/>
                  </a:moveTo>
                  <a:cubicBezTo>
                    <a:pt x="335" y="0"/>
                    <a:pt x="0" y="837"/>
                    <a:pt x="486" y="1339"/>
                  </a:cubicBezTo>
                  <a:cubicBezTo>
                    <a:pt x="641" y="1495"/>
                    <a:pt x="833" y="1565"/>
                    <a:pt x="1022" y="1565"/>
                  </a:cubicBezTo>
                  <a:cubicBezTo>
                    <a:pt x="1422" y="1565"/>
                    <a:pt x="1808" y="1253"/>
                    <a:pt x="1808" y="787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3717312" y="1166221"/>
              <a:ext cx="41007" cy="40626"/>
            </a:xfrm>
            <a:custGeom>
              <a:avLst/>
              <a:gdLst/>
              <a:ahLst/>
              <a:cxnLst/>
              <a:rect l="l" t="t" r="r" b="b"/>
              <a:pathLst>
                <a:path w="1826" h="1809" fill="none" extrusionOk="0">
                  <a:moveTo>
                    <a:pt x="1825" y="770"/>
                  </a:moveTo>
                  <a:cubicBezTo>
                    <a:pt x="1825" y="1457"/>
                    <a:pt x="988" y="1808"/>
                    <a:pt x="486" y="1323"/>
                  </a:cubicBezTo>
                  <a:cubicBezTo>
                    <a:pt x="1" y="821"/>
                    <a:pt x="352" y="1"/>
                    <a:pt x="1038" y="1"/>
                  </a:cubicBezTo>
                  <a:cubicBezTo>
                    <a:pt x="1474" y="1"/>
                    <a:pt x="1825" y="335"/>
                    <a:pt x="1825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3504931" y="1038415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8" y="770"/>
                  </a:moveTo>
                  <a:cubicBezTo>
                    <a:pt x="1808" y="1457"/>
                    <a:pt x="971" y="1808"/>
                    <a:pt x="486" y="1323"/>
                  </a:cubicBezTo>
                  <a:cubicBezTo>
                    <a:pt x="0" y="837"/>
                    <a:pt x="335" y="0"/>
                    <a:pt x="1038" y="0"/>
                  </a:cubicBezTo>
                  <a:cubicBezTo>
                    <a:pt x="1457" y="0"/>
                    <a:pt x="1808" y="335"/>
                    <a:pt x="1808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3642124" y="1151938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9" y="770"/>
                  </a:moveTo>
                  <a:cubicBezTo>
                    <a:pt x="1809" y="1473"/>
                    <a:pt x="972" y="1808"/>
                    <a:pt x="486" y="1323"/>
                  </a:cubicBezTo>
                  <a:cubicBezTo>
                    <a:pt x="1" y="837"/>
                    <a:pt x="352" y="0"/>
                    <a:pt x="1039" y="0"/>
                  </a:cubicBezTo>
                  <a:cubicBezTo>
                    <a:pt x="1474" y="0"/>
                    <a:pt x="1809" y="352"/>
                    <a:pt x="1809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3508322" y="1295149"/>
              <a:ext cx="40985" cy="41007"/>
            </a:xfrm>
            <a:custGeom>
              <a:avLst/>
              <a:gdLst/>
              <a:ahLst/>
              <a:cxnLst/>
              <a:rect l="l" t="t" r="r" b="b"/>
              <a:pathLst>
                <a:path w="1825" h="1826" fill="none" extrusionOk="0">
                  <a:moveTo>
                    <a:pt x="1825" y="788"/>
                  </a:moveTo>
                  <a:cubicBezTo>
                    <a:pt x="1825" y="1474"/>
                    <a:pt x="988" y="1825"/>
                    <a:pt x="485" y="1340"/>
                  </a:cubicBezTo>
                  <a:cubicBezTo>
                    <a:pt x="0" y="838"/>
                    <a:pt x="352" y="1"/>
                    <a:pt x="1038" y="18"/>
                  </a:cubicBezTo>
                  <a:cubicBezTo>
                    <a:pt x="1473" y="18"/>
                    <a:pt x="1808" y="352"/>
                    <a:pt x="1825" y="78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3473356" y="983147"/>
              <a:ext cx="40985" cy="35056"/>
            </a:xfrm>
            <a:custGeom>
              <a:avLst/>
              <a:gdLst/>
              <a:ahLst/>
              <a:cxnLst/>
              <a:rect l="l" t="t" r="r" b="b"/>
              <a:pathLst>
                <a:path w="1825" h="1561" extrusionOk="0">
                  <a:moveTo>
                    <a:pt x="1055" y="1"/>
                  </a:moveTo>
                  <a:cubicBezTo>
                    <a:pt x="352" y="1"/>
                    <a:pt x="0" y="838"/>
                    <a:pt x="502" y="1323"/>
                  </a:cubicBezTo>
                  <a:cubicBezTo>
                    <a:pt x="661" y="1487"/>
                    <a:pt x="857" y="1560"/>
                    <a:pt x="1049" y="1560"/>
                  </a:cubicBezTo>
                  <a:cubicBezTo>
                    <a:pt x="1445" y="1560"/>
                    <a:pt x="1825" y="1250"/>
                    <a:pt x="1825" y="788"/>
                  </a:cubicBezTo>
                  <a:cubicBezTo>
                    <a:pt x="1825" y="352"/>
                    <a:pt x="14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3615445" y="1200042"/>
              <a:ext cx="40626" cy="34876"/>
            </a:xfrm>
            <a:custGeom>
              <a:avLst/>
              <a:gdLst/>
              <a:ahLst/>
              <a:cxnLst/>
              <a:rect l="l" t="t" r="r" b="b"/>
              <a:pathLst>
                <a:path w="1809" h="1553" extrusionOk="0">
                  <a:moveTo>
                    <a:pt x="1038" y="1"/>
                  </a:moveTo>
                  <a:cubicBezTo>
                    <a:pt x="335" y="1"/>
                    <a:pt x="1" y="838"/>
                    <a:pt x="486" y="1323"/>
                  </a:cubicBezTo>
                  <a:cubicBezTo>
                    <a:pt x="644" y="1481"/>
                    <a:pt x="839" y="1552"/>
                    <a:pt x="1030" y="1552"/>
                  </a:cubicBezTo>
                  <a:cubicBezTo>
                    <a:pt x="1427" y="1552"/>
                    <a:pt x="1808" y="1245"/>
                    <a:pt x="1808" y="771"/>
                  </a:cubicBezTo>
                  <a:cubicBezTo>
                    <a:pt x="1808" y="352"/>
                    <a:pt x="1457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3574100" y="926397"/>
              <a:ext cx="40985" cy="35146"/>
            </a:xfrm>
            <a:custGeom>
              <a:avLst/>
              <a:gdLst/>
              <a:ahLst/>
              <a:cxnLst/>
              <a:rect l="l" t="t" r="r" b="b"/>
              <a:pathLst>
                <a:path w="1825" h="1565" extrusionOk="0">
                  <a:moveTo>
                    <a:pt x="1038" y="0"/>
                  </a:moveTo>
                  <a:cubicBezTo>
                    <a:pt x="352" y="0"/>
                    <a:pt x="0" y="837"/>
                    <a:pt x="486" y="1339"/>
                  </a:cubicBezTo>
                  <a:cubicBezTo>
                    <a:pt x="647" y="1495"/>
                    <a:pt x="842" y="1565"/>
                    <a:pt x="1034" y="1565"/>
                  </a:cubicBezTo>
                  <a:cubicBezTo>
                    <a:pt x="1439" y="1565"/>
                    <a:pt x="1825" y="1253"/>
                    <a:pt x="1825" y="787"/>
                  </a:cubicBezTo>
                  <a:cubicBezTo>
                    <a:pt x="1825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3574100" y="1312823"/>
              <a:ext cx="40985" cy="34787"/>
            </a:xfrm>
            <a:custGeom>
              <a:avLst/>
              <a:gdLst/>
              <a:ahLst/>
              <a:cxnLst/>
              <a:rect l="l" t="t" r="r" b="b"/>
              <a:pathLst>
                <a:path w="1825" h="1549" extrusionOk="0">
                  <a:moveTo>
                    <a:pt x="1038" y="1"/>
                  </a:moveTo>
                  <a:cubicBezTo>
                    <a:pt x="352" y="1"/>
                    <a:pt x="0" y="837"/>
                    <a:pt x="486" y="1323"/>
                  </a:cubicBezTo>
                  <a:cubicBezTo>
                    <a:pt x="647" y="1479"/>
                    <a:pt x="842" y="1548"/>
                    <a:pt x="1034" y="1548"/>
                  </a:cubicBezTo>
                  <a:cubicBezTo>
                    <a:pt x="1439" y="1548"/>
                    <a:pt x="1825" y="1237"/>
                    <a:pt x="1825" y="771"/>
                  </a:cubicBezTo>
                  <a:cubicBezTo>
                    <a:pt x="1825" y="352"/>
                    <a:pt x="1473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3638756" y="1272983"/>
              <a:ext cx="40626" cy="34854"/>
            </a:xfrm>
            <a:custGeom>
              <a:avLst/>
              <a:gdLst/>
              <a:ahLst/>
              <a:cxnLst/>
              <a:rect l="l" t="t" r="r" b="b"/>
              <a:pathLst>
                <a:path w="1809" h="1552" extrusionOk="0">
                  <a:moveTo>
                    <a:pt x="1038" y="0"/>
                  </a:moveTo>
                  <a:cubicBezTo>
                    <a:pt x="352" y="0"/>
                    <a:pt x="0" y="837"/>
                    <a:pt x="486" y="1323"/>
                  </a:cubicBezTo>
                  <a:cubicBezTo>
                    <a:pt x="643" y="1480"/>
                    <a:pt x="838" y="1551"/>
                    <a:pt x="1030" y="1551"/>
                  </a:cubicBezTo>
                  <a:cubicBezTo>
                    <a:pt x="1427" y="1551"/>
                    <a:pt x="1808" y="1245"/>
                    <a:pt x="1808" y="770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3447799" y="996307"/>
              <a:ext cx="124055" cy="302255"/>
            </a:xfrm>
            <a:custGeom>
              <a:avLst/>
              <a:gdLst/>
              <a:ahLst/>
              <a:cxnLst/>
              <a:rect l="l" t="t" r="r" b="b"/>
              <a:pathLst>
                <a:path w="5524" h="13459" fill="none" extrusionOk="0">
                  <a:moveTo>
                    <a:pt x="0" y="1"/>
                  </a:moveTo>
                  <a:lnTo>
                    <a:pt x="0" y="2009"/>
                  </a:lnTo>
                  <a:lnTo>
                    <a:pt x="5524" y="7483"/>
                  </a:lnTo>
                  <a:lnTo>
                    <a:pt x="5524" y="12270"/>
                  </a:lnTo>
                  <a:lnTo>
                    <a:pt x="4252" y="1345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3597411" y="961341"/>
              <a:ext cx="22" cy="368797"/>
            </a:xfrm>
            <a:custGeom>
              <a:avLst/>
              <a:gdLst/>
              <a:ahLst/>
              <a:cxnLst/>
              <a:rect l="l" t="t" r="r" b="b"/>
              <a:pathLst>
                <a:path w="1" h="16422" fill="none" extrusionOk="0">
                  <a:moveTo>
                    <a:pt x="0" y="1"/>
                  </a:moveTo>
                  <a:lnTo>
                    <a:pt x="0" y="16422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3497020" y="585277"/>
              <a:ext cx="72209" cy="397911"/>
            </a:xfrm>
            <a:custGeom>
              <a:avLst/>
              <a:gdLst/>
              <a:ahLst/>
              <a:cxnLst/>
              <a:rect l="l" t="t" r="r" b="b"/>
              <a:pathLst>
                <a:path w="3215" h="17308" fill="none" extrusionOk="0">
                  <a:moveTo>
                    <a:pt x="1" y="17308"/>
                  </a:moveTo>
                  <a:lnTo>
                    <a:pt x="1" y="6997"/>
                  </a:lnTo>
                  <a:lnTo>
                    <a:pt x="3215" y="3783"/>
                  </a:lnTo>
                  <a:lnTo>
                    <a:pt x="3215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3528242" y="586188"/>
              <a:ext cx="69192" cy="451867"/>
            </a:xfrm>
            <a:custGeom>
              <a:avLst/>
              <a:gdLst/>
              <a:ahLst/>
              <a:cxnLst/>
              <a:rect l="l" t="t" r="r" b="b"/>
              <a:pathLst>
                <a:path w="3081" h="20121" fill="none" extrusionOk="0">
                  <a:moveTo>
                    <a:pt x="3080" y="1"/>
                  </a:moveTo>
                  <a:lnTo>
                    <a:pt x="3080" y="7366"/>
                  </a:lnTo>
                  <a:lnTo>
                    <a:pt x="0" y="10596"/>
                  </a:lnTo>
                  <a:lnTo>
                    <a:pt x="0" y="2012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3638756" y="647857"/>
              <a:ext cx="42871" cy="559731"/>
            </a:xfrm>
            <a:custGeom>
              <a:avLst/>
              <a:gdLst/>
              <a:ahLst/>
              <a:cxnLst/>
              <a:rect l="l" t="t" r="r" b="b"/>
              <a:pathLst>
                <a:path w="1909" h="24924" fill="none" extrusionOk="0">
                  <a:moveTo>
                    <a:pt x="268" y="0"/>
                  </a:moveTo>
                  <a:lnTo>
                    <a:pt x="268" y="1440"/>
                  </a:lnTo>
                  <a:lnTo>
                    <a:pt x="1908" y="3097"/>
                  </a:lnTo>
                  <a:lnTo>
                    <a:pt x="1908" y="12186"/>
                  </a:lnTo>
                  <a:lnTo>
                    <a:pt x="0" y="14094"/>
                  </a:lnTo>
                  <a:lnTo>
                    <a:pt x="0" y="24924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3665435" y="616641"/>
              <a:ext cx="43635" cy="534938"/>
            </a:xfrm>
            <a:custGeom>
              <a:avLst/>
              <a:gdLst/>
              <a:ahLst/>
              <a:cxnLst/>
              <a:rect l="l" t="t" r="r" b="b"/>
              <a:pathLst>
                <a:path w="1943" h="23820" fill="none" extrusionOk="0">
                  <a:moveTo>
                    <a:pt x="1" y="23820"/>
                  </a:moveTo>
                  <a:lnTo>
                    <a:pt x="1" y="16103"/>
                  </a:lnTo>
                  <a:lnTo>
                    <a:pt x="1942" y="14162"/>
                  </a:lnTo>
                  <a:lnTo>
                    <a:pt x="1942" y="4236"/>
                  </a:lnTo>
                  <a:lnTo>
                    <a:pt x="436" y="2880"/>
                  </a:lnTo>
                  <a:lnTo>
                    <a:pt x="436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3665435" y="584684"/>
              <a:ext cx="95130" cy="705615"/>
            </a:xfrm>
            <a:custGeom>
              <a:avLst/>
              <a:gdLst/>
              <a:ahLst/>
              <a:cxnLst/>
              <a:rect l="l" t="t" r="r" b="b"/>
              <a:pathLst>
                <a:path w="4236" h="31420" fill="none" extrusionOk="0">
                  <a:moveTo>
                    <a:pt x="4236" y="1"/>
                  </a:moveTo>
                  <a:lnTo>
                    <a:pt x="1808" y="2428"/>
                  </a:lnTo>
                  <a:lnTo>
                    <a:pt x="1808" y="4119"/>
                  </a:lnTo>
                  <a:lnTo>
                    <a:pt x="3064" y="5374"/>
                  </a:lnTo>
                  <a:lnTo>
                    <a:pt x="3064" y="16204"/>
                  </a:lnTo>
                  <a:lnTo>
                    <a:pt x="1273" y="17995"/>
                  </a:lnTo>
                  <a:lnTo>
                    <a:pt x="1273" y="29009"/>
                  </a:lnTo>
                  <a:lnTo>
                    <a:pt x="1" y="30281"/>
                  </a:lnTo>
                  <a:lnTo>
                    <a:pt x="1" y="3141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3740623" y="668136"/>
              <a:ext cx="50776" cy="498107"/>
            </a:xfrm>
            <a:custGeom>
              <a:avLst/>
              <a:gdLst/>
              <a:ahLst/>
              <a:cxnLst/>
              <a:rect l="l" t="t" r="r" b="b"/>
              <a:pathLst>
                <a:path w="2261" h="22180" fill="none" extrusionOk="0">
                  <a:moveTo>
                    <a:pt x="603" y="1"/>
                  </a:moveTo>
                  <a:lnTo>
                    <a:pt x="603" y="6914"/>
                  </a:lnTo>
                  <a:lnTo>
                    <a:pt x="2260" y="8588"/>
                  </a:lnTo>
                  <a:lnTo>
                    <a:pt x="2260" y="12421"/>
                  </a:lnTo>
                  <a:lnTo>
                    <a:pt x="0" y="14664"/>
                  </a:lnTo>
                  <a:lnTo>
                    <a:pt x="0" y="2218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3760924" y="638829"/>
              <a:ext cx="49631" cy="439067"/>
            </a:xfrm>
            <a:custGeom>
              <a:avLst/>
              <a:gdLst/>
              <a:ahLst/>
              <a:cxnLst/>
              <a:rect l="l" t="t" r="r" b="b"/>
              <a:pathLst>
                <a:path w="2210" h="19551" fill="none" extrusionOk="0">
                  <a:moveTo>
                    <a:pt x="670" y="19551"/>
                  </a:moveTo>
                  <a:lnTo>
                    <a:pt x="0" y="18898"/>
                  </a:lnTo>
                  <a:lnTo>
                    <a:pt x="0" y="16421"/>
                  </a:lnTo>
                  <a:lnTo>
                    <a:pt x="2210" y="14195"/>
                  </a:lnTo>
                  <a:lnTo>
                    <a:pt x="2210" y="9776"/>
                  </a:lnTo>
                  <a:lnTo>
                    <a:pt x="268" y="7834"/>
                  </a:lnTo>
                  <a:lnTo>
                    <a:pt x="268" y="1842"/>
                  </a:lnTo>
                  <a:lnTo>
                    <a:pt x="1088" y="1038"/>
                  </a:lnTo>
                  <a:lnTo>
                    <a:pt x="1088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3" name="Google Shape;553;p18"/>
          <p:cNvSpPr txBox="1">
            <a:spLocks noGrp="1"/>
          </p:cNvSpPr>
          <p:nvPr>
            <p:ph type="subTitle" idx="1"/>
          </p:nvPr>
        </p:nvSpPr>
        <p:spPr>
          <a:xfrm>
            <a:off x="4334463" y="2528363"/>
            <a:ext cx="3736500" cy="8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18"/>
          <p:cNvSpPr txBox="1">
            <a:spLocks noGrp="1"/>
          </p:cNvSpPr>
          <p:nvPr>
            <p:ph type="title"/>
          </p:nvPr>
        </p:nvSpPr>
        <p:spPr>
          <a:xfrm>
            <a:off x="4334463" y="1791930"/>
            <a:ext cx="3736500" cy="67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55" name="Google Shape;555;p18"/>
          <p:cNvGrpSpPr/>
          <p:nvPr/>
        </p:nvGrpSpPr>
        <p:grpSpPr>
          <a:xfrm rot="-5400000" flipH="1">
            <a:off x="484040" y="3805626"/>
            <a:ext cx="578596" cy="1216867"/>
            <a:chOff x="3447799" y="584684"/>
            <a:chExt cx="362756" cy="762926"/>
          </a:xfrm>
        </p:grpSpPr>
        <p:sp>
          <p:nvSpPr>
            <p:cNvPr id="556" name="Google Shape;556;p18"/>
            <p:cNvSpPr/>
            <p:nvPr/>
          </p:nvSpPr>
          <p:spPr>
            <a:xfrm>
              <a:off x="3762429" y="1074504"/>
              <a:ext cx="40626" cy="35146"/>
            </a:xfrm>
            <a:custGeom>
              <a:avLst/>
              <a:gdLst/>
              <a:ahLst/>
              <a:cxnLst/>
              <a:rect l="l" t="t" r="r" b="b"/>
              <a:pathLst>
                <a:path w="1809" h="1565" extrusionOk="0">
                  <a:moveTo>
                    <a:pt x="1038" y="0"/>
                  </a:moveTo>
                  <a:cubicBezTo>
                    <a:pt x="335" y="0"/>
                    <a:pt x="0" y="837"/>
                    <a:pt x="486" y="1339"/>
                  </a:cubicBezTo>
                  <a:cubicBezTo>
                    <a:pt x="641" y="1495"/>
                    <a:pt x="833" y="1565"/>
                    <a:pt x="1022" y="1565"/>
                  </a:cubicBezTo>
                  <a:cubicBezTo>
                    <a:pt x="1422" y="1565"/>
                    <a:pt x="1808" y="1253"/>
                    <a:pt x="1808" y="787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3717312" y="1166221"/>
              <a:ext cx="41007" cy="40626"/>
            </a:xfrm>
            <a:custGeom>
              <a:avLst/>
              <a:gdLst/>
              <a:ahLst/>
              <a:cxnLst/>
              <a:rect l="l" t="t" r="r" b="b"/>
              <a:pathLst>
                <a:path w="1826" h="1809" fill="none" extrusionOk="0">
                  <a:moveTo>
                    <a:pt x="1825" y="770"/>
                  </a:moveTo>
                  <a:cubicBezTo>
                    <a:pt x="1825" y="1457"/>
                    <a:pt x="988" y="1808"/>
                    <a:pt x="486" y="1323"/>
                  </a:cubicBezTo>
                  <a:cubicBezTo>
                    <a:pt x="1" y="821"/>
                    <a:pt x="352" y="1"/>
                    <a:pt x="1038" y="1"/>
                  </a:cubicBezTo>
                  <a:cubicBezTo>
                    <a:pt x="1474" y="1"/>
                    <a:pt x="1825" y="335"/>
                    <a:pt x="1825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3504931" y="1038415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8" y="770"/>
                  </a:moveTo>
                  <a:cubicBezTo>
                    <a:pt x="1808" y="1457"/>
                    <a:pt x="971" y="1808"/>
                    <a:pt x="486" y="1323"/>
                  </a:cubicBezTo>
                  <a:cubicBezTo>
                    <a:pt x="0" y="837"/>
                    <a:pt x="335" y="0"/>
                    <a:pt x="1038" y="0"/>
                  </a:cubicBezTo>
                  <a:cubicBezTo>
                    <a:pt x="1457" y="0"/>
                    <a:pt x="1808" y="335"/>
                    <a:pt x="1808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3642124" y="1151938"/>
              <a:ext cx="40626" cy="40626"/>
            </a:xfrm>
            <a:custGeom>
              <a:avLst/>
              <a:gdLst/>
              <a:ahLst/>
              <a:cxnLst/>
              <a:rect l="l" t="t" r="r" b="b"/>
              <a:pathLst>
                <a:path w="1809" h="1809" fill="none" extrusionOk="0">
                  <a:moveTo>
                    <a:pt x="1809" y="770"/>
                  </a:moveTo>
                  <a:cubicBezTo>
                    <a:pt x="1809" y="1473"/>
                    <a:pt x="972" y="1808"/>
                    <a:pt x="486" y="1323"/>
                  </a:cubicBezTo>
                  <a:cubicBezTo>
                    <a:pt x="1" y="837"/>
                    <a:pt x="352" y="0"/>
                    <a:pt x="1039" y="0"/>
                  </a:cubicBezTo>
                  <a:cubicBezTo>
                    <a:pt x="1474" y="0"/>
                    <a:pt x="1809" y="352"/>
                    <a:pt x="1809" y="77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3508322" y="1295149"/>
              <a:ext cx="40985" cy="41007"/>
            </a:xfrm>
            <a:custGeom>
              <a:avLst/>
              <a:gdLst/>
              <a:ahLst/>
              <a:cxnLst/>
              <a:rect l="l" t="t" r="r" b="b"/>
              <a:pathLst>
                <a:path w="1825" h="1826" fill="none" extrusionOk="0">
                  <a:moveTo>
                    <a:pt x="1825" y="788"/>
                  </a:moveTo>
                  <a:cubicBezTo>
                    <a:pt x="1825" y="1474"/>
                    <a:pt x="988" y="1825"/>
                    <a:pt x="485" y="1340"/>
                  </a:cubicBezTo>
                  <a:cubicBezTo>
                    <a:pt x="0" y="838"/>
                    <a:pt x="352" y="1"/>
                    <a:pt x="1038" y="18"/>
                  </a:cubicBezTo>
                  <a:cubicBezTo>
                    <a:pt x="1473" y="18"/>
                    <a:pt x="1808" y="352"/>
                    <a:pt x="1825" y="78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3473356" y="983147"/>
              <a:ext cx="40985" cy="35056"/>
            </a:xfrm>
            <a:custGeom>
              <a:avLst/>
              <a:gdLst/>
              <a:ahLst/>
              <a:cxnLst/>
              <a:rect l="l" t="t" r="r" b="b"/>
              <a:pathLst>
                <a:path w="1825" h="1561" extrusionOk="0">
                  <a:moveTo>
                    <a:pt x="1055" y="1"/>
                  </a:moveTo>
                  <a:cubicBezTo>
                    <a:pt x="352" y="1"/>
                    <a:pt x="0" y="838"/>
                    <a:pt x="502" y="1323"/>
                  </a:cubicBezTo>
                  <a:cubicBezTo>
                    <a:pt x="661" y="1487"/>
                    <a:pt x="857" y="1560"/>
                    <a:pt x="1049" y="1560"/>
                  </a:cubicBezTo>
                  <a:cubicBezTo>
                    <a:pt x="1445" y="1560"/>
                    <a:pt x="1825" y="1250"/>
                    <a:pt x="1825" y="788"/>
                  </a:cubicBezTo>
                  <a:cubicBezTo>
                    <a:pt x="1825" y="352"/>
                    <a:pt x="14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3615445" y="1200042"/>
              <a:ext cx="40626" cy="34876"/>
            </a:xfrm>
            <a:custGeom>
              <a:avLst/>
              <a:gdLst/>
              <a:ahLst/>
              <a:cxnLst/>
              <a:rect l="l" t="t" r="r" b="b"/>
              <a:pathLst>
                <a:path w="1809" h="1553" extrusionOk="0">
                  <a:moveTo>
                    <a:pt x="1038" y="1"/>
                  </a:moveTo>
                  <a:cubicBezTo>
                    <a:pt x="335" y="1"/>
                    <a:pt x="1" y="838"/>
                    <a:pt x="486" y="1323"/>
                  </a:cubicBezTo>
                  <a:cubicBezTo>
                    <a:pt x="644" y="1481"/>
                    <a:pt x="839" y="1552"/>
                    <a:pt x="1030" y="1552"/>
                  </a:cubicBezTo>
                  <a:cubicBezTo>
                    <a:pt x="1427" y="1552"/>
                    <a:pt x="1808" y="1245"/>
                    <a:pt x="1808" y="771"/>
                  </a:cubicBezTo>
                  <a:cubicBezTo>
                    <a:pt x="1808" y="352"/>
                    <a:pt x="1457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3574100" y="926397"/>
              <a:ext cx="40985" cy="35146"/>
            </a:xfrm>
            <a:custGeom>
              <a:avLst/>
              <a:gdLst/>
              <a:ahLst/>
              <a:cxnLst/>
              <a:rect l="l" t="t" r="r" b="b"/>
              <a:pathLst>
                <a:path w="1825" h="1565" extrusionOk="0">
                  <a:moveTo>
                    <a:pt x="1038" y="0"/>
                  </a:moveTo>
                  <a:cubicBezTo>
                    <a:pt x="352" y="0"/>
                    <a:pt x="0" y="837"/>
                    <a:pt x="486" y="1339"/>
                  </a:cubicBezTo>
                  <a:cubicBezTo>
                    <a:pt x="647" y="1495"/>
                    <a:pt x="842" y="1565"/>
                    <a:pt x="1034" y="1565"/>
                  </a:cubicBezTo>
                  <a:cubicBezTo>
                    <a:pt x="1439" y="1565"/>
                    <a:pt x="1825" y="1253"/>
                    <a:pt x="1825" y="787"/>
                  </a:cubicBezTo>
                  <a:cubicBezTo>
                    <a:pt x="1825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3574100" y="1312823"/>
              <a:ext cx="40985" cy="34787"/>
            </a:xfrm>
            <a:custGeom>
              <a:avLst/>
              <a:gdLst/>
              <a:ahLst/>
              <a:cxnLst/>
              <a:rect l="l" t="t" r="r" b="b"/>
              <a:pathLst>
                <a:path w="1825" h="1549" extrusionOk="0">
                  <a:moveTo>
                    <a:pt x="1038" y="1"/>
                  </a:moveTo>
                  <a:cubicBezTo>
                    <a:pt x="352" y="1"/>
                    <a:pt x="0" y="837"/>
                    <a:pt x="486" y="1323"/>
                  </a:cubicBezTo>
                  <a:cubicBezTo>
                    <a:pt x="647" y="1479"/>
                    <a:pt x="842" y="1548"/>
                    <a:pt x="1034" y="1548"/>
                  </a:cubicBezTo>
                  <a:cubicBezTo>
                    <a:pt x="1439" y="1548"/>
                    <a:pt x="1825" y="1237"/>
                    <a:pt x="1825" y="771"/>
                  </a:cubicBezTo>
                  <a:cubicBezTo>
                    <a:pt x="1825" y="352"/>
                    <a:pt x="1473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3638756" y="1272983"/>
              <a:ext cx="40626" cy="34854"/>
            </a:xfrm>
            <a:custGeom>
              <a:avLst/>
              <a:gdLst/>
              <a:ahLst/>
              <a:cxnLst/>
              <a:rect l="l" t="t" r="r" b="b"/>
              <a:pathLst>
                <a:path w="1809" h="1552" extrusionOk="0">
                  <a:moveTo>
                    <a:pt x="1038" y="0"/>
                  </a:moveTo>
                  <a:cubicBezTo>
                    <a:pt x="352" y="0"/>
                    <a:pt x="0" y="837"/>
                    <a:pt x="486" y="1323"/>
                  </a:cubicBezTo>
                  <a:cubicBezTo>
                    <a:pt x="643" y="1480"/>
                    <a:pt x="838" y="1551"/>
                    <a:pt x="1030" y="1551"/>
                  </a:cubicBezTo>
                  <a:cubicBezTo>
                    <a:pt x="1427" y="1551"/>
                    <a:pt x="1808" y="1245"/>
                    <a:pt x="1808" y="770"/>
                  </a:cubicBezTo>
                  <a:cubicBezTo>
                    <a:pt x="1808" y="352"/>
                    <a:pt x="14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3447799" y="996307"/>
              <a:ext cx="124055" cy="302255"/>
            </a:xfrm>
            <a:custGeom>
              <a:avLst/>
              <a:gdLst/>
              <a:ahLst/>
              <a:cxnLst/>
              <a:rect l="l" t="t" r="r" b="b"/>
              <a:pathLst>
                <a:path w="5524" h="13459" fill="none" extrusionOk="0">
                  <a:moveTo>
                    <a:pt x="0" y="1"/>
                  </a:moveTo>
                  <a:lnTo>
                    <a:pt x="0" y="2009"/>
                  </a:lnTo>
                  <a:lnTo>
                    <a:pt x="5524" y="7483"/>
                  </a:lnTo>
                  <a:lnTo>
                    <a:pt x="5524" y="12270"/>
                  </a:lnTo>
                  <a:lnTo>
                    <a:pt x="4252" y="13458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3597411" y="961341"/>
              <a:ext cx="22" cy="368797"/>
            </a:xfrm>
            <a:custGeom>
              <a:avLst/>
              <a:gdLst/>
              <a:ahLst/>
              <a:cxnLst/>
              <a:rect l="l" t="t" r="r" b="b"/>
              <a:pathLst>
                <a:path w="1" h="16422" fill="none" extrusionOk="0">
                  <a:moveTo>
                    <a:pt x="0" y="1"/>
                  </a:moveTo>
                  <a:lnTo>
                    <a:pt x="0" y="16422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3497020" y="585277"/>
              <a:ext cx="72209" cy="397911"/>
            </a:xfrm>
            <a:custGeom>
              <a:avLst/>
              <a:gdLst/>
              <a:ahLst/>
              <a:cxnLst/>
              <a:rect l="l" t="t" r="r" b="b"/>
              <a:pathLst>
                <a:path w="3215" h="17308" fill="none" extrusionOk="0">
                  <a:moveTo>
                    <a:pt x="1" y="17308"/>
                  </a:moveTo>
                  <a:lnTo>
                    <a:pt x="1" y="6997"/>
                  </a:lnTo>
                  <a:lnTo>
                    <a:pt x="3215" y="3783"/>
                  </a:lnTo>
                  <a:lnTo>
                    <a:pt x="3215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3528242" y="586188"/>
              <a:ext cx="69192" cy="451867"/>
            </a:xfrm>
            <a:custGeom>
              <a:avLst/>
              <a:gdLst/>
              <a:ahLst/>
              <a:cxnLst/>
              <a:rect l="l" t="t" r="r" b="b"/>
              <a:pathLst>
                <a:path w="3081" h="20121" fill="none" extrusionOk="0">
                  <a:moveTo>
                    <a:pt x="3080" y="1"/>
                  </a:moveTo>
                  <a:lnTo>
                    <a:pt x="3080" y="7366"/>
                  </a:lnTo>
                  <a:lnTo>
                    <a:pt x="0" y="10596"/>
                  </a:lnTo>
                  <a:lnTo>
                    <a:pt x="0" y="2012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3638756" y="647857"/>
              <a:ext cx="42871" cy="559731"/>
            </a:xfrm>
            <a:custGeom>
              <a:avLst/>
              <a:gdLst/>
              <a:ahLst/>
              <a:cxnLst/>
              <a:rect l="l" t="t" r="r" b="b"/>
              <a:pathLst>
                <a:path w="1909" h="24924" fill="none" extrusionOk="0">
                  <a:moveTo>
                    <a:pt x="268" y="0"/>
                  </a:moveTo>
                  <a:lnTo>
                    <a:pt x="268" y="1440"/>
                  </a:lnTo>
                  <a:lnTo>
                    <a:pt x="1908" y="3097"/>
                  </a:lnTo>
                  <a:lnTo>
                    <a:pt x="1908" y="12186"/>
                  </a:lnTo>
                  <a:lnTo>
                    <a:pt x="0" y="14094"/>
                  </a:lnTo>
                  <a:lnTo>
                    <a:pt x="0" y="24924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8"/>
            <p:cNvSpPr/>
            <p:nvPr/>
          </p:nvSpPr>
          <p:spPr>
            <a:xfrm>
              <a:off x="3665435" y="616641"/>
              <a:ext cx="43635" cy="534938"/>
            </a:xfrm>
            <a:custGeom>
              <a:avLst/>
              <a:gdLst/>
              <a:ahLst/>
              <a:cxnLst/>
              <a:rect l="l" t="t" r="r" b="b"/>
              <a:pathLst>
                <a:path w="1943" h="23820" fill="none" extrusionOk="0">
                  <a:moveTo>
                    <a:pt x="1" y="23820"/>
                  </a:moveTo>
                  <a:lnTo>
                    <a:pt x="1" y="16103"/>
                  </a:lnTo>
                  <a:lnTo>
                    <a:pt x="1942" y="14162"/>
                  </a:lnTo>
                  <a:lnTo>
                    <a:pt x="1942" y="4236"/>
                  </a:lnTo>
                  <a:lnTo>
                    <a:pt x="436" y="2880"/>
                  </a:lnTo>
                  <a:lnTo>
                    <a:pt x="436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8"/>
            <p:cNvSpPr/>
            <p:nvPr/>
          </p:nvSpPr>
          <p:spPr>
            <a:xfrm>
              <a:off x="3665435" y="584684"/>
              <a:ext cx="95130" cy="705615"/>
            </a:xfrm>
            <a:custGeom>
              <a:avLst/>
              <a:gdLst/>
              <a:ahLst/>
              <a:cxnLst/>
              <a:rect l="l" t="t" r="r" b="b"/>
              <a:pathLst>
                <a:path w="4236" h="31420" fill="none" extrusionOk="0">
                  <a:moveTo>
                    <a:pt x="4236" y="1"/>
                  </a:moveTo>
                  <a:lnTo>
                    <a:pt x="1808" y="2428"/>
                  </a:lnTo>
                  <a:lnTo>
                    <a:pt x="1808" y="4119"/>
                  </a:lnTo>
                  <a:lnTo>
                    <a:pt x="3064" y="5374"/>
                  </a:lnTo>
                  <a:lnTo>
                    <a:pt x="3064" y="16204"/>
                  </a:lnTo>
                  <a:lnTo>
                    <a:pt x="1273" y="17995"/>
                  </a:lnTo>
                  <a:lnTo>
                    <a:pt x="1273" y="29009"/>
                  </a:lnTo>
                  <a:lnTo>
                    <a:pt x="1" y="30281"/>
                  </a:lnTo>
                  <a:lnTo>
                    <a:pt x="1" y="31419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8"/>
            <p:cNvSpPr/>
            <p:nvPr/>
          </p:nvSpPr>
          <p:spPr>
            <a:xfrm>
              <a:off x="3740623" y="668136"/>
              <a:ext cx="50776" cy="498107"/>
            </a:xfrm>
            <a:custGeom>
              <a:avLst/>
              <a:gdLst/>
              <a:ahLst/>
              <a:cxnLst/>
              <a:rect l="l" t="t" r="r" b="b"/>
              <a:pathLst>
                <a:path w="2261" h="22180" fill="none" extrusionOk="0">
                  <a:moveTo>
                    <a:pt x="603" y="1"/>
                  </a:moveTo>
                  <a:lnTo>
                    <a:pt x="603" y="6914"/>
                  </a:lnTo>
                  <a:lnTo>
                    <a:pt x="2260" y="8588"/>
                  </a:lnTo>
                  <a:lnTo>
                    <a:pt x="2260" y="12421"/>
                  </a:lnTo>
                  <a:lnTo>
                    <a:pt x="0" y="14664"/>
                  </a:lnTo>
                  <a:lnTo>
                    <a:pt x="0" y="2218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8"/>
            <p:cNvSpPr/>
            <p:nvPr/>
          </p:nvSpPr>
          <p:spPr>
            <a:xfrm>
              <a:off x="3760924" y="638829"/>
              <a:ext cx="49631" cy="439067"/>
            </a:xfrm>
            <a:custGeom>
              <a:avLst/>
              <a:gdLst/>
              <a:ahLst/>
              <a:cxnLst/>
              <a:rect l="l" t="t" r="r" b="b"/>
              <a:pathLst>
                <a:path w="2210" h="19551" fill="none" extrusionOk="0">
                  <a:moveTo>
                    <a:pt x="670" y="19551"/>
                  </a:moveTo>
                  <a:lnTo>
                    <a:pt x="0" y="18898"/>
                  </a:lnTo>
                  <a:lnTo>
                    <a:pt x="0" y="16421"/>
                  </a:lnTo>
                  <a:lnTo>
                    <a:pt x="2210" y="14195"/>
                  </a:lnTo>
                  <a:lnTo>
                    <a:pt x="2210" y="9776"/>
                  </a:lnTo>
                  <a:lnTo>
                    <a:pt x="268" y="7834"/>
                  </a:lnTo>
                  <a:lnTo>
                    <a:pt x="268" y="1842"/>
                  </a:lnTo>
                  <a:lnTo>
                    <a:pt x="1088" y="1038"/>
                  </a:lnTo>
                  <a:lnTo>
                    <a:pt x="1088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1"/>
          <p:cNvSpPr txBox="1">
            <a:spLocks noGrp="1"/>
          </p:cNvSpPr>
          <p:nvPr>
            <p:ph type="subTitle" idx="1"/>
          </p:nvPr>
        </p:nvSpPr>
        <p:spPr>
          <a:xfrm>
            <a:off x="1634786" y="1992150"/>
            <a:ext cx="55626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5" name="Google Shape;635;p21"/>
          <p:cNvSpPr txBox="1">
            <a:spLocks noGrp="1"/>
          </p:cNvSpPr>
          <p:nvPr>
            <p:ph type="subTitle" idx="2"/>
          </p:nvPr>
        </p:nvSpPr>
        <p:spPr>
          <a:xfrm>
            <a:off x="1634786" y="3434775"/>
            <a:ext cx="55626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6" name="Google Shape;636;p21"/>
          <p:cNvSpPr txBox="1">
            <a:spLocks noGrp="1"/>
          </p:cNvSpPr>
          <p:nvPr>
            <p:ph type="subTitle" idx="3"/>
          </p:nvPr>
        </p:nvSpPr>
        <p:spPr>
          <a:xfrm>
            <a:off x="1634810" y="2354800"/>
            <a:ext cx="55626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7" name="Google Shape;637;p21"/>
          <p:cNvSpPr txBox="1">
            <a:spLocks noGrp="1"/>
          </p:cNvSpPr>
          <p:nvPr>
            <p:ph type="subTitle" idx="4"/>
          </p:nvPr>
        </p:nvSpPr>
        <p:spPr>
          <a:xfrm>
            <a:off x="1634810" y="3797425"/>
            <a:ext cx="5562600" cy="5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872300" cy="12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21"/>
          <p:cNvSpPr/>
          <p:nvPr/>
        </p:nvSpPr>
        <p:spPr>
          <a:xfrm>
            <a:off x="-973425" y="-10309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1"/>
          <p:cNvSpPr/>
          <p:nvPr/>
        </p:nvSpPr>
        <p:spPr>
          <a:xfrm>
            <a:off x="6582275" y="287615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1" name="Google Shape;641;p21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642" name="Google Shape;642;p21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643" name="Google Shape;643;p21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4" name="Google Shape;644;p21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1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646" name="Google Shape;646;p21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7" name="Google Shape;647;p21"/>
          <p:cNvGrpSpPr/>
          <p:nvPr/>
        </p:nvGrpSpPr>
        <p:grpSpPr>
          <a:xfrm rot="10800000">
            <a:off x="253220" y="4616600"/>
            <a:ext cx="461890" cy="269131"/>
            <a:chOff x="5170200" y="1824271"/>
            <a:chExt cx="336458" cy="196031"/>
          </a:xfrm>
        </p:grpSpPr>
        <p:sp>
          <p:nvSpPr>
            <p:cNvPr id="648" name="Google Shape;648;p21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1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1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1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1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1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1"/>
            <p:cNvSpPr/>
            <p:nvPr/>
          </p:nvSpPr>
          <p:spPr>
            <a:xfrm>
              <a:off x="5331443" y="1824271"/>
              <a:ext cx="22" cy="130252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1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1"/>
            <p:cNvSpPr/>
            <p:nvPr/>
          </p:nvSpPr>
          <p:spPr>
            <a:xfrm>
              <a:off x="5469041" y="1824271"/>
              <a:ext cx="22" cy="130252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8" name="Google Shape;658;p21"/>
          <p:cNvGrpSpPr/>
          <p:nvPr/>
        </p:nvGrpSpPr>
        <p:grpSpPr>
          <a:xfrm>
            <a:off x="8192954" y="267696"/>
            <a:ext cx="763488" cy="305242"/>
            <a:chOff x="4996154" y="4081384"/>
            <a:chExt cx="763488" cy="305242"/>
          </a:xfrm>
        </p:grpSpPr>
        <p:sp>
          <p:nvSpPr>
            <p:cNvPr id="659" name="Google Shape;659;p21"/>
            <p:cNvSpPr/>
            <p:nvPr/>
          </p:nvSpPr>
          <p:spPr>
            <a:xfrm>
              <a:off x="4996154" y="4176851"/>
              <a:ext cx="664989" cy="147748"/>
            </a:xfrm>
            <a:custGeom>
              <a:avLst/>
              <a:gdLst/>
              <a:ahLst/>
              <a:cxnLst/>
              <a:rect l="l" t="t" r="r" b="b"/>
              <a:pathLst>
                <a:path w="29611" h="6579" extrusionOk="0">
                  <a:moveTo>
                    <a:pt x="24556" y="1"/>
                  </a:moveTo>
                  <a:lnTo>
                    <a:pt x="18513" y="6478"/>
                  </a:lnTo>
                  <a:lnTo>
                    <a:pt x="0" y="6478"/>
                  </a:lnTo>
                  <a:lnTo>
                    <a:pt x="0" y="6579"/>
                  </a:lnTo>
                  <a:lnTo>
                    <a:pt x="18563" y="6579"/>
                  </a:lnTo>
                  <a:lnTo>
                    <a:pt x="24589" y="101"/>
                  </a:lnTo>
                  <a:lnTo>
                    <a:pt x="29611" y="101"/>
                  </a:lnTo>
                  <a:lnTo>
                    <a:pt x="2961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1"/>
            <p:cNvSpPr/>
            <p:nvPr/>
          </p:nvSpPr>
          <p:spPr>
            <a:xfrm>
              <a:off x="5593838" y="4115923"/>
              <a:ext cx="135711" cy="124190"/>
            </a:xfrm>
            <a:custGeom>
              <a:avLst/>
              <a:gdLst/>
              <a:ahLst/>
              <a:cxnLst/>
              <a:rect l="l" t="t" r="r" b="b"/>
              <a:pathLst>
                <a:path w="6043" h="5530" extrusionOk="0">
                  <a:moveTo>
                    <a:pt x="2998" y="50"/>
                  </a:moveTo>
                  <a:cubicBezTo>
                    <a:pt x="3175" y="50"/>
                    <a:pt x="3354" y="67"/>
                    <a:pt x="3532" y="102"/>
                  </a:cubicBezTo>
                  <a:cubicBezTo>
                    <a:pt x="4804" y="353"/>
                    <a:pt x="5725" y="1475"/>
                    <a:pt x="5725" y="2764"/>
                  </a:cubicBezTo>
                  <a:cubicBezTo>
                    <a:pt x="5725" y="3484"/>
                    <a:pt x="5440" y="4187"/>
                    <a:pt x="4922" y="4689"/>
                  </a:cubicBezTo>
                  <a:cubicBezTo>
                    <a:pt x="4396" y="5215"/>
                    <a:pt x="3700" y="5484"/>
                    <a:pt x="3001" y="5484"/>
                  </a:cubicBezTo>
                  <a:cubicBezTo>
                    <a:pt x="2477" y="5484"/>
                    <a:pt x="1949" y="5332"/>
                    <a:pt x="1490" y="5024"/>
                  </a:cubicBezTo>
                  <a:cubicBezTo>
                    <a:pt x="419" y="4304"/>
                    <a:pt x="0" y="2914"/>
                    <a:pt x="486" y="1726"/>
                  </a:cubicBezTo>
                  <a:cubicBezTo>
                    <a:pt x="917" y="690"/>
                    <a:pt x="1918" y="50"/>
                    <a:pt x="2998" y="50"/>
                  </a:cubicBezTo>
                  <a:close/>
                  <a:moveTo>
                    <a:pt x="2993" y="1"/>
                  </a:moveTo>
                  <a:cubicBezTo>
                    <a:pt x="2817" y="1"/>
                    <a:pt x="2639" y="18"/>
                    <a:pt x="2461" y="52"/>
                  </a:cubicBezTo>
                  <a:cubicBezTo>
                    <a:pt x="1155" y="303"/>
                    <a:pt x="235" y="1441"/>
                    <a:pt x="235" y="2764"/>
                  </a:cubicBezTo>
                  <a:cubicBezTo>
                    <a:pt x="218" y="3500"/>
                    <a:pt x="519" y="4203"/>
                    <a:pt x="1038" y="4722"/>
                  </a:cubicBezTo>
                  <a:cubicBezTo>
                    <a:pt x="1572" y="5256"/>
                    <a:pt x="2275" y="5530"/>
                    <a:pt x="2982" y="5530"/>
                  </a:cubicBezTo>
                  <a:cubicBezTo>
                    <a:pt x="3516" y="5530"/>
                    <a:pt x="4052" y="5374"/>
                    <a:pt x="4520" y="5057"/>
                  </a:cubicBezTo>
                  <a:cubicBezTo>
                    <a:pt x="5625" y="4337"/>
                    <a:pt x="6043" y="2931"/>
                    <a:pt x="5541" y="1709"/>
                  </a:cubicBezTo>
                  <a:cubicBezTo>
                    <a:pt x="5108" y="656"/>
                    <a:pt x="4091" y="1"/>
                    <a:pt x="29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1"/>
            <p:cNvSpPr/>
            <p:nvPr/>
          </p:nvSpPr>
          <p:spPr>
            <a:xfrm>
              <a:off x="5613376" y="4129869"/>
              <a:ext cx="95512" cy="95871"/>
            </a:xfrm>
            <a:custGeom>
              <a:avLst/>
              <a:gdLst/>
              <a:ahLst/>
              <a:cxnLst/>
              <a:rect l="l" t="t" r="r" b="b"/>
              <a:pathLst>
                <a:path w="4253" h="4269" extrusionOk="0">
                  <a:moveTo>
                    <a:pt x="2009" y="0"/>
                  </a:moveTo>
                  <a:lnTo>
                    <a:pt x="2026" y="235"/>
                  </a:lnTo>
                  <a:lnTo>
                    <a:pt x="2060" y="235"/>
                  </a:lnTo>
                  <a:lnTo>
                    <a:pt x="2060" y="0"/>
                  </a:lnTo>
                  <a:close/>
                  <a:moveTo>
                    <a:pt x="2194" y="0"/>
                  </a:moveTo>
                  <a:lnTo>
                    <a:pt x="2177" y="235"/>
                  </a:lnTo>
                  <a:lnTo>
                    <a:pt x="2210" y="235"/>
                  </a:lnTo>
                  <a:lnTo>
                    <a:pt x="2227" y="0"/>
                  </a:lnTo>
                  <a:close/>
                  <a:moveTo>
                    <a:pt x="2378" y="17"/>
                  </a:moveTo>
                  <a:lnTo>
                    <a:pt x="2344" y="235"/>
                  </a:lnTo>
                  <a:lnTo>
                    <a:pt x="2378" y="235"/>
                  </a:lnTo>
                  <a:lnTo>
                    <a:pt x="2411" y="17"/>
                  </a:lnTo>
                  <a:close/>
                  <a:moveTo>
                    <a:pt x="1842" y="17"/>
                  </a:moveTo>
                  <a:lnTo>
                    <a:pt x="1876" y="251"/>
                  </a:lnTo>
                  <a:lnTo>
                    <a:pt x="1909" y="251"/>
                  </a:lnTo>
                  <a:lnTo>
                    <a:pt x="1876" y="17"/>
                  </a:lnTo>
                  <a:close/>
                  <a:moveTo>
                    <a:pt x="1675" y="34"/>
                  </a:moveTo>
                  <a:lnTo>
                    <a:pt x="1708" y="268"/>
                  </a:lnTo>
                  <a:lnTo>
                    <a:pt x="1742" y="268"/>
                  </a:lnTo>
                  <a:lnTo>
                    <a:pt x="1708" y="34"/>
                  </a:lnTo>
                  <a:close/>
                  <a:moveTo>
                    <a:pt x="2545" y="51"/>
                  </a:moveTo>
                  <a:lnTo>
                    <a:pt x="2495" y="268"/>
                  </a:lnTo>
                  <a:lnTo>
                    <a:pt x="2528" y="268"/>
                  </a:lnTo>
                  <a:lnTo>
                    <a:pt x="2579" y="51"/>
                  </a:lnTo>
                  <a:close/>
                  <a:moveTo>
                    <a:pt x="1491" y="84"/>
                  </a:moveTo>
                  <a:lnTo>
                    <a:pt x="1557" y="318"/>
                  </a:lnTo>
                  <a:lnTo>
                    <a:pt x="1591" y="318"/>
                  </a:lnTo>
                  <a:lnTo>
                    <a:pt x="1524" y="84"/>
                  </a:lnTo>
                  <a:close/>
                  <a:moveTo>
                    <a:pt x="2712" y="84"/>
                  </a:moveTo>
                  <a:lnTo>
                    <a:pt x="2645" y="318"/>
                  </a:lnTo>
                  <a:lnTo>
                    <a:pt x="2679" y="318"/>
                  </a:lnTo>
                  <a:lnTo>
                    <a:pt x="2746" y="84"/>
                  </a:lnTo>
                  <a:close/>
                  <a:moveTo>
                    <a:pt x="1323" y="151"/>
                  </a:moveTo>
                  <a:lnTo>
                    <a:pt x="1457" y="385"/>
                  </a:lnTo>
                  <a:lnTo>
                    <a:pt x="1474" y="369"/>
                  </a:lnTo>
                  <a:lnTo>
                    <a:pt x="1407" y="168"/>
                  </a:lnTo>
                  <a:lnTo>
                    <a:pt x="1323" y="151"/>
                  </a:lnTo>
                  <a:close/>
                  <a:moveTo>
                    <a:pt x="2880" y="151"/>
                  </a:moveTo>
                  <a:lnTo>
                    <a:pt x="2796" y="369"/>
                  </a:lnTo>
                  <a:lnTo>
                    <a:pt x="2830" y="385"/>
                  </a:lnTo>
                  <a:lnTo>
                    <a:pt x="2913" y="168"/>
                  </a:lnTo>
                  <a:lnTo>
                    <a:pt x="2880" y="151"/>
                  </a:lnTo>
                  <a:close/>
                  <a:moveTo>
                    <a:pt x="1206" y="201"/>
                  </a:moveTo>
                  <a:lnTo>
                    <a:pt x="1172" y="218"/>
                  </a:lnTo>
                  <a:lnTo>
                    <a:pt x="1273" y="419"/>
                  </a:lnTo>
                  <a:lnTo>
                    <a:pt x="1290" y="402"/>
                  </a:lnTo>
                  <a:lnTo>
                    <a:pt x="1206" y="201"/>
                  </a:lnTo>
                  <a:close/>
                  <a:moveTo>
                    <a:pt x="3047" y="218"/>
                  </a:moveTo>
                  <a:lnTo>
                    <a:pt x="2947" y="435"/>
                  </a:lnTo>
                  <a:lnTo>
                    <a:pt x="2964" y="452"/>
                  </a:lnTo>
                  <a:lnTo>
                    <a:pt x="3081" y="235"/>
                  </a:lnTo>
                  <a:lnTo>
                    <a:pt x="3047" y="218"/>
                  </a:lnTo>
                  <a:close/>
                  <a:moveTo>
                    <a:pt x="1039" y="285"/>
                  </a:moveTo>
                  <a:lnTo>
                    <a:pt x="1005" y="302"/>
                  </a:lnTo>
                  <a:lnTo>
                    <a:pt x="1139" y="502"/>
                  </a:lnTo>
                  <a:lnTo>
                    <a:pt x="1156" y="486"/>
                  </a:lnTo>
                  <a:lnTo>
                    <a:pt x="1039" y="285"/>
                  </a:lnTo>
                  <a:close/>
                  <a:moveTo>
                    <a:pt x="3198" y="302"/>
                  </a:moveTo>
                  <a:lnTo>
                    <a:pt x="3081" y="502"/>
                  </a:lnTo>
                  <a:lnTo>
                    <a:pt x="3114" y="519"/>
                  </a:lnTo>
                  <a:lnTo>
                    <a:pt x="3231" y="318"/>
                  </a:lnTo>
                  <a:lnTo>
                    <a:pt x="3198" y="302"/>
                  </a:lnTo>
                  <a:close/>
                  <a:moveTo>
                    <a:pt x="888" y="385"/>
                  </a:moveTo>
                  <a:lnTo>
                    <a:pt x="854" y="402"/>
                  </a:lnTo>
                  <a:lnTo>
                    <a:pt x="1005" y="586"/>
                  </a:lnTo>
                  <a:lnTo>
                    <a:pt x="1022" y="569"/>
                  </a:lnTo>
                  <a:lnTo>
                    <a:pt x="888" y="385"/>
                  </a:lnTo>
                  <a:close/>
                  <a:moveTo>
                    <a:pt x="3349" y="402"/>
                  </a:moveTo>
                  <a:lnTo>
                    <a:pt x="3215" y="586"/>
                  </a:lnTo>
                  <a:lnTo>
                    <a:pt x="3231" y="603"/>
                  </a:lnTo>
                  <a:lnTo>
                    <a:pt x="3382" y="419"/>
                  </a:lnTo>
                  <a:lnTo>
                    <a:pt x="3349" y="402"/>
                  </a:lnTo>
                  <a:close/>
                  <a:moveTo>
                    <a:pt x="754" y="486"/>
                  </a:moveTo>
                  <a:lnTo>
                    <a:pt x="721" y="519"/>
                  </a:lnTo>
                  <a:lnTo>
                    <a:pt x="871" y="687"/>
                  </a:lnTo>
                  <a:lnTo>
                    <a:pt x="905" y="670"/>
                  </a:lnTo>
                  <a:lnTo>
                    <a:pt x="754" y="486"/>
                  </a:lnTo>
                  <a:close/>
                  <a:moveTo>
                    <a:pt x="3482" y="502"/>
                  </a:moveTo>
                  <a:lnTo>
                    <a:pt x="3332" y="687"/>
                  </a:lnTo>
                  <a:lnTo>
                    <a:pt x="3365" y="703"/>
                  </a:lnTo>
                  <a:lnTo>
                    <a:pt x="3516" y="536"/>
                  </a:lnTo>
                  <a:lnTo>
                    <a:pt x="3482" y="502"/>
                  </a:lnTo>
                  <a:close/>
                  <a:moveTo>
                    <a:pt x="620" y="603"/>
                  </a:moveTo>
                  <a:lnTo>
                    <a:pt x="587" y="636"/>
                  </a:lnTo>
                  <a:lnTo>
                    <a:pt x="754" y="804"/>
                  </a:lnTo>
                  <a:lnTo>
                    <a:pt x="788" y="787"/>
                  </a:lnTo>
                  <a:lnTo>
                    <a:pt x="620" y="603"/>
                  </a:lnTo>
                  <a:close/>
                  <a:moveTo>
                    <a:pt x="3616" y="620"/>
                  </a:moveTo>
                  <a:lnTo>
                    <a:pt x="3533" y="703"/>
                  </a:lnTo>
                  <a:lnTo>
                    <a:pt x="3449" y="787"/>
                  </a:lnTo>
                  <a:lnTo>
                    <a:pt x="3466" y="804"/>
                  </a:lnTo>
                  <a:lnTo>
                    <a:pt x="3633" y="636"/>
                  </a:lnTo>
                  <a:lnTo>
                    <a:pt x="3616" y="620"/>
                  </a:lnTo>
                  <a:close/>
                  <a:moveTo>
                    <a:pt x="503" y="737"/>
                  </a:moveTo>
                  <a:lnTo>
                    <a:pt x="469" y="770"/>
                  </a:lnTo>
                  <a:lnTo>
                    <a:pt x="654" y="921"/>
                  </a:lnTo>
                  <a:lnTo>
                    <a:pt x="670" y="887"/>
                  </a:lnTo>
                  <a:lnTo>
                    <a:pt x="503" y="737"/>
                  </a:lnTo>
                  <a:close/>
                  <a:moveTo>
                    <a:pt x="3733" y="754"/>
                  </a:moveTo>
                  <a:lnTo>
                    <a:pt x="3566" y="904"/>
                  </a:lnTo>
                  <a:lnTo>
                    <a:pt x="3583" y="921"/>
                  </a:lnTo>
                  <a:lnTo>
                    <a:pt x="3767" y="770"/>
                  </a:lnTo>
                  <a:lnTo>
                    <a:pt x="3733" y="754"/>
                  </a:lnTo>
                  <a:close/>
                  <a:moveTo>
                    <a:pt x="386" y="871"/>
                  </a:moveTo>
                  <a:lnTo>
                    <a:pt x="369" y="904"/>
                  </a:lnTo>
                  <a:lnTo>
                    <a:pt x="553" y="1038"/>
                  </a:lnTo>
                  <a:lnTo>
                    <a:pt x="570" y="1021"/>
                  </a:lnTo>
                  <a:lnTo>
                    <a:pt x="386" y="871"/>
                  </a:lnTo>
                  <a:close/>
                  <a:moveTo>
                    <a:pt x="3851" y="887"/>
                  </a:moveTo>
                  <a:lnTo>
                    <a:pt x="3650" y="1021"/>
                  </a:lnTo>
                  <a:lnTo>
                    <a:pt x="3667" y="1055"/>
                  </a:lnTo>
                  <a:lnTo>
                    <a:pt x="3867" y="921"/>
                  </a:lnTo>
                  <a:cubicBezTo>
                    <a:pt x="3867" y="904"/>
                    <a:pt x="3851" y="904"/>
                    <a:pt x="3851" y="887"/>
                  </a:cubicBezTo>
                  <a:close/>
                  <a:moveTo>
                    <a:pt x="285" y="1021"/>
                  </a:moveTo>
                  <a:lnTo>
                    <a:pt x="269" y="1055"/>
                  </a:lnTo>
                  <a:lnTo>
                    <a:pt x="469" y="1172"/>
                  </a:lnTo>
                  <a:cubicBezTo>
                    <a:pt x="486" y="1172"/>
                    <a:pt x="486" y="1155"/>
                    <a:pt x="486" y="1155"/>
                  </a:cubicBezTo>
                  <a:lnTo>
                    <a:pt x="285" y="1021"/>
                  </a:lnTo>
                  <a:close/>
                  <a:moveTo>
                    <a:pt x="3951" y="1038"/>
                  </a:moveTo>
                  <a:lnTo>
                    <a:pt x="3750" y="1155"/>
                  </a:lnTo>
                  <a:lnTo>
                    <a:pt x="3778" y="1183"/>
                  </a:lnTo>
                  <a:lnTo>
                    <a:pt x="3778" y="1183"/>
                  </a:lnTo>
                  <a:lnTo>
                    <a:pt x="3968" y="1072"/>
                  </a:lnTo>
                  <a:lnTo>
                    <a:pt x="3951" y="1038"/>
                  </a:lnTo>
                  <a:close/>
                  <a:moveTo>
                    <a:pt x="3778" y="1183"/>
                  </a:moveTo>
                  <a:lnTo>
                    <a:pt x="3767" y="1189"/>
                  </a:lnTo>
                  <a:lnTo>
                    <a:pt x="3784" y="1189"/>
                  </a:lnTo>
                  <a:lnTo>
                    <a:pt x="3778" y="1183"/>
                  </a:lnTo>
                  <a:close/>
                  <a:moveTo>
                    <a:pt x="202" y="1189"/>
                  </a:moveTo>
                  <a:lnTo>
                    <a:pt x="185" y="1222"/>
                  </a:lnTo>
                  <a:lnTo>
                    <a:pt x="403" y="1323"/>
                  </a:lnTo>
                  <a:lnTo>
                    <a:pt x="403" y="1289"/>
                  </a:lnTo>
                  <a:lnTo>
                    <a:pt x="202" y="1189"/>
                  </a:lnTo>
                  <a:close/>
                  <a:moveTo>
                    <a:pt x="4035" y="1189"/>
                  </a:moveTo>
                  <a:lnTo>
                    <a:pt x="3817" y="1289"/>
                  </a:lnTo>
                  <a:lnTo>
                    <a:pt x="3834" y="1323"/>
                  </a:lnTo>
                  <a:lnTo>
                    <a:pt x="4035" y="1222"/>
                  </a:lnTo>
                  <a:lnTo>
                    <a:pt x="4035" y="1189"/>
                  </a:lnTo>
                  <a:close/>
                  <a:moveTo>
                    <a:pt x="135" y="1356"/>
                  </a:moveTo>
                  <a:cubicBezTo>
                    <a:pt x="118" y="1373"/>
                    <a:pt x="118" y="1373"/>
                    <a:pt x="118" y="1390"/>
                  </a:cubicBezTo>
                  <a:lnTo>
                    <a:pt x="319" y="1473"/>
                  </a:lnTo>
                  <a:cubicBezTo>
                    <a:pt x="336" y="1457"/>
                    <a:pt x="336" y="1457"/>
                    <a:pt x="336" y="1440"/>
                  </a:cubicBezTo>
                  <a:lnTo>
                    <a:pt x="135" y="1356"/>
                  </a:lnTo>
                  <a:close/>
                  <a:moveTo>
                    <a:pt x="4118" y="1373"/>
                  </a:moveTo>
                  <a:lnTo>
                    <a:pt x="3918" y="1473"/>
                  </a:lnTo>
                  <a:cubicBezTo>
                    <a:pt x="3918" y="1483"/>
                    <a:pt x="3918" y="1490"/>
                    <a:pt x="3918" y="1490"/>
                  </a:cubicBezTo>
                  <a:lnTo>
                    <a:pt x="4135" y="1406"/>
                  </a:lnTo>
                  <a:lnTo>
                    <a:pt x="4118" y="1373"/>
                  </a:lnTo>
                  <a:close/>
                  <a:moveTo>
                    <a:pt x="4169" y="1540"/>
                  </a:moveTo>
                  <a:lnTo>
                    <a:pt x="3951" y="1607"/>
                  </a:lnTo>
                  <a:lnTo>
                    <a:pt x="3968" y="1607"/>
                  </a:lnTo>
                  <a:cubicBezTo>
                    <a:pt x="3968" y="1616"/>
                    <a:pt x="3963" y="1620"/>
                    <a:pt x="3959" y="1622"/>
                  </a:cubicBezTo>
                  <a:lnTo>
                    <a:pt x="3959" y="1622"/>
                  </a:lnTo>
                  <a:lnTo>
                    <a:pt x="4169" y="1574"/>
                  </a:lnTo>
                  <a:cubicBezTo>
                    <a:pt x="4169" y="1557"/>
                    <a:pt x="4169" y="1540"/>
                    <a:pt x="4169" y="1540"/>
                  </a:cubicBezTo>
                  <a:close/>
                  <a:moveTo>
                    <a:pt x="51" y="1524"/>
                  </a:moveTo>
                  <a:lnTo>
                    <a:pt x="51" y="1557"/>
                  </a:lnTo>
                  <a:lnTo>
                    <a:pt x="269" y="1624"/>
                  </a:lnTo>
                  <a:cubicBezTo>
                    <a:pt x="285" y="1607"/>
                    <a:pt x="285" y="1607"/>
                    <a:pt x="285" y="1590"/>
                  </a:cubicBezTo>
                  <a:lnTo>
                    <a:pt x="51" y="1524"/>
                  </a:lnTo>
                  <a:close/>
                  <a:moveTo>
                    <a:pt x="3959" y="1622"/>
                  </a:moveTo>
                  <a:lnTo>
                    <a:pt x="3951" y="1624"/>
                  </a:lnTo>
                  <a:cubicBezTo>
                    <a:pt x="3951" y="1624"/>
                    <a:pt x="3955" y="1624"/>
                    <a:pt x="3959" y="1622"/>
                  </a:cubicBezTo>
                  <a:close/>
                  <a:moveTo>
                    <a:pt x="18" y="1691"/>
                  </a:moveTo>
                  <a:cubicBezTo>
                    <a:pt x="18" y="1708"/>
                    <a:pt x="18" y="1708"/>
                    <a:pt x="18" y="1724"/>
                  </a:cubicBezTo>
                  <a:lnTo>
                    <a:pt x="252" y="1775"/>
                  </a:lnTo>
                  <a:lnTo>
                    <a:pt x="252" y="1741"/>
                  </a:lnTo>
                  <a:lnTo>
                    <a:pt x="18" y="1691"/>
                  </a:lnTo>
                  <a:close/>
                  <a:moveTo>
                    <a:pt x="4219" y="1708"/>
                  </a:moveTo>
                  <a:lnTo>
                    <a:pt x="3985" y="1758"/>
                  </a:lnTo>
                  <a:lnTo>
                    <a:pt x="3985" y="1791"/>
                  </a:lnTo>
                  <a:lnTo>
                    <a:pt x="4219" y="1741"/>
                  </a:lnTo>
                  <a:cubicBezTo>
                    <a:pt x="4219" y="1724"/>
                    <a:pt x="4219" y="1724"/>
                    <a:pt x="4219" y="1708"/>
                  </a:cubicBezTo>
                  <a:close/>
                  <a:moveTo>
                    <a:pt x="1" y="1858"/>
                  </a:moveTo>
                  <a:cubicBezTo>
                    <a:pt x="1" y="1875"/>
                    <a:pt x="1" y="1875"/>
                    <a:pt x="1" y="1892"/>
                  </a:cubicBezTo>
                  <a:lnTo>
                    <a:pt x="235" y="1925"/>
                  </a:lnTo>
                  <a:cubicBezTo>
                    <a:pt x="235" y="1908"/>
                    <a:pt x="235" y="1892"/>
                    <a:pt x="235" y="1892"/>
                  </a:cubicBezTo>
                  <a:lnTo>
                    <a:pt x="1" y="1858"/>
                  </a:lnTo>
                  <a:close/>
                  <a:moveTo>
                    <a:pt x="4236" y="1875"/>
                  </a:moveTo>
                  <a:lnTo>
                    <a:pt x="4001" y="1908"/>
                  </a:lnTo>
                  <a:lnTo>
                    <a:pt x="4035" y="1925"/>
                  </a:lnTo>
                  <a:cubicBezTo>
                    <a:pt x="4035" y="1925"/>
                    <a:pt x="4001" y="1942"/>
                    <a:pt x="4001" y="1942"/>
                  </a:cubicBezTo>
                  <a:lnTo>
                    <a:pt x="4236" y="1925"/>
                  </a:lnTo>
                  <a:lnTo>
                    <a:pt x="4236" y="1875"/>
                  </a:lnTo>
                  <a:close/>
                  <a:moveTo>
                    <a:pt x="1" y="2042"/>
                  </a:moveTo>
                  <a:lnTo>
                    <a:pt x="1" y="2076"/>
                  </a:lnTo>
                  <a:lnTo>
                    <a:pt x="235" y="2093"/>
                  </a:lnTo>
                  <a:cubicBezTo>
                    <a:pt x="235" y="2076"/>
                    <a:pt x="235" y="2059"/>
                    <a:pt x="235" y="2059"/>
                  </a:cubicBezTo>
                  <a:lnTo>
                    <a:pt x="1" y="2042"/>
                  </a:lnTo>
                  <a:close/>
                  <a:moveTo>
                    <a:pt x="4035" y="2076"/>
                  </a:moveTo>
                  <a:cubicBezTo>
                    <a:pt x="4035" y="2093"/>
                    <a:pt x="4035" y="2093"/>
                    <a:pt x="4018" y="2109"/>
                  </a:cubicBezTo>
                  <a:lnTo>
                    <a:pt x="4252" y="2109"/>
                  </a:lnTo>
                  <a:lnTo>
                    <a:pt x="4252" y="2076"/>
                  </a:lnTo>
                  <a:close/>
                  <a:moveTo>
                    <a:pt x="1" y="2210"/>
                  </a:moveTo>
                  <a:cubicBezTo>
                    <a:pt x="1" y="2227"/>
                    <a:pt x="1" y="2243"/>
                    <a:pt x="1" y="2243"/>
                  </a:cubicBezTo>
                  <a:lnTo>
                    <a:pt x="235" y="2243"/>
                  </a:lnTo>
                  <a:lnTo>
                    <a:pt x="235" y="2210"/>
                  </a:lnTo>
                  <a:close/>
                  <a:moveTo>
                    <a:pt x="4018" y="2227"/>
                  </a:moveTo>
                  <a:cubicBezTo>
                    <a:pt x="4018" y="2227"/>
                    <a:pt x="4018" y="2243"/>
                    <a:pt x="4018" y="2260"/>
                  </a:cubicBezTo>
                  <a:lnTo>
                    <a:pt x="4252" y="2277"/>
                  </a:lnTo>
                  <a:cubicBezTo>
                    <a:pt x="4252" y="2260"/>
                    <a:pt x="4252" y="2243"/>
                    <a:pt x="4252" y="2243"/>
                  </a:cubicBezTo>
                  <a:lnTo>
                    <a:pt x="4018" y="2227"/>
                  </a:lnTo>
                  <a:close/>
                  <a:moveTo>
                    <a:pt x="235" y="2360"/>
                  </a:moveTo>
                  <a:lnTo>
                    <a:pt x="1" y="2394"/>
                  </a:lnTo>
                  <a:lnTo>
                    <a:pt x="18" y="2394"/>
                  </a:lnTo>
                  <a:cubicBezTo>
                    <a:pt x="1" y="2394"/>
                    <a:pt x="1" y="2411"/>
                    <a:pt x="1" y="2427"/>
                  </a:cubicBezTo>
                  <a:lnTo>
                    <a:pt x="235" y="2394"/>
                  </a:lnTo>
                  <a:cubicBezTo>
                    <a:pt x="235" y="2377"/>
                    <a:pt x="235" y="2377"/>
                    <a:pt x="235" y="2360"/>
                  </a:cubicBezTo>
                  <a:close/>
                  <a:moveTo>
                    <a:pt x="4001" y="2377"/>
                  </a:moveTo>
                  <a:cubicBezTo>
                    <a:pt x="4001" y="2394"/>
                    <a:pt x="4001" y="2411"/>
                    <a:pt x="4001" y="2411"/>
                  </a:cubicBezTo>
                  <a:lnTo>
                    <a:pt x="4236" y="2444"/>
                  </a:lnTo>
                  <a:cubicBezTo>
                    <a:pt x="4236" y="2427"/>
                    <a:pt x="4236" y="2427"/>
                    <a:pt x="4236" y="2411"/>
                  </a:cubicBezTo>
                  <a:lnTo>
                    <a:pt x="4001" y="2377"/>
                  </a:lnTo>
                  <a:close/>
                  <a:moveTo>
                    <a:pt x="252" y="2511"/>
                  </a:moveTo>
                  <a:lnTo>
                    <a:pt x="18" y="2561"/>
                  </a:lnTo>
                  <a:lnTo>
                    <a:pt x="18" y="2595"/>
                  </a:lnTo>
                  <a:lnTo>
                    <a:pt x="252" y="2545"/>
                  </a:lnTo>
                  <a:lnTo>
                    <a:pt x="252" y="2511"/>
                  </a:lnTo>
                  <a:close/>
                  <a:moveTo>
                    <a:pt x="3985" y="2545"/>
                  </a:moveTo>
                  <a:lnTo>
                    <a:pt x="3985" y="2561"/>
                  </a:lnTo>
                  <a:lnTo>
                    <a:pt x="4219" y="2628"/>
                  </a:lnTo>
                  <a:lnTo>
                    <a:pt x="4219" y="2578"/>
                  </a:lnTo>
                  <a:lnTo>
                    <a:pt x="3985" y="2545"/>
                  </a:lnTo>
                  <a:close/>
                  <a:moveTo>
                    <a:pt x="285" y="2678"/>
                  </a:moveTo>
                  <a:lnTo>
                    <a:pt x="84" y="2736"/>
                  </a:lnTo>
                  <a:lnTo>
                    <a:pt x="84" y="2736"/>
                  </a:lnTo>
                  <a:cubicBezTo>
                    <a:pt x="84" y="2733"/>
                    <a:pt x="84" y="2731"/>
                    <a:pt x="84" y="2729"/>
                  </a:cubicBezTo>
                  <a:lnTo>
                    <a:pt x="84" y="2729"/>
                  </a:lnTo>
                  <a:lnTo>
                    <a:pt x="51" y="2745"/>
                  </a:lnTo>
                  <a:lnTo>
                    <a:pt x="84" y="2736"/>
                  </a:lnTo>
                  <a:lnTo>
                    <a:pt x="84" y="2736"/>
                  </a:lnTo>
                  <a:cubicBezTo>
                    <a:pt x="84" y="2750"/>
                    <a:pt x="80" y="2765"/>
                    <a:pt x="51" y="2779"/>
                  </a:cubicBezTo>
                  <a:lnTo>
                    <a:pt x="285" y="2712"/>
                  </a:lnTo>
                  <a:lnTo>
                    <a:pt x="285" y="2678"/>
                  </a:lnTo>
                  <a:close/>
                  <a:moveTo>
                    <a:pt x="3951" y="2695"/>
                  </a:moveTo>
                  <a:lnTo>
                    <a:pt x="3951" y="2729"/>
                  </a:lnTo>
                  <a:lnTo>
                    <a:pt x="4169" y="2796"/>
                  </a:lnTo>
                  <a:cubicBezTo>
                    <a:pt x="4169" y="2779"/>
                    <a:pt x="4169" y="2762"/>
                    <a:pt x="4169" y="2762"/>
                  </a:cubicBezTo>
                  <a:lnTo>
                    <a:pt x="3951" y="2695"/>
                  </a:lnTo>
                  <a:close/>
                  <a:moveTo>
                    <a:pt x="302" y="2829"/>
                  </a:moveTo>
                  <a:lnTo>
                    <a:pt x="101" y="2913"/>
                  </a:lnTo>
                  <a:lnTo>
                    <a:pt x="118" y="2946"/>
                  </a:lnTo>
                  <a:lnTo>
                    <a:pt x="319" y="2863"/>
                  </a:lnTo>
                  <a:lnTo>
                    <a:pt x="302" y="2829"/>
                  </a:lnTo>
                  <a:close/>
                  <a:moveTo>
                    <a:pt x="3918" y="2846"/>
                  </a:moveTo>
                  <a:lnTo>
                    <a:pt x="3918" y="2879"/>
                  </a:lnTo>
                  <a:lnTo>
                    <a:pt x="4118" y="2963"/>
                  </a:lnTo>
                  <a:lnTo>
                    <a:pt x="4135" y="2930"/>
                  </a:lnTo>
                  <a:lnTo>
                    <a:pt x="3918" y="2846"/>
                  </a:lnTo>
                  <a:close/>
                  <a:moveTo>
                    <a:pt x="386" y="2963"/>
                  </a:moveTo>
                  <a:lnTo>
                    <a:pt x="168" y="3063"/>
                  </a:lnTo>
                  <a:lnTo>
                    <a:pt x="202" y="3063"/>
                  </a:lnTo>
                  <a:cubicBezTo>
                    <a:pt x="202" y="3072"/>
                    <a:pt x="206" y="3080"/>
                    <a:pt x="206" y="3086"/>
                  </a:cubicBezTo>
                  <a:lnTo>
                    <a:pt x="206" y="3086"/>
                  </a:lnTo>
                  <a:lnTo>
                    <a:pt x="386" y="2996"/>
                  </a:lnTo>
                  <a:lnTo>
                    <a:pt x="386" y="2963"/>
                  </a:lnTo>
                  <a:close/>
                  <a:moveTo>
                    <a:pt x="206" y="3086"/>
                  </a:moveTo>
                  <a:lnTo>
                    <a:pt x="185" y="3097"/>
                  </a:lnTo>
                  <a:cubicBezTo>
                    <a:pt x="202" y="3097"/>
                    <a:pt x="206" y="3093"/>
                    <a:pt x="206" y="3086"/>
                  </a:cubicBezTo>
                  <a:close/>
                  <a:moveTo>
                    <a:pt x="3817" y="2963"/>
                  </a:moveTo>
                  <a:lnTo>
                    <a:pt x="3800" y="2996"/>
                  </a:lnTo>
                  <a:lnTo>
                    <a:pt x="4018" y="3097"/>
                  </a:lnTo>
                  <a:lnTo>
                    <a:pt x="4035" y="3063"/>
                  </a:lnTo>
                  <a:lnTo>
                    <a:pt x="3817" y="2963"/>
                  </a:lnTo>
                  <a:close/>
                  <a:moveTo>
                    <a:pt x="453" y="3097"/>
                  </a:moveTo>
                  <a:lnTo>
                    <a:pt x="252" y="3214"/>
                  </a:lnTo>
                  <a:lnTo>
                    <a:pt x="269" y="3248"/>
                  </a:lnTo>
                  <a:lnTo>
                    <a:pt x="469" y="3130"/>
                  </a:lnTo>
                  <a:lnTo>
                    <a:pt x="453" y="3097"/>
                  </a:lnTo>
                  <a:close/>
                  <a:moveTo>
                    <a:pt x="3750" y="3114"/>
                  </a:moveTo>
                  <a:lnTo>
                    <a:pt x="3733" y="3130"/>
                  </a:lnTo>
                  <a:lnTo>
                    <a:pt x="3934" y="3264"/>
                  </a:lnTo>
                  <a:lnTo>
                    <a:pt x="3951" y="3231"/>
                  </a:lnTo>
                  <a:lnTo>
                    <a:pt x="3750" y="3114"/>
                  </a:lnTo>
                  <a:close/>
                  <a:moveTo>
                    <a:pt x="536" y="3231"/>
                  </a:moveTo>
                  <a:lnTo>
                    <a:pt x="352" y="3365"/>
                  </a:lnTo>
                  <a:lnTo>
                    <a:pt x="369" y="3398"/>
                  </a:lnTo>
                  <a:lnTo>
                    <a:pt x="553" y="3248"/>
                  </a:lnTo>
                  <a:lnTo>
                    <a:pt x="536" y="3231"/>
                  </a:lnTo>
                  <a:close/>
                  <a:moveTo>
                    <a:pt x="3667" y="3248"/>
                  </a:moveTo>
                  <a:lnTo>
                    <a:pt x="3633" y="3264"/>
                  </a:lnTo>
                  <a:lnTo>
                    <a:pt x="3834" y="3398"/>
                  </a:lnTo>
                  <a:lnTo>
                    <a:pt x="3851" y="3381"/>
                  </a:lnTo>
                  <a:lnTo>
                    <a:pt x="3667" y="3248"/>
                  </a:lnTo>
                  <a:close/>
                  <a:moveTo>
                    <a:pt x="637" y="3348"/>
                  </a:moveTo>
                  <a:lnTo>
                    <a:pt x="453" y="3499"/>
                  </a:lnTo>
                  <a:lnTo>
                    <a:pt x="469" y="3532"/>
                  </a:lnTo>
                  <a:lnTo>
                    <a:pt x="654" y="3381"/>
                  </a:lnTo>
                  <a:lnTo>
                    <a:pt x="637" y="3348"/>
                  </a:lnTo>
                  <a:close/>
                  <a:moveTo>
                    <a:pt x="3566" y="3365"/>
                  </a:moveTo>
                  <a:lnTo>
                    <a:pt x="3549" y="3381"/>
                  </a:lnTo>
                  <a:lnTo>
                    <a:pt x="3717" y="3549"/>
                  </a:lnTo>
                  <a:lnTo>
                    <a:pt x="3733" y="3515"/>
                  </a:lnTo>
                  <a:lnTo>
                    <a:pt x="3566" y="3365"/>
                  </a:lnTo>
                  <a:close/>
                  <a:moveTo>
                    <a:pt x="737" y="3465"/>
                  </a:moveTo>
                  <a:lnTo>
                    <a:pt x="570" y="3633"/>
                  </a:lnTo>
                  <a:lnTo>
                    <a:pt x="603" y="3666"/>
                  </a:lnTo>
                  <a:lnTo>
                    <a:pt x="754" y="3499"/>
                  </a:lnTo>
                  <a:lnTo>
                    <a:pt x="737" y="3465"/>
                  </a:lnTo>
                  <a:close/>
                  <a:moveTo>
                    <a:pt x="3449" y="3482"/>
                  </a:moveTo>
                  <a:lnTo>
                    <a:pt x="3432" y="3515"/>
                  </a:lnTo>
                  <a:lnTo>
                    <a:pt x="3600" y="3683"/>
                  </a:lnTo>
                  <a:lnTo>
                    <a:pt x="3616" y="3649"/>
                  </a:lnTo>
                  <a:lnTo>
                    <a:pt x="3449" y="3482"/>
                  </a:lnTo>
                  <a:close/>
                  <a:moveTo>
                    <a:pt x="854" y="3582"/>
                  </a:moveTo>
                  <a:lnTo>
                    <a:pt x="704" y="3766"/>
                  </a:lnTo>
                  <a:lnTo>
                    <a:pt x="721" y="3783"/>
                  </a:lnTo>
                  <a:lnTo>
                    <a:pt x="871" y="3599"/>
                  </a:lnTo>
                  <a:lnTo>
                    <a:pt x="854" y="3582"/>
                  </a:lnTo>
                  <a:close/>
                  <a:moveTo>
                    <a:pt x="3332" y="3599"/>
                  </a:moveTo>
                  <a:cubicBezTo>
                    <a:pt x="3332" y="3599"/>
                    <a:pt x="3332" y="3616"/>
                    <a:pt x="3315" y="3616"/>
                  </a:cubicBezTo>
                  <a:lnTo>
                    <a:pt x="3466" y="3800"/>
                  </a:lnTo>
                  <a:lnTo>
                    <a:pt x="3499" y="3766"/>
                  </a:lnTo>
                  <a:lnTo>
                    <a:pt x="3332" y="3599"/>
                  </a:lnTo>
                  <a:close/>
                  <a:moveTo>
                    <a:pt x="972" y="3683"/>
                  </a:moveTo>
                  <a:lnTo>
                    <a:pt x="838" y="3867"/>
                  </a:lnTo>
                  <a:lnTo>
                    <a:pt x="871" y="3884"/>
                  </a:lnTo>
                  <a:lnTo>
                    <a:pt x="1005" y="3700"/>
                  </a:lnTo>
                  <a:lnTo>
                    <a:pt x="972" y="3683"/>
                  </a:lnTo>
                  <a:close/>
                  <a:moveTo>
                    <a:pt x="3215" y="3700"/>
                  </a:moveTo>
                  <a:lnTo>
                    <a:pt x="3198" y="3716"/>
                  </a:lnTo>
                  <a:lnTo>
                    <a:pt x="3332" y="3900"/>
                  </a:lnTo>
                  <a:lnTo>
                    <a:pt x="3349" y="3884"/>
                  </a:lnTo>
                  <a:lnTo>
                    <a:pt x="3215" y="3700"/>
                  </a:lnTo>
                  <a:close/>
                  <a:moveTo>
                    <a:pt x="1106" y="3750"/>
                  </a:moveTo>
                  <a:lnTo>
                    <a:pt x="988" y="3951"/>
                  </a:lnTo>
                  <a:lnTo>
                    <a:pt x="1022" y="3967"/>
                  </a:lnTo>
                  <a:lnTo>
                    <a:pt x="1139" y="3766"/>
                  </a:lnTo>
                  <a:lnTo>
                    <a:pt x="1106" y="3750"/>
                  </a:lnTo>
                  <a:close/>
                  <a:moveTo>
                    <a:pt x="3081" y="3783"/>
                  </a:moveTo>
                  <a:lnTo>
                    <a:pt x="3064" y="3800"/>
                  </a:lnTo>
                  <a:lnTo>
                    <a:pt x="3181" y="4001"/>
                  </a:lnTo>
                  <a:lnTo>
                    <a:pt x="3198" y="3984"/>
                  </a:lnTo>
                  <a:lnTo>
                    <a:pt x="3081" y="3783"/>
                  </a:lnTo>
                  <a:close/>
                  <a:moveTo>
                    <a:pt x="1239" y="3833"/>
                  </a:moveTo>
                  <a:lnTo>
                    <a:pt x="1139" y="4051"/>
                  </a:lnTo>
                  <a:lnTo>
                    <a:pt x="1172" y="4051"/>
                  </a:lnTo>
                  <a:lnTo>
                    <a:pt x="1273" y="3850"/>
                  </a:lnTo>
                  <a:lnTo>
                    <a:pt x="1239" y="3833"/>
                  </a:lnTo>
                  <a:close/>
                  <a:moveTo>
                    <a:pt x="2947" y="3850"/>
                  </a:moveTo>
                  <a:lnTo>
                    <a:pt x="2913" y="3867"/>
                  </a:lnTo>
                  <a:lnTo>
                    <a:pt x="3014" y="4085"/>
                  </a:lnTo>
                  <a:lnTo>
                    <a:pt x="3047" y="4068"/>
                  </a:lnTo>
                  <a:lnTo>
                    <a:pt x="2947" y="3850"/>
                  </a:lnTo>
                  <a:close/>
                  <a:moveTo>
                    <a:pt x="1390" y="3917"/>
                  </a:moveTo>
                  <a:lnTo>
                    <a:pt x="1306" y="4118"/>
                  </a:lnTo>
                  <a:lnTo>
                    <a:pt x="1340" y="4135"/>
                  </a:lnTo>
                  <a:lnTo>
                    <a:pt x="1424" y="3917"/>
                  </a:lnTo>
                  <a:close/>
                  <a:moveTo>
                    <a:pt x="2779" y="3917"/>
                  </a:moveTo>
                  <a:lnTo>
                    <a:pt x="2846" y="4135"/>
                  </a:lnTo>
                  <a:lnTo>
                    <a:pt x="2880" y="4118"/>
                  </a:lnTo>
                  <a:lnTo>
                    <a:pt x="2796" y="3917"/>
                  </a:lnTo>
                  <a:close/>
                  <a:moveTo>
                    <a:pt x="1541" y="3951"/>
                  </a:moveTo>
                  <a:lnTo>
                    <a:pt x="1474" y="4185"/>
                  </a:lnTo>
                  <a:lnTo>
                    <a:pt x="1507" y="4185"/>
                  </a:lnTo>
                  <a:lnTo>
                    <a:pt x="1574" y="3951"/>
                  </a:lnTo>
                  <a:close/>
                  <a:moveTo>
                    <a:pt x="2629" y="3967"/>
                  </a:moveTo>
                  <a:lnTo>
                    <a:pt x="2679" y="4202"/>
                  </a:lnTo>
                  <a:lnTo>
                    <a:pt x="2712" y="4202"/>
                  </a:lnTo>
                  <a:lnTo>
                    <a:pt x="2645" y="3967"/>
                  </a:lnTo>
                  <a:close/>
                  <a:moveTo>
                    <a:pt x="1691" y="4001"/>
                  </a:moveTo>
                  <a:lnTo>
                    <a:pt x="1641" y="4218"/>
                  </a:lnTo>
                  <a:lnTo>
                    <a:pt x="1675" y="4218"/>
                  </a:lnTo>
                  <a:lnTo>
                    <a:pt x="1725" y="4001"/>
                  </a:lnTo>
                  <a:close/>
                  <a:moveTo>
                    <a:pt x="2461" y="4001"/>
                  </a:moveTo>
                  <a:lnTo>
                    <a:pt x="2512" y="4235"/>
                  </a:lnTo>
                  <a:lnTo>
                    <a:pt x="2545" y="4235"/>
                  </a:lnTo>
                  <a:lnTo>
                    <a:pt x="2495" y="4001"/>
                  </a:lnTo>
                  <a:close/>
                  <a:moveTo>
                    <a:pt x="1842" y="4018"/>
                  </a:moveTo>
                  <a:lnTo>
                    <a:pt x="1809" y="4252"/>
                  </a:lnTo>
                  <a:lnTo>
                    <a:pt x="1842" y="4252"/>
                  </a:lnTo>
                  <a:lnTo>
                    <a:pt x="1876" y="4018"/>
                  </a:lnTo>
                  <a:close/>
                  <a:moveTo>
                    <a:pt x="2311" y="4034"/>
                  </a:moveTo>
                  <a:lnTo>
                    <a:pt x="2344" y="4252"/>
                  </a:lnTo>
                  <a:lnTo>
                    <a:pt x="2378" y="4252"/>
                  </a:lnTo>
                  <a:lnTo>
                    <a:pt x="2344" y="4034"/>
                  </a:lnTo>
                  <a:close/>
                  <a:moveTo>
                    <a:pt x="1993" y="4034"/>
                  </a:moveTo>
                  <a:lnTo>
                    <a:pt x="1993" y="4269"/>
                  </a:lnTo>
                  <a:lnTo>
                    <a:pt x="2026" y="4269"/>
                  </a:lnTo>
                  <a:lnTo>
                    <a:pt x="2026" y="4034"/>
                  </a:lnTo>
                  <a:close/>
                  <a:moveTo>
                    <a:pt x="2160" y="4034"/>
                  </a:moveTo>
                  <a:lnTo>
                    <a:pt x="2160" y="4269"/>
                  </a:lnTo>
                  <a:lnTo>
                    <a:pt x="2194" y="4269"/>
                  </a:lnTo>
                  <a:lnTo>
                    <a:pt x="2194" y="4034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1"/>
            <p:cNvSpPr/>
            <p:nvPr/>
          </p:nvSpPr>
          <p:spPr>
            <a:xfrm>
              <a:off x="5566395" y="4081384"/>
              <a:ext cx="193247" cy="193516"/>
            </a:xfrm>
            <a:custGeom>
              <a:avLst/>
              <a:gdLst/>
              <a:ahLst/>
              <a:cxnLst/>
              <a:rect l="l" t="t" r="r" b="b"/>
              <a:pathLst>
                <a:path w="8605" h="8617" extrusionOk="0">
                  <a:moveTo>
                    <a:pt x="4034" y="0"/>
                  </a:moveTo>
                  <a:lnTo>
                    <a:pt x="4051" y="134"/>
                  </a:lnTo>
                  <a:lnTo>
                    <a:pt x="4302" y="134"/>
                  </a:lnTo>
                  <a:lnTo>
                    <a:pt x="4302" y="0"/>
                  </a:lnTo>
                  <a:close/>
                  <a:moveTo>
                    <a:pt x="4637" y="0"/>
                  </a:moveTo>
                  <a:lnTo>
                    <a:pt x="4637" y="134"/>
                  </a:lnTo>
                  <a:cubicBezTo>
                    <a:pt x="4721" y="134"/>
                    <a:pt x="4804" y="151"/>
                    <a:pt x="4888" y="151"/>
                  </a:cubicBezTo>
                  <a:lnTo>
                    <a:pt x="4905" y="17"/>
                  </a:lnTo>
                  <a:cubicBezTo>
                    <a:pt x="4804" y="17"/>
                    <a:pt x="4721" y="0"/>
                    <a:pt x="4637" y="0"/>
                  </a:cubicBezTo>
                  <a:close/>
                  <a:moveTo>
                    <a:pt x="3700" y="33"/>
                  </a:moveTo>
                  <a:cubicBezTo>
                    <a:pt x="3616" y="33"/>
                    <a:pt x="3532" y="50"/>
                    <a:pt x="3449" y="67"/>
                  </a:cubicBezTo>
                  <a:lnTo>
                    <a:pt x="3465" y="201"/>
                  </a:lnTo>
                  <a:cubicBezTo>
                    <a:pt x="3549" y="184"/>
                    <a:pt x="3633" y="167"/>
                    <a:pt x="3733" y="167"/>
                  </a:cubicBezTo>
                  <a:lnTo>
                    <a:pt x="3700" y="33"/>
                  </a:lnTo>
                  <a:close/>
                  <a:moveTo>
                    <a:pt x="5240" y="67"/>
                  </a:moveTo>
                  <a:lnTo>
                    <a:pt x="5206" y="201"/>
                  </a:lnTo>
                  <a:lnTo>
                    <a:pt x="5206" y="218"/>
                  </a:lnTo>
                  <a:cubicBezTo>
                    <a:pt x="5290" y="234"/>
                    <a:pt x="5374" y="251"/>
                    <a:pt x="5457" y="268"/>
                  </a:cubicBezTo>
                  <a:lnTo>
                    <a:pt x="5491" y="134"/>
                  </a:lnTo>
                  <a:cubicBezTo>
                    <a:pt x="5407" y="117"/>
                    <a:pt x="5323" y="84"/>
                    <a:pt x="5240" y="67"/>
                  </a:cubicBezTo>
                  <a:close/>
                  <a:moveTo>
                    <a:pt x="3114" y="151"/>
                  </a:moveTo>
                  <a:cubicBezTo>
                    <a:pt x="3030" y="184"/>
                    <a:pt x="2946" y="201"/>
                    <a:pt x="2863" y="234"/>
                  </a:cubicBezTo>
                  <a:lnTo>
                    <a:pt x="2913" y="368"/>
                  </a:lnTo>
                  <a:cubicBezTo>
                    <a:pt x="2997" y="335"/>
                    <a:pt x="3080" y="301"/>
                    <a:pt x="3147" y="285"/>
                  </a:cubicBezTo>
                  <a:lnTo>
                    <a:pt x="3114" y="151"/>
                  </a:lnTo>
                  <a:close/>
                  <a:moveTo>
                    <a:pt x="5809" y="234"/>
                  </a:moveTo>
                  <a:lnTo>
                    <a:pt x="5759" y="368"/>
                  </a:lnTo>
                  <a:lnTo>
                    <a:pt x="5775" y="368"/>
                  </a:lnTo>
                  <a:cubicBezTo>
                    <a:pt x="5859" y="402"/>
                    <a:pt x="5943" y="435"/>
                    <a:pt x="6010" y="469"/>
                  </a:cubicBezTo>
                  <a:lnTo>
                    <a:pt x="6060" y="335"/>
                  </a:lnTo>
                  <a:cubicBezTo>
                    <a:pt x="5976" y="301"/>
                    <a:pt x="5892" y="268"/>
                    <a:pt x="5809" y="234"/>
                  </a:cubicBezTo>
                  <a:close/>
                  <a:moveTo>
                    <a:pt x="2511" y="368"/>
                  </a:moveTo>
                  <a:cubicBezTo>
                    <a:pt x="2428" y="402"/>
                    <a:pt x="2344" y="452"/>
                    <a:pt x="2260" y="485"/>
                  </a:cubicBezTo>
                  <a:lnTo>
                    <a:pt x="2327" y="603"/>
                  </a:lnTo>
                  <a:cubicBezTo>
                    <a:pt x="2411" y="569"/>
                    <a:pt x="2478" y="519"/>
                    <a:pt x="2561" y="485"/>
                  </a:cubicBezTo>
                  <a:lnTo>
                    <a:pt x="2511" y="368"/>
                  </a:lnTo>
                  <a:close/>
                  <a:moveTo>
                    <a:pt x="6361" y="485"/>
                  </a:moveTo>
                  <a:lnTo>
                    <a:pt x="6294" y="603"/>
                  </a:lnTo>
                  <a:lnTo>
                    <a:pt x="6311" y="619"/>
                  </a:lnTo>
                  <a:cubicBezTo>
                    <a:pt x="6378" y="653"/>
                    <a:pt x="6462" y="703"/>
                    <a:pt x="6512" y="737"/>
                  </a:cubicBezTo>
                  <a:lnTo>
                    <a:pt x="6595" y="619"/>
                  </a:lnTo>
                  <a:cubicBezTo>
                    <a:pt x="6512" y="569"/>
                    <a:pt x="6428" y="536"/>
                    <a:pt x="6361" y="485"/>
                  </a:cubicBezTo>
                  <a:close/>
                  <a:moveTo>
                    <a:pt x="1976" y="653"/>
                  </a:moveTo>
                  <a:cubicBezTo>
                    <a:pt x="1909" y="703"/>
                    <a:pt x="1825" y="753"/>
                    <a:pt x="1758" y="803"/>
                  </a:cubicBezTo>
                  <a:lnTo>
                    <a:pt x="1842" y="904"/>
                  </a:lnTo>
                  <a:cubicBezTo>
                    <a:pt x="1909" y="854"/>
                    <a:pt x="1976" y="803"/>
                    <a:pt x="2043" y="753"/>
                  </a:cubicBezTo>
                  <a:lnTo>
                    <a:pt x="1976" y="653"/>
                  </a:lnTo>
                  <a:close/>
                  <a:moveTo>
                    <a:pt x="6863" y="803"/>
                  </a:moveTo>
                  <a:lnTo>
                    <a:pt x="6780" y="921"/>
                  </a:lnTo>
                  <a:lnTo>
                    <a:pt x="6796" y="921"/>
                  </a:lnTo>
                  <a:cubicBezTo>
                    <a:pt x="6863" y="971"/>
                    <a:pt x="6947" y="1038"/>
                    <a:pt x="6980" y="1071"/>
                  </a:cubicBezTo>
                  <a:lnTo>
                    <a:pt x="7064" y="971"/>
                  </a:lnTo>
                  <a:cubicBezTo>
                    <a:pt x="6997" y="921"/>
                    <a:pt x="6930" y="870"/>
                    <a:pt x="6863" y="803"/>
                  </a:cubicBezTo>
                  <a:close/>
                  <a:moveTo>
                    <a:pt x="1507" y="1004"/>
                  </a:moveTo>
                  <a:cubicBezTo>
                    <a:pt x="1440" y="1071"/>
                    <a:pt x="1373" y="1122"/>
                    <a:pt x="1306" y="1188"/>
                  </a:cubicBezTo>
                  <a:lnTo>
                    <a:pt x="1390" y="1289"/>
                  </a:lnTo>
                  <a:cubicBezTo>
                    <a:pt x="1457" y="1222"/>
                    <a:pt x="1524" y="1155"/>
                    <a:pt x="1591" y="1105"/>
                  </a:cubicBezTo>
                  <a:lnTo>
                    <a:pt x="1507" y="1004"/>
                  </a:lnTo>
                  <a:close/>
                  <a:moveTo>
                    <a:pt x="7315" y="1205"/>
                  </a:moveTo>
                  <a:lnTo>
                    <a:pt x="7232" y="1289"/>
                  </a:lnTo>
                  <a:lnTo>
                    <a:pt x="7265" y="1306"/>
                  </a:lnTo>
                  <a:cubicBezTo>
                    <a:pt x="7315" y="1373"/>
                    <a:pt x="7365" y="1423"/>
                    <a:pt x="7399" y="1490"/>
                  </a:cubicBezTo>
                  <a:lnTo>
                    <a:pt x="7499" y="1389"/>
                  </a:lnTo>
                  <a:cubicBezTo>
                    <a:pt x="7449" y="1322"/>
                    <a:pt x="7382" y="1255"/>
                    <a:pt x="7315" y="1205"/>
                  </a:cubicBezTo>
                  <a:close/>
                  <a:moveTo>
                    <a:pt x="1088" y="1423"/>
                  </a:moveTo>
                  <a:cubicBezTo>
                    <a:pt x="1022" y="1490"/>
                    <a:pt x="971" y="1557"/>
                    <a:pt x="904" y="1640"/>
                  </a:cubicBezTo>
                  <a:lnTo>
                    <a:pt x="1022" y="1724"/>
                  </a:lnTo>
                  <a:cubicBezTo>
                    <a:pt x="1072" y="1640"/>
                    <a:pt x="1122" y="1573"/>
                    <a:pt x="1172" y="1506"/>
                  </a:cubicBezTo>
                  <a:lnTo>
                    <a:pt x="1088" y="1423"/>
                  </a:lnTo>
                  <a:close/>
                  <a:moveTo>
                    <a:pt x="7717" y="1657"/>
                  </a:moveTo>
                  <a:lnTo>
                    <a:pt x="7600" y="1741"/>
                  </a:lnTo>
                  <a:lnTo>
                    <a:pt x="7633" y="1741"/>
                  </a:lnTo>
                  <a:cubicBezTo>
                    <a:pt x="7683" y="1808"/>
                    <a:pt x="7734" y="1875"/>
                    <a:pt x="7750" y="1942"/>
                  </a:cubicBezTo>
                  <a:lnTo>
                    <a:pt x="7868" y="1858"/>
                  </a:lnTo>
                  <a:cubicBezTo>
                    <a:pt x="7817" y="1791"/>
                    <a:pt x="7767" y="1724"/>
                    <a:pt x="7717" y="1657"/>
                  </a:cubicBezTo>
                  <a:close/>
                  <a:moveTo>
                    <a:pt x="720" y="1908"/>
                  </a:moveTo>
                  <a:cubicBezTo>
                    <a:pt x="670" y="1975"/>
                    <a:pt x="620" y="2059"/>
                    <a:pt x="586" y="2126"/>
                  </a:cubicBezTo>
                  <a:lnTo>
                    <a:pt x="687" y="2193"/>
                  </a:lnTo>
                  <a:cubicBezTo>
                    <a:pt x="737" y="2126"/>
                    <a:pt x="787" y="2042"/>
                    <a:pt x="837" y="1975"/>
                  </a:cubicBezTo>
                  <a:lnTo>
                    <a:pt x="720" y="1908"/>
                  </a:lnTo>
                  <a:close/>
                  <a:moveTo>
                    <a:pt x="8035" y="2159"/>
                  </a:moveTo>
                  <a:lnTo>
                    <a:pt x="7918" y="2226"/>
                  </a:lnTo>
                  <a:lnTo>
                    <a:pt x="7968" y="2226"/>
                  </a:lnTo>
                  <a:cubicBezTo>
                    <a:pt x="8002" y="2310"/>
                    <a:pt x="8052" y="2377"/>
                    <a:pt x="8052" y="2444"/>
                  </a:cubicBezTo>
                  <a:lnTo>
                    <a:pt x="8169" y="2394"/>
                  </a:lnTo>
                  <a:cubicBezTo>
                    <a:pt x="8119" y="2310"/>
                    <a:pt x="8085" y="2226"/>
                    <a:pt x="8035" y="2159"/>
                  </a:cubicBezTo>
                  <a:close/>
                  <a:moveTo>
                    <a:pt x="436" y="2427"/>
                  </a:moveTo>
                  <a:cubicBezTo>
                    <a:pt x="385" y="2511"/>
                    <a:pt x="352" y="2594"/>
                    <a:pt x="319" y="2678"/>
                  </a:cubicBezTo>
                  <a:lnTo>
                    <a:pt x="436" y="2728"/>
                  </a:lnTo>
                  <a:cubicBezTo>
                    <a:pt x="469" y="2645"/>
                    <a:pt x="503" y="2561"/>
                    <a:pt x="553" y="2494"/>
                  </a:cubicBezTo>
                  <a:lnTo>
                    <a:pt x="436" y="2427"/>
                  </a:lnTo>
                  <a:close/>
                  <a:moveTo>
                    <a:pt x="8303" y="2695"/>
                  </a:moveTo>
                  <a:lnTo>
                    <a:pt x="8169" y="2745"/>
                  </a:lnTo>
                  <a:lnTo>
                    <a:pt x="8219" y="2745"/>
                  </a:lnTo>
                  <a:cubicBezTo>
                    <a:pt x="8253" y="2829"/>
                    <a:pt x="8269" y="2913"/>
                    <a:pt x="8269" y="2996"/>
                  </a:cubicBezTo>
                  <a:lnTo>
                    <a:pt x="8386" y="2946"/>
                  </a:lnTo>
                  <a:cubicBezTo>
                    <a:pt x="8353" y="2862"/>
                    <a:pt x="8336" y="2779"/>
                    <a:pt x="8303" y="2695"/>
                  </a:cubicBezTo>
                  <a:close/>
                  <a:moveTo>
                    <a:pt x="201" y="2996"/>
                  </a:moveTo>
                  <a:cubicBezTo>
                    <a:pt x="185" y="3080"/>
                    <a:pt x="151" y="3164"/>
                    <a:pt x="134" y="3247"/>
                  </a:cubicBezTo>
                  <a:lnTo>
                    <a:pt x="268" y="3281"/>
                  </a:lnTo>
                  <a:cubicBezTo>
                    <a:pt x="285" y="3197"/>
                    <a:pt x="302" y="3113"/>
                    <a:pt x="335" y="3030"/>
                  </a:cubicBezTo>
                  <a:lnTo>
                    <a:pt x="201" y="2996"/>
                  </a:lnTo>
                  <a:close/>
                  <a:moveTo>
                    <a:pt x="8470" y="3264"/>
                  </a:moveTo>
                  <a:lnTo>
                    <a:pt x="8353" y="3298"/>
                  </a:lnTo>
                  <a:lnTo>
                    <a:pt x="8386" y="3314"/>
                  </a:lnTo>
                  <a:cubicBezTo>
                    <a:pt x="8420" y="3398"/>
                    <a:pt x="8437" y="3482"/>
                    <a:pt x="8403" y="3549"/>
                  </a:cubicBezTo>
                  <a:lnTo>
                    <a:pt x="8537" y="3532"/>
                  </a:lnTo>
                  <a:cubicBezTo>
                    <a:pt x="8520" y="3448"/>
                    <a:pt x="8504" y="3364"/>
                    <a:pt x="8470" y="3264"/>
                  </a:cubicBezTo>
                  <a:close/>
                  <a:moveTo>
                    <a:pt x="67" y="3582"/>
                  </a:moveTo>
                  <a:cubicBezTo>
                    <a:pt x="51" y="3666"/>
                    <a:pt x="34" y="3749"/>
                    <a:pt x="34" y="3850"/>
                  </a:cubicBezTo>
                  <a:lnTo>
                    <a:pt x="168" y="3850"/>
                  </a:lnTo>
                  <a:cubicBezTo>
                    <a:pt x="168" y="3766"/>
                    <a:pt x="185" y="3683"/>
                    <a:pt x="201" y="3599"/>
                  </a:cubicBezTo>
                  <a:lnTo>
                    <a:pt x="67" y="3582"/>
                  </a:lnTo>
                  <a:close/>
                  <a:moveTo>
                    <a:pt x="8571" y="3867"/>
                  </a:moveTo>
                  <a:lnTo>
                    <a:pt x="8453" y="3883"/>
                  </a:lnTo>
                  <a:lnTo>
                    <a:pt x="8487" y="3883"/>
                  </a:lnTo>
                  <a:cubicBezTo>
                    <a:pt x="8504" y="3967"/>
                    <a:pt x="8520" y="4051"/>
                    <a:pt x="8470" y="4134"/>
                  </a:cubicBezTo>
                  <a:lnTo>
                    <a:pt x="8604" y="4134"/>
                  </a:lnTo>
                  <a:cubicBezTo>
                    <a:pt x="8587" y="4051"/>
                    <a:pt x="8571" y="3967"/>
                    <a:pt x="8571" y="3867"/>
                  </a:cubicBezTo>
                  <a:close/>
                  <a:moveTo>
                    <a:pt x="0" y="4185"/>
                  </a:moveTo>
                  <a:lnTo>
                    <a:pt x="0" y="4302"/>
                  </a:lnTo>
                  <a:cubicBezTo>
                    <a:pt x="0" y="4352"/>
                    <a:pt x="17" y="4402"/>
                    <a:pt x="0" y="4436"/>
                  </a:cubicBezTo>
                  <a:lnTo>
                    <a:pt x="134" y="4436"/>
                  </a:lnTo>
                  <a:lnTo>
                    <a:pt x="134" y="4185"/>
                  </a:lnTo>
                  <a:close/>
                  <a:moveTo>
                    <a:pt x="8470" y="4469"/>
                  </a:moveTo>
                  <a:cubicBezTo>
                    <a:pt x="8470" y="4553"/>
                    <a:pt x="8453" y="4637"/>
                    <a:pt x="8453" y="4720"/>
                  </a:cubicBezTo>
                  <a:lnTo>
                    <a:pt x="8571" y="4720"/>
                  </a:lnTo>
                  <a:cubicBezTo>
                    <a:pt x="8604" y="4637"/>
                    <a:pt x="8604" y="4553"/>
                    <a:pt x="8604" y="4469"/>
                  </a:cubicBezTo>
                  <a:close/>
                  <a:moveTo>
                    <a:pt x="168" y="4771"/>
                  </a:moveTo>
                  <a:lnTo>
                    <a:pt x="34" y="4787"/>
                  </a:lnTo>
                  <a:cubicBezTo>
                    <a:pt x="51" y="4871"/>
                    <a:pt x="51" y="4955"/>
                    <a:pt x="67" y="5038"/>
                  </a:cubicBezTo>
                  <a:lnTo>
                    <a:pt x="201" y="5022"/>
                  </a:lnTo>
                  <a:cubicBezTo>
                    <a:pt x="185" y="4938"/>
                    <a:pt x="168" y="4854"/>
                    <a:pt x="168" y="4771"/>
                  </a:cubicBezTo>
                  <a:close/>
                  <a:moveTo>
                    <a:pt x="8403" y="5038"/>
                  </a:moveTo>
                  <a:cubicBezTo>
                    <a:pt x="8386" y="5122"/>
                    <a:pt x="8370" y="5206"/>
                    <a:pt x="8353" y="5289"/>
                  </a:cubicBezTo>
                  <a:lnTo>
                    <a:pt x="8470" y="5323"/>
                  </a:lnTo>
                  <a:cubicBezTo>
                    <a:pt x="8504" y="5239"/>
                    <a:pt x="8520" y="5155"/>
                    <a:pt x="8537" y="5072"/>
                  </a:cubicBezTo>
                  <a:lnTo>
                    <a:pt x="8403" y="5038"/>
                  </a:lnTo>
                  <a:close/>
                  <a:moveTo>
                    <a:pt x="268" y="5340"/>
                  </a:moveTo>
                  <a:lnTo>
                    <a:pt x="134" y="5373"/>
                  </a:lnTo>
                  <a:lnTo>
                    <a:pt x="151" y="5373"/>
                  </a:lnTo>
                  <a:cubicBezTo>
                    <a:pt x="168" y="5457"/>
                    <a:pt x="185" y="5540"/>
                    <a:pt x="218" y="5624"/>
                  </a:cubicBezTo>
                  <a:lnTo>
                    <a:pt x="335" y="5591"/>
                  </a:lnTo>
                  <a:cubicBezTo>
                    <a:pt x="302" y="5507"/>
                    <a:pt x="285" y="5423"/>
                    <a:pt x="268" y="5340"/>
                  </a:cubicBezTo>
                  <a:close/>
                  <a:moveTo>
                    <a:pt x="8269" y="5607"/>
                  </a:moveTo>
                  <a:cubicBezTo>
                    <a:pt x="8236" y="5691"/>
                    <a:pt x="8202" y="5775"/>
                    <a:pt x="8169" y="5859"/>
                  </a:cubicBezTo>
                  <a:lnTo>
                    <a:pt x="8303" y="5909"/>
                  </a:lnTo>
                  <a:cubicBezTo>
                    <a:pt x="8336" y="5825"/>
                    <a:pt x="8353" y="5741"/>
                    <a:pt x="8386" y="5658"/>
                  </a:cubicBezTo>
                  <a:lnTo>
                    <a:pt x="8269" y="5607"/>
                  </a:lnTo>
                  <a:close/>
                  <a:moveTo>
                    <a:pt x="436" y="5892"/>
                  </a:moveTo>
                  <a:lnTo>
                    <a:pt x="319" y="5942"/>
                  </a:lnTo>
                  <a:lnTo>
                    <a:pt x="335" y="5942"/>
                  </a:lnTo>
                  <a:cubicBezTo>
                    <a:pt x="369" y="6026"/>
                    <a:pt x="402" y="6110"/>
                    <a:pt x="436" y="6193"/>
                  </a:cubicBezTo>
                  <a:lnTo>
                    <a:pt x="553" y="6126"/>
                  </a:lnTo>
                  <a:cubicBezTo>
                    <a:pt x="503" y="6059"/>
                    <a:pt x="469" y="5976"/>
                    <a:pt x="436" y="5892"/>
                  </a:cubicBezTo>
                  <a:close/>
                  <a:moveTo>
                    <a:pt x="8052" y="6143"/>
                  </a:moveTo>
                  <a:cubicBezTo>
                    <a:pt x="8002" y="6227"/>
                    <a:pt x="7968" y="6310"/>
                    <a:pt x="7918" y="6377"/>
                  </a:cubicBezTo>
                  <a:lnTo>
                    <a:pt x="8035" y="6444"/>
                  </a:lnTo>
                  <a:cubicBezTo>
                    <a:pt x="8085" y="6361"/>
                    <a:pt x="8119" y="6294"/>
                    <a:pt x="8169" y="6210"/>
                  </a:cubicBezTo>
                  <a:lnTo>
                    <a:pt x="8052" y="6143"/>
                  </a:lnTo>
                  <a:close/>
                  <a:moveTo>
                    <a:pt x="687" y="6411"/>
                  </a:moveTo>
                  <a:lnTo>
                    <a:pt x="586" y="6478"/>
                  </a:lnTo>
                  <a:lnTo>
                    <a:pt x="603" y="6478"/>
                  </a:lnTo>
                  <a:cubicBezTo>
                    <a:pt x="637" y="6562"/>
                    <a:pt x="687" y="6645"/>
                    <a:pt x="720" y="6695"/>
                  </a:cubicBezTo>
                  <a:lnTo>
                    <a:pt x="837" y="6628"/>
                  </a:lnTo>
                  <a:cubicBezTo>
                    <a:pt x="787" y="6562"/>
                    <a:pt x="737" y="6495"/>
                    <a:pt x="687" y="6411"/>
                  </a:cubicBezTo>
                  <a:close/>
                  <a:moveTo>
                    <a:pt x="7750" y="6662"/>
                  </a:moveTo>
                  <a:cubicBezTo>
                    <a:pt x="7717" y="6729"/>
                    <a:pt x="7650" y="6796"/>
                    <a:pt x="7600" y="6863"/>
                  </a:cubicBezTo>
                  <a:lnTo>
                    <a:pt x="7700" y="6947"/>
                  </a:lnTo>
                  <a:cubicBezTo>
                    <a:pt x="7767" y="6880"/>
                    <a:pt x="7817" y="6813"/>
                    <a:pt x="7868" y="6729"/>
                  </a:cubicBezTo>
                  <a:lnTo>
                    <a:pt x="7750" y="6662"/>
                  </a:lnTo>
                  <a:close/>
                  <a:moveTo>
                    <a:pt x="1005" y="6896"/>
                  </a:moveTo>
                  <a:lnTo>
                    <a:pt x="904" y="6980"/>
                  </a:lnTo>
                  <a:lnTo>
                    <a:pt x="938" y="6980"/>
                  </a:lnTo>
                  <a:cubicBezTo>
                    <a:pt x="988" y="7047"/>
                    <a:pt x="1055" y="7131"/>
                    <a:pt x="1088" y="7198"/>
                  </a:cubicBezTo>
                  <a:lnTo>
                    <a:pt x="1172" y="7114"/>
                  </a:lnTo>
                  <a:cubicBezTo>
                    <a:pt x="1122" y="7030"/>
                    <a:pt x="1072" y="6963"/>
                    <a:pt x="1005" y="6896"/>
                  </a:cubicBezTo>
                  <a:close/>
                  <a:moveTo>
                    <a:pt x="7399" y="7114"/>
                  </a:moveTo>
                  <a:cubicBezTo>
                    <a:pt x="7332" y="7181"/>
                    <a:pt x="7282" y="7248"/>
                    <a:pt x="7215" y="7298"/>
                  </a:cubicBezTo>
                  <a:lnTo>
                    <a:pt x="7298" y="7398"/>
                  </a:lnTo>
                  <a:cubicBezTo>
                    <a:pt x="7365" y="7332"/>
                    <a:pt x="7432" y="7265"/>
                    <a:pt x="7499" y="7198"/>
                  </a:cubicBezTo>
                  <a:lnTo>
                    <a:pt x="7399" y="7114"/>
                  </a:lnTo>
                  <a:close/>
                  <a:moveTo>
                    <a:pt x="1390" y="7332"/>
                  </a:moveTo>
                  <a:lnTo>
                    <a:pt x="1306" y="7432"/>
                  </a:lnTo>
                  <a:lnTo>
                    <a:pt x="1340" y="7432"/>
                  </a:lnTo>
                  <a:cubicBezTo>
                    <a:pt x="1407" y="7482"/>
                    <a:pt x="1473" y="7549"/>
                    <a:pt x="1507" y="7599"/>
                  </a:cubicBezTo>
                  <a:lnTo>
                    <a:pt x="1591" y="7499"/>
                  </a:lnTo>
                  <a:cubicBezTo>
                    <a:pt x="1524" y="7449"/>
                    <a:pt x="1457" y="7382"/>
                    <a:pt x="1390" y="7332"/>
                  </a:cubicBezTo>
                  <a:close/>
                  <a:moveTo>
                    <a:pt x="6980" y="7516"/>
                  </a:moveTo>
                  <a:cubicBezTo>
                    <a:pt x="6913" y="7566"/>
                    <a:pt x="6847" y="7616"/>
                    <a:pt x="6780" y="7683"/>
                  </a:cubicBezTo>
                  <a:lnTo>
                    <a:pt x="6863" y="7783"/>
                  </a:lnTo>
                  <a:cubicBezTo>
                    <a:pt x="6930" y="7733"/>
                    <a:pt x="6997" y="7666"/>
                    <a:pt x="7064" y="7616"/>
                  </a:cubicBezTo>
                  <a:lnTo>
                    <a:pt x="6980" y="7516"/>
                  </a:lnTo>
                  <a:close/>
                  <a:moveTo>
                    <a:pt x="1842" y="7700"/>
                  </a:moveTo>
                  <a:lnTo>
                    <a:pt x="1775" y="7817"/>
                  </a:lnTo>
                  <a:lnTo>
                    <a:pt x="1825" y="7817"/>
                  </a:lnTo>
                  <a:cubicBezTo>
                    <a:pt x="1892" y="7867"/>
                    <a:pt x="1959" y="7917"/>
                    <a:pt x="2026" y="7968"/>
                  </a:cubicBezTo>
                  <a:lnTo>
                    <a:pt x="2059" y="7850"/>
                  </a:lnTo>
                  <a:cubicBezTo>
                    <a:pt x="1992" y="7800"/>
                    <a:pt x="1925" y="7750"/>
                    <a:pt x="1842" y="7700"/>
                  </a:cubicBezTo>
                  <a:close/>
                  <a:moveTo>
                    <a:pt x="6512" y="7850"/>
                  </a:moveTo>
                  <a:cubicBezTo>
                    <a:pt x="6428" y="7901"/>
                    <a:pt x="6361" y="7951"/>
                    <a:pt x="6277" y="7984"/>
                  </a:cubicBezTo>
                  <a:lnTo>
                    <a:pt x="6344" y="8101"/>
                  </a:lnTo>
                  <a:cubicBezTo>
                    <a:pt x="6428" y="8068"/>
                    <a:pt x="6495" y="8018"/>
                    <a:pt x="6579" y="7968"/>
                  </a:cubicBezTo>
                  <a:lnTo>
                    <a:pt x="6512" y="7850"/>
                  </a:lnTo>
                  <a:close/>
                  <a:moveTo>
                    <a:pt x="2344" y="8018"/>
                  </a:moveTo>
                  <a:lnTo>
                    <a:pt x="2277" y="8135"/>
                  </a:lnTo>
                  <a:lnTo>
                    <a:pt x="2528" y="8252"/>
                  </a:lnTo>
                  <a:lnTo>
                    <a:pt x="2578" y="8135"/>
                  </a:lnTo>
                  <a:cubicBezTo>
                    <a:pt x="2495" y="8101"/>
                    <a:pt x="2428" y="8051"/>
                    <a:pt x="2344" y="8018"/>
                  </a:cubicBezTo>
                  <a:close/>
                  <a:moveTo>
                    <a:pt x="5993" y="8135"/>
                  </a:moveTo>
                  <a:cubicBezTo>
                    <a:pt x="5926" y="8168"/>
                    <a:pt x="5842" y="8202"/>
                    <a:pt x="5759" y="8219"/>
                  </a:cubicBezTo>
                  <a:lnTo>
                    <a:pt x="5809" y="8353"/>
                  </a:lnTo>
                  <a:cubicBezTo>
                    <a:pt x="5892" y="8319"/>
                    <a:pt x="5976" y="8286"/>
                    <a:pt x="6060" y="8252"/>
                  </a:cubicBezTo>
                  <a:lnTo>
                    <a:pt x="5993" y="8135"/>
                  </a:lnTo>
                  <a:close/>
                  <a:moveTo>
                    <a:pt x="2930" y="8252"/>
                  </a:moveTo>
                  <a:lnTo>
                    <a:pt x="2880" y="8369"/>
                  </a:lnTo>
                  <a:cubicBezTo>
                    <a:pt x="2963" y="8403"/>
                    <a:pt x="3047" y="8436"/>
                    <a:pt x="3131" y="8453"/>
                  </a:cubicBezTo>
                  <a:lnTo>
                    <a:pt x="3164" y="8319"/>
                  </a:lnTo>
                  <a:lnTo>
                    <a:pt x="2930" y="8252"/>
                  </a:lnTo>
                  <a:close/>
                  <a:moveTo>
                    <a:pt x="5457" y="8319"/>
                  </a:moveTo>
                  <a:cubicBezTo>
                    <a:pt x="5374" y="8353"/>
                    <a:pt x="5290" y="8369"/>
                    <a:pt x="5206" y="8386"/>
                  </a:cubicBezTo>
                  <a:lnTo>
                    <a:pt x="5223" y="8520"/>
                  </a:lnTo>
                  <a:cubicBezTo>
                    <a:pt x="5307" y="8503"/>
                    <a:pt x="5407" y="8470"/>
                    <a:pt x="5491" y="8453"/>
                  </a:cubicBezTo>
                  <a:lnTo>
                    <a:pt x="5457" y="8319"/>
                  </a:lnTo>
                  <a:close/>
                  <a:moveTo>
                    <a:pt x="3482" y="8403"/>
                  </a:moveTo>
                  <a:lnTo>
                    <a:pt x="3465" y="8537"/>
                  </a:lnTo>
                  <a:cubicBezTo>
                    <a:pt x="3549" y="8553"/>
                    <a:pt x="3633" y="8570"/>
                    <a:pt x="3733" y="8570"/>
                  </a:cubicBezTo>
                  <a:lnTo>
                    <a:pt x="3750" y="8453"/>
                  </a:lnTo>
                  <a:lnTo>
                    <a:pt x="3482" y="8403"/>
                  </a:lnTo>
                  <a:close/>
                  <a:moveTo>
                    <a:pt x="4888" y="8453"/>
                  </a:moveTo>
                  <a:cubicBezTo>
                    <a:pt x="4804" y="8453"/>
                    <a:pt x="4704" y="8470"/>
                    <a:pt x="4620" y="8470"/>
                  </a:cubicBezTo>
                  <a:lnTo>
                    <a:pt x="4637" y="8604"/>
                  </a:lnTo>
                  <a:cubicBezTo>
                    <a:pt x="4721" y="8604"/>
                    <a:pt x="4804" y="8587"/>
                    <a:pt x="4905" y="8587"/>
                  </a:cubicBezTo>
                  <a:lnTo>
                    <a:pt x="4888" y="8453"/>
                  </a:lnTo>
                  <a:close/>
                  <a:moveTo>
                    <a:pt x="4051" y="8486"/>
                  </a:moveTo>
                  <a:lnTo>
                    <a:pt x="4051" y="8604"/>
                  </a:lnTo>
                  <a:cubicBezTo>
                    <a:pt x="4101" y="8612"/>
                    <a:pt x="4147" y="8616"/>
                    <a:pt x="4191" y="8616"/>
                  </a:cubicBezTo>
                  <a:cubicBezTo>
                    <a:pt x="4235" y="8616"/>
                    <a:pt x="4277" y="8612"/>
                    <a:pt x="4319" y="8604"/>
                  </a:cubicBezTo>
                  <a:lnTo>
                    <a:pt x="4319" y="8486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1"/>
            <p:cNvSpPr/>
            <p:nvPr/>
          </p:nvSpPr>
          <p:spPr>
            <a:xfrm>
              <a:off x="5065323" y="4268567"/>
              <a:ext cx="78579" cy="78601"/>
            </a:xfrm>
            <a:custGeom>
              <a:avLst/>
              <a:gdLst/>
              <a:ahLst/>
              <a:cxnLst/>
              <a:rect l="l" t="t" r="r" b="b"/>
              <a:pathLst>
                <a:path w="3499" h="3500" extrusionOk="0">
                  <a:moveTo>
                    <a:pt x="1691" y="1"/>
                  </a:moveTo>
                  <a:cubicBezTo>
                    <a:pt x="1640" y="1"/>
                    <a:pt x="1573" y="18"/>
                    <a:pt x="1523" y="18"/>
                  </a:cubicBezTo>
                  <a:lnTo>
                    <a:pt x="1540" y="101"/>
                  </a:lnTo>
                  <a:cubicBezTo>
                    <a:pt x="1573" y="101"/>
                    <a:pt x="1640" y="85"/>
                    <a:pt x="1691" y="85"/>
                  </a:cubicBezTo>
                  <a:lnTo>
                    <a:pt x="1691" y="1"/>
                  </a:lnTo>
                  <a:close/>
                  <a:moveTo>
                    <a:pt x="1908" y="1"/>
                  </a:moveTo>
                  <a:lnTo>
                    <a:pt x="1908" y="85"/>
                  </a:lnTo>
                  <a:lnTo>
                    <a:pt x="2076" y="118"/>
                  </a:lnTo>
                  <a:lnTo>
                    <a:pt x="2092" y="34"/>
                  </a:lnTo>
                  <a:cubicBezTo>
                    <a:pt x="2025" y="18"/>
                    <a:pt x="1975" y="18"/>
                    <a:pt x="1908" y="1"/>
                  </a:cubicBezTo>
                  <a:close/>
                  <a:moveTo>
                    <a:pt x="1306" y="51"/>
                  </a:moveTo>
                  <a:cubicBezTo>
                    <a:pt x="1239" y="68"/>
                    <a:pt x="1188" y="85"/>
                    <a:pt x="1138" y="118"/>
                  </a:cubicBezTo>
                  <a:lnTo>
                    <a:pt x="1155" y="185"/>
                  </a:lnTo>
                  <a:lnTo>
                    <a:pt x="1155" y="202"/>
                  </a:lnTo>
                  <a:cubicBezTo>
                    <a:pt x="1205" y="168"/>
                    <a:pt x="1255" y="151"/>
                    <a:pt x="1322" y="135"/>
                  </a:cubicBezTo>
                  <a:lnTo>
                    <a:pt x="1306" y="51"/>
                  </a:lnTo>
                  <a:close/>
                  <a:moveTo>
                    <a:pt x="2310" y="85"/>
                  </a:moveTo>
                  <a:lnTo>
                    <a:pt x="2293" y="168"/>
                  </a:lnTo>
                  <a:cubicBezTo>
                    <a:pt x="2343" y="185"/>
                    <a:pt x="2394" y="202"/>
                    <a:pt x="2444" y="235"/>
                  </a:cubicBezTo>
                  <a:lnTo>
                    <a:pt x="2477" y="151"/>
                  </a:lnTo>
                  <a:cubicBezTo>
                    <a:pt x="2427" y="135"/>
                    <a:pt x="2377" y="101"/>
                    <a:pt x="2310" y="85"/>
                  </a:cubicBezTo>
                  <a:close/>
                  <a:moveTo>
                    <a:pt x="937" y="202"/>
                  </a:moveTo>
                  <a:cubicBezTo>
                    <a:pt x="870" y="235"/>
                    <a:pt x="820" y="252"/>
                    <a:pt x="770" y="302"/>
                  </a:cubicBezTo>
                  <a:lnTo>
                    <a:pt x="820" y="369"/>
                  </a:lnTo>
                  <a:cubicBezTo>
                    <a:pt x="870" y="336"/>
                    <a:pt x="921" y="302"/>
                    <a:pt x="971" y="285"/>
                  </a:cubicBezTo>
                  <a:lnTo>
                    <a:pt x="937" y="202"/>
                  </a:lnTo>
                  <a:close/>
                  <a:moveTo>
                    <a:pt x="2678" y="252"/>
                  </a:moveTo>
                  <a:lnTo>
                    <a:pt x="2628" y="336"/>
                  </a:lnTo>
                  <a:cubicBezTo>
                    <a:pt x="2678" y="369"/>
                    <a:pt x="2728" y="403"/>
                    <a:pt x="2762" y="436"/>
                  </a:cubicBezTo>
                  <a:lnTo>
                    <a:pt x="2829" y="352"/>
                  </a:lnTo>
                  <a:cubicBezTo>
                    <a:pt x="2779" y="319"/>
                    <a:pt x="2728" y="285"/>
                    <a:pt x="2678" y="252"/>
                  </a:cubicBezTo>
                  <a:close/>
                  <a:moveTo>
                    <a:pt x="603" y="436"/>
                  </a:moveTo>
                  <a:cubicBezTo>
                    <a:pt x="552" y="469"/>
                    <a:pt x="519" y="503"/>
                    <a:pt x="469" y="553"/>
                  </a:cubicBezTo>
                  <a:lnTo>
                    <a:pt x="527" y="612"/>
                  </a:lnTo>
                  <a:lnTo>
                    <a:pt x="527" y="612"/>
                  </a:lnTo>
                  <a:cubicBezTo>
                    <a:pt x="573" y="566"/>
                    <a:pt x="605" y="534"/>
                    <a:pt x="653" y="486"/>
                  </a:cubicBezTo>
                  <a:lnTo>
                    <a:pt x="603" y="436"/>
                  </a:lnTo>
                  <a:close/>
                  <a:moveTo>
                    <a:pt x="527" y="612"/>
                  </a:moveTo>
                  <a:lnTo>
                    <a:pt x="527" y="612"/>
                  </a:lnTo>
                  <a:cubicBezTo>
                    <a:pt x="525" y="615"/>
                    <a:pt x="522" y="617"/>
                    <a:pt x="519" y="620"/>
                  </a:cubicBezTo>
                  <a:lnTo>
                    <a:pt x="536" y="620"/>
                  </a:lnTo>
                  <a:lnTo>
                    <a:pt x="527" y="612"/>
                  </a:lnTo>
                  <a:close/>
                  <a:moveTo>
                    <a:pt x="2996" y="503"/>
                  </a:moveTo>
                  <a:lnTo>
                    <a:pt x="2929" y="570"/>
                  </a:lnTo>
                  <a:cubicBezTo>
                    <a:pt x="2963" y="603"/>
                    <a:pt x="3013" y="654"/>
                    <a:pt x="3046" y="687"/>
                  </a:cubicBezTo>
                  <a:lnTo>
                    <a:pt x="3113" y="637"/>
                  </a:lnTo>
                  <a:cubicBezTo>
                    <a:pt x="3080" y="587"/>
                    <a:pt x="3030" y="553"/>
                    <a:pt x="2996" y="503"/>
                  </a:cubicBezTo>
                  <a:close/>
                  <a:moveTo>
                    <a:pt x="335" y="721"/>
                  </a:moveTo>
                  <a:cubicBezTo>
                    <a:pt x="301" y="771"/>
                    <a:pt x="268" y="821"/>
                    <a:pt x="234" y="871"/>
                  </a:cubicBezTo>
                  <a:lnTo>
                    <a:pt x="306" y="914"/>
                  </a:lnTo>
                  <a:lnTo>
                    <a:pt x="306" y="914"/>
                  </a:lnTo>
                  <a:cubicBezTo>
                    <a:pt x="336" y="866"/>
                    <a:pt x="354" y="819"/>
                    <a:pt x="402" y="771"/>
                  </a:cubicBezTo>
                  <a:lnTo>
                    <a:pt x="335" y="721"/>
                  </a:lnTo>
                  <a:close/>
                  <a:moveTo>
                    <a:pt x="306" y="914"/>
                  </a:moveTo>
                  <a:cubicBezTo>
                    <a:pt x="304" y="917"/>
                    <a:pt x="303" y="919"/>
                    <a:pt x="301" y="921"/>
                  </a:cubicBezTo>
                  <a:lnTo>
                    <a:pt x="318" y="921"/>
                  </a:lnTo>
                  <a:lnTo>
                    <a:pt x="306" y="914"/>
                  </a:lnTo>
                  <a:close/>
                  <a:moveTo>
                    <a:pt x="3231" y="821"/>
                  </a:moveTo>
                  <a:lnTo>
                    <a:pt x="3164" y="871"/>
                  </a:lnTo>
                  <a:cubicBezTo>
                    <a:pt x="3180" y="921"/>
                    <a:pt x="3214" y="972"/>
                    <a:pt x="3247" y="1022"/>
                  </a:cubicBezTo>
                  <a:lnTo>
                    <a:pt x="3314" y="972"/>
                  </a:lnTo>
                  <a:cubicBezTo>
                    <a:pt x="3298" y="921"/>
                    <a:pt x="3264" y="871"/>
                    <a:pt x="3231" y="821"/>
                  </a:cubicBezTo>
                  <a:close/>
                  <a:moveTo>
                    <a:pt x="134" y="1072"/>
                  </a:moveTo>
                  <a:cubicBezTo>
                    <a:pt x="100" y="1139"/>
                    <a:pt x="84" y="1189"/>
                    <a:pt x="67" y="1239"/>
                  </a:cubicBezTo>
                  <a:lnTo>
                    <a:pt x="151" y="1273"/>
                  </a:lnTo>
                  <a:cubicBezTo>
                    <a:pt x="167" y="1223"/>
                    <a:pt x="184" y="1156"/>
                    <a:pt x="201" y="1106"/>
                  </a:cubicBezTo>
                  <a:lnTo>
                    <a:pt x="134" y="1072"/>
                  </a:lnTo>
                  <a:close/>
                  <a:moveTo>
                    <a:pt x="3398" y="1189"/>
                  </a:moveTo>
                  <a:lnTo>
                    <a:pt x="3314" y="1206"/>
                  </a:lnTo>
                  <a:cubicBezTo>
                    <a:pt x="3331" y="1256"/>
                    <a:pt x="3348" y="1323"/>
                    <a:pt x="3364" y="1373"/>
                  </a:cubicBezTo>
                  <a:lnTo>
                    <a:pt x="3448" y="1357"/>
                  </a:lnTo>
                  <a:cubicBezTo>
                    <a:pt x="3431" y="1290"/>
                    <a:pt x="3415" y="1239"/>
                    <a:pt x="3398" y="1189"/>
                  </a:cubicBezTo>
                  <a:close/>
                  <a:moveTo>
                    <a:pt x="17" y="1474"/>
                  </a:moveTo>
                  <a:cubicBezTo>
                    <a:pt x="0" y="1524"/>
                    <a:pt x="0" y="1591"/>
                    <a:pt x="0" y="1641"/>
                  </a:cubicBezTo>
                  <a:lnTo>
                    <a:pt x="84" y="1641"/>
                  </a:lnTo>
                  <a:cubicBezTo>
                    <a:pt x="84" y="1591"/>
                    <a:pt x="84" y="1541"/>
                    <a:pt x="100" y="1474"/>
                  </a:cubicBezTo>
                  <a:close/>
                  <a:moveTo>
                    <a:pt x="3398" y="1591"/>
                  </a:moveTo>
                  <a:lnTo>
                    <a:pt x="3398" y="1758"/>
                  </a:lnTo>
                  <a:lnTo>
                    <a:pt x="3398" y="1926"/>
                  </a:lnTo>
                  <a:lnTo>
                    <a:pt x="3482" y="1926"/>
                  </a:lnTo>
                  <a:lnTo>
                    <a:pt x="3482" y="1942"/>
                  </a:lnTo>
                  <a:cubicBezTo>
                    <a:pt x="3498" y="1876"/>
                    <a:pt x="3498" y="1825"/>
                    <a:pt x="3482" y="1775"/>
                  </a:cubicBezTo>
                  <a:cubicBezTo>
                    <a:pt x="3498" y="1708"/>
                    <a:pt x="3498" y="1641"/>
                    <a:pt x="3482" y="1591"/>
                  </a:cubicBezTo>
                  <a:close/>
                  <a:moveTo>
                    <a:pt x="0" y="1859"/>
                  </a:moveTo>
                  <a:cubicBezTo>
                    <a:pt x="0" y="1926"/>
                    <a:pt x="0" y="1976"/>
                    <a:pt x="17" y="2043"/>
                  </a:cubicBezTo>
                  <a:lnTo>
                    <a:pt x="100" y="2026"/>
                  </a:lnTo>
                  <a:cubicBezTo>
                    <a:pt x="84" y="1976"/>
                    <a:pt x="84" y="1909"/>
                    <a:pt x="84" y="1859"/>
                  </a:cubicBezTo>
                  <a:close/>
                  <a:moveTo>
                    <a:pt x="3364" y="2127"/>
                  </a:moveTo>
                  <a:cubicBezTo>
                    <a:pt x="3348" y="2177"/>
                    <a:pt x="3331" y="2244"/>
                    <a:pt x="3314" y="2294"/>
                  </a:cubicBezTo>
                  <a:lnTo>
                    <a:pt x="3398" y="2327"/>
                  </a:lnTo>
                  <a:cubicBezTo>
                    <a:pt x="3415" y="2261"/>
                    <a:pt x="3431" y="2210"/>
                    <a:pt x="3448" y="2143"/>
                  </a:cubicBezTo>
                  <a:lnTo>
                    <a:pt x="3364" y="2127"/>
                  </a:lnTo>
                  <a:close/>
                  <a:moveTo>
                    <a:pt x="151" y="2227"/>
                  </a:moveTo>
                  <a:lnTo>
                    <a:pt x="67" y="2261"/>
                  </a:lnTo>
                  <a:cubicBezTo>
                    <a:pt x="84" y="2311"/>
                    <a:pt x="100" y="2361"/>
                    <a:pt x="134" y="2428"/>
                  </a:cubicBezTo>
                  <a:lnTo>
                    <a:pt x="201" y="2394"/>
                  </a:lnTo>
                  <a:cubicBezTo>
                    <a:pt x="184" y="2344"/>
                    <a:pt x="167" y="2277"/>
                    <a:pt x="151" y="2227"/>
                  </a:cubicBezTo>
                  <a:close/>
                  <a:moveTo>
                    <a:pt x="3247" y="2495"/>
                  </a:moveTo>
                  <a:cubicBezTo>
                    <a:pt x="3214" y="2545"/>
                    <a:pt x="3180" y="2579"/>
                    <a:pt x="3164" y="2629"/>
                  </a:cubicBezTo>
                  <a:lnTo>
                    <a:pt x="3231" y="2679"/>
                  </a:lnTo>
                  <a:cubicBezTo>
                    <a:pt x="3264" y="2629"/>
                    <a:pt x="3298" y="2579"/>
                    <a:pt x="3314" y="2528"/>
                  </a:cubicBezTo>
                  <a:lnTo>
                    <a:pt x="3247" y="2495"/>
                  </a:lnTo>
                  <a:close/>
                  <a:moveTo>
                    <a:pt x="301" y="2579"/>
                  </a:moveTo>
                  <a:lnTo>
                    <a:pt x="218" y="2629"/>
                  </a:lnTo>
                  <a:cubicBezTo>
                    <a:pt x="251" y="2679"/>
                    <a:pt x="285" y="2729"/>
                    <a:pt x="318" y="2779"/>
                  </a:cubicBezTo>
                  <a:lnTo>
                    <a:pt x="385" y="2712"/>
                  </a:lnTo>
                  <a:cubicBezTo>
                    <a:pt x="352" y="2679"/>
                    <a:pt x="335" y="2629"/>
                    <a:pt x="301" y="2579"/>
                  </a:cubicBezTo>
                  <a:close/>
                  <a:moveTo>
                    <a:pt x="3030" y="2813"/>
                  </a:moveTo>
                  <a:cubicBezTo>
                    <a:pt x="2996" y="2863"/>
                    <a:pt x="2946" y="2897"/>
                    <a:pt x="2913" y="2947"/>
                  </a:cubicBezTo>
                  <a:lnTo>
                    <a:pt x="2979" y="2997"/>
                  </a:lnTo>
                  <a:cubicBezTo>
                    <a:pt x="3030" y="2947"/>
                    <a:pt x="3063" y="2913"/>
                    <a:pt x="3097" y="2863"/>
                  </a:cubicBezTo>
                  <a:lnTo>
                    <a:pt x="3030" y="2813"/>
                  </a:lnTo>
                  <a:close/>
                  <a:moveTo>
                    <a:pt x="519" y="2897"/>
                  </a:moveTo>
                  <a:lnTo>
                    <a:pt x="452" y="2947"/>
                  </a:lnTo>
                  <a:cubicBezTo>
                    <a:pt x="502" y="2997"/>
                    <a:pt x="536" y="3030"/>
                    <a:pt x="586" y="3081"/>
                  </a:cubicBezTo>
                  <a:lnTo>
                    <a:pt x="636" y="3014"/>
                  </a:lnTo>
                  <a:cubicBezTo>
                    <a:pt x="603" y="2980"/>
                    <a:pt x="552" y="2930"/>
                    <a:pt x="519" y="2897"/>
                  </a:cubicBezTo>
                  <a:close/>
                  <a:moveTo>
                    <a:pt x="2745" y="3081"/>
                  </a:moveTo>
                  <a:cubicBezTo>
                    <a:pt x="2712" y="3114"/>
                    <a:pt x="2661" y="3148"/>
                    <a:pt x="2611" y="3181"/>
                  </a:cubicBezTo>
                  <a:lnTo>
                    <a:pt x="2661" y="3248"/>
                  </a:lnTo>
                  <a:cubicBezTo>
                    <a:pt x="2712" y="3215"/>
                    <a:pt x="2762" y="3181"/>
                    <a:pt x="2812" y="3148"/>
                  </a:cubicBezTo>
                  <a:lnTo>
                    <a:pt x="2745" y="3081"/>
                  </a:lnTo>
                  <a:close/>
                  <a:moveTo>
                    <a:pt x="803" y="3148"/>
                  </a:moveTo>
                  <a:lnTo>
                    <a:pt x="753" y="3215"/>
                  </a:lnTo>
                  <a:cubicBezTo>
                    <a:pt x="803" y="3248"/>
                    <a:pt x="854" y="3282"/>
                    <a:pt x="904" y="3298"/>
                  </a:cubicBezTo>
                  <a:lnTo>
                    <a:pt x="954" y="3231"/>
                  </a:lnTo>
                  <a:cubicBezTo>
                    <a:pt x="904" y="3198"/>
                    <a:pt x="854" y="3164"/>
                    <a:pt x="803" y="3148"/>
                  </a:cubicBezTo>
                  <a:close/>
                  <a:moveTo>
                    <a:pt x="2427" y="3282"/>
                  </a:moveTo>
                  <a:cubicBezTo>
                    <a:pt x="2377" y="3298"/>
                    <a:pt x="2327" y="3315"/>
                    <a:pt x="2260" y="3332"/>
                  </a:cubicBezTo>
                  <a:lnTo>
                    <a:pt x="2293" y="3415"/>
                  </a:lnTo>
                  <a:lnTo>
                    <a:pt x="2310" y="3415"/>
                  </a:lnTo>
                  <a:cubicBezTo>
                    <a:pt x="2377" y="3399"/>
                    <a:pt x="2410" y="3365"/>
                    <a:pt x="2461" y="3349"/>
                  </a:cubicBezTo>
                  <a:lnTo>
                    <a:pt x="2427" y="3282"/>
                  </a:lnTo>
                  <a:close/>
                  <a:moveTo>
                    <a:pt x="1138" y="3315"/>
                  </a:moveTo>
                  <a:lnTo>
                    <a:pt x="1122" y="3399"/>
                  </a:lnTo>
                  <a:cubicBezTo>
                    <a:pt x="1172" y="3415"/>
                    <a:pt x="1222" y="3432"/>
                    <a:pt x="1289" y="3449"/>
                  </a:cubicBezTo>
                  <a:lnTo>
                    <a:pt x="1306" y="3365"/>
                  </a:lnTo>
                  <a:cubicBezTo>
                    <a:pt x="1255" y="3349"/>
                    <a:pt x="1205" y="3332"/>
                    <a:pt x="1138" y="3315"/>
                  </a:cubicBezTo>
                  <a:close/>
                  <a:moveTo>
                    <a:pt x="1540" y="3399"/>
                  </a:moveTo>
                  <a:lnTo>
                    <a:pt x="1506" y="3482"/>
                  </a:lnTo>
                  <a:cubicBezTo>
                    <a:pt x="1573" y="3499"/>
                    <a:pt x="1624" y="3499"/>
                    <a:pt x="1691" y="3499"/>
                  </a:cubicBezTo>
                  <a:lnTo>
                    <a:pt x="1707" y="3415"/>
                  </a:lnTo>
                  <a:cubicBezTo>
                    <a:pt x="1640" y="3415"/>
                    <a:pt x="1590" y="3399"/>
                    <a:pt x="1540" y="3399"/>
                  </a:cubicBezTo>
                  <a:close/>
                  <a:moveTo>
                    <a:pt x="2076" y="3399"/>
                  </a:moveTo>
                  <a:cubicBezTo>
                    <a:pt x="2025" y="3399"/>
                    <a:pt x="1958" y="3415"/>
                    <a:pt x="1908" y="3415"/>
                  </a:cubicBezTo>
                  <a:lnTo>
                    <a:pt x="1908" y="3499"/>
                  </a:lnTo>
                  <a:cubicBezTo>
                    <a:pt x="1975" y="3499"/>
                    <a:pt x="2042" y="3482"/>
                    <a:pt x="2092" y="3482"/>
                  </a:cubicBezTo>
                  <a:lnTo>
                    <a:pt x="2076" y="3399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1"/>
            <p:cNvSpPr/>
            <p:nvPr/>
          </p:nvSpPr>
          <p:spPr>
            <a:xfrm>
              <a:off x="5020947" y="4226841"/>
              <a:ext cx="163558" cy="159785"/>
            </a:xfrm>
            <a:custGeom>
              <a:avLst/>
              <a:gdLst/>
              <a:ahLst/>
              <a:cxnLst/>
              <a:rect l="l" t="t" r="r" b="b"/>
              <a:pathLst>
                <a:path w="7283" h="7115" extrusionOk="0">
                  <a:moveTo>
                    <a:pt x="3516" y="1"/>
                  </a:moveTo>
                  <a:lnTo>
                    <a:pt x="3516" y="18"/>
                  </a:lnTo>
                  <a:lnTo>
                    <a:pt x="3616" y="18"/>
                  </a:lnTo>
                  <a:lnTo>
                    <a:pt x="3616" y="235"/>
                  </a:lnTo>
                  <a:lnTo>
                    <a:pt x="3516" y="235"/>
                  </a:lnTo>
                  <a:lnTo>
                    <a:pt x="3516" y="252"/>
                  </a:lnTo>
                  <a:lnTo>
                    <a:pt x="3633" y="252"/>
                  </a:lnTo>
                  <a:lnTo>
                    <a:pt x="3650" y="1"/>
                  </a:lnTo>
                  <a:close/>
                  <a:moveTo>
                    <a:pt x="3876" y="143"/>
                  </a:moveTo>
                  <a:lnTo>
                    <a:pt x="3867" y="252"/>
                  </a:lnTo>
                  <a:lnTo>
                    <a:pt x="3869" y="252"/>
                  </a:lnTo>
                  <a:lnTo>
                    <a:pt x="3876" y="143"/>
                  </a:lnTo>
                  <a:close/>
                  <a:moveTo>
                    <a:pt x="3150" y="51"/>
                  </a:moveTo>
                  <a:lnTo>
                    <a:pt x="3148" y="51"/>
                  </a:lnTo>
                  <a:lnTo>
                    <a:pt x="3181" y="269"/>
                  </a:lnTo>
                  <a:lnTo>
                    <a:pt x="3150" y="51"/>
                  </a:lnTo>
                  <a:close/>
                  <a:moveTo>
                    <a:pt x="3265" y="18"/>
                  </a:moveTo>
                  <a:lnTo>
                    <a:pt x="3148" y="34"/>
                  </a:lnTo>
                  <a:lnTo>
                    <a:pt x="3150" y="51"/>
                  </a:lnTo>
                  <a:lnTo>
                    <a:pt x="3150" y="51"/>
                  </a:lnTo>
                  <a:lnTo>
                    <a:pt x="3248" y="34"/>
                  </a:lnTo>
                  <a:lnTo>
                    <a:pt x="3282" y="252"/>
                  </a:lnTo>
                  <a:lnTo>
                    <a:pt x="3181" y="269"/>
                  </a:lnTo>
                  <a:lnTo>
                    <a:pt x="3298" y="269"/>
                  </a:lnTo>
                  <a:lnTo>
                    <a:pt x="3265" y="18"/>
                  </a:lnTo>
                  <a:close/>
                  <a:moveTo>
                    <a:pt x="3884" y="18"/>
                  </a:moveTo>
                  <a:lnTo>
                    <a:pt x="3876" y="143"/>
                  </a:lnTo>
                  <a:lnTo>
                    <a:pt x="3884" y="34"/>
                  </a:lnTo>
                  <a:lnTo>
                    <a:pt x="3985" y="34"/>
                  </a:lnTo>
                  <a:lnTo>
                    <a:pt x="3968" y="252"/>
                  </a:lnTo>
                  <a:lnTo>
                    <a:pt x="3869" y="252"/>
                  </a:lnTo>
                  <a:lnTo>
                    <a:pt x="3867" y="269"/>
                  </a:lnTo>
                  <a:lnTo>
                    <a:pt x="3985" y="269"/>
                  </a:lnTo>
                  <a:lnTo>
                    <a:pt x="4001" y="18"/>
                  </a:lnTo>
                  <a:close/>
                  <a:moveTo>
                    <a:pt x="4227" y="177"/>
                  </a:moveTo>
                  <a:lnTo>
                    <a:pt x="4202" y="285"/>
                  </a:lnTo>
                  <a:lnTo>
                    <a:pt x="4205" y="286"/>
                  </a:lnTo>
                  <a:lnTo>
                    <a:pt x="4205" y="286"/>
                  </a:lnTo>
                  <a:lnTo>
                    <a:pt x="4227" y="177"/>
                  </a:lnTo>
                  <a:close/>
                  <a:moveTo>
                    <a:pt x="2897" y="85"/>
                  </a:moveTo>
                  <a:lnTo>
                    <a:pt x="2930" y="285"/>
                  </a:lnTo>
                  <a:lnTo>
                    <a:pt x="2846" y="319"/>
                  </a:lnTo>
                  <a:lnTo>
                    <a:pt x="2796" y="101"/>
                  </a:lnTo>
                  <a:lnTo>
                    <a:pt x="2897" y="85"/>
                  </a:lnTo>
                  <a:close/>
                  <a:moveTo>
                    <a:pt x="4252" y="51"/>
                  </a:moveTo>
                  <a:lnTo>
                    <a:pt x="4227" y="177"/>
                  </a:lnTo>
                  <a:lnTo>
                    <a:pt x="4252" y="68"/>
                  </a:lnTo>
                  <a:lnTo>
                    <a:pt x="4353" y="101"/>
                  </a:lnTo>
                  <a:lnTo>
                    <a:pt x="4303" y="302"/>
                  </a:lnTo>
                  <a:lnTo>
                    <a:pt x="4205" y="286"/>
                  </a:lnTo>
                  <a:lnTo>
                    <a:pt x="4205" y="286"/>
                  </a:lnTo>
                  <a:lnTo>
                    <a:pt x="4202" y="302"/>
                  </a:lnTo>
                  <a:lnTo>
                    <a:pt x="4319" y="319"/>
                  </a:lnTo>
                  <a:lnTo>
                    <a:pt x="4370" y="85"/>
                  </a:lnTo>
                  <a:lnTo>
                    <a:pt x="4252" y="51"/>
                  </a:lnTo>
                  <a:close/>
                  <a:moveTo>
                    <a:pt x="2913" y="68"/>
                  </a:moveTo>
                  <a:lnTo>
                    <a:pt x="2779" y="101"/>
                  </a:lnTo>
                  <a:lnTo>
                    <a:pt x="2846" y="336"/>
                  </a:lnTo>
                  <a:lnTo>
                    <a:pt x="2947" y="319"/>
                  </a:lnTo>
                  <a:lnTo>
                    <a:pt x="2913" y="68"/>
                  </a:lnTo>
                  <a:close/>
                  <a:moveTo>
                    <a:pt x="2433" y="200"/>
                  </a:moveTo>
                  <a:lnTo>
                    <a:pt x="2428" y="202"/>
                  </a:lnTo>
                  <a:lnTo>
                    <a:pt x="2495" y="419"/>
                  </a:lnTo>
                  <a:lnTo>
                    <a:pt x="2510" y="414"/>
                  </a:lnTo>
                  <a:lnTo>
                    <a:pt x="2510" y="414"/>
                  </a:lnTo>
                  <a:lnTo>
                    <a:pt x="2433" y="200"/>
                  </a:lnTo>
                  <a:close/>
                  <a:moveTo>
                    <a:pt x="2545" y="151"/>
                  </a:moveTo>
                  <a:lnTo>
                    <a:pt x="2428" y="185"/>
                  </a:lnTo>
                  <a:lnTo>
                    <a:pt x="2433" y="200"/>
                  </a:lnTo>
                  <a:lnTo>
                    <a:pt x="2433" y="200"/>
                  </a:lnTo>
                  <a:lnTo>
                    <a:pt x="2528" y="168"/>
                  </a:lnTo>
                  <a:lnTo>
                    <a:pt x="2595" y="386"/>
                  </a:lnTo>
                  <a:lnTo>
                    <a:pt x="2510" y="414"/>
                  </a:lnTo>
                  <a:lnTo>
                    <a:pt x="2510" y="414"/>
                  </a:lnTo>
                  <a:lnTo>
                    <a:pt x="2512" y="419"/>
                  </a:lnTo>
                  <a:lnTo>
                    <a:pt x="2612" y="386"/>
                  </a:lnTo>
                  <a:lnTo>
                    <a:pt x="2545" y="151"/>
                  </a:lnTo>
                  <a:close/>
                  <a:moveTo>
                    <a:pt x="2135" y="444"/>
                  </a:moveTo>
                  <a:lnTo>
                    <a:pt x="2177" y="553"/>
                  </a:lnTo>
                  <a:lnTo>
                    <a:pt x="2190" y="547"/>
                  </a:lnTo>
                  <a:lnTo>
                    <a:pt x="2190" y="547"/>
                  </a:lnTo>
                  <a:lnTo>
                    <a:pt x="2135" y="444"/>
                  </a:lnTo>
                  <a:close/>
                  <a:moveTo>
                    <a:pt x="2194" y="285"/>
                  </a:moveTo>
                  <a:lnTo>
                    <a:pt x="2076" y="336"/>
                  </a:lnTo>
                  <a:lnTo>
                    <a:pt x="2135" y="444"/>
                  </a:lnTo>
                  <a:lnTo>
                    <a:pt x="2135" y="444"/>
                  </a:lnTo>
                  <a:lnTo>
                    <a:pt x="2093" y="336"/>
                  </a:lnTo>
                  <a:lnTo>
                    <a:pt x="2177" y="302"/>
                  </a:lnTo>
                  <a:lnTo>
                    <a:pt x="2277" y="503"/>
                  </a:lnTo>
                  <a:lnTo>
                    <a:pt x="2190" y="547"/>
                  </a:lnTo>
                  <a:lnTo>
                    <a:pt x="2190" y="547"/>
                  </a:lnTo>
                  <a:lnTo>
                    <a:pt x="2194" y="553"/>
                  </a:lnTo>
                  <a:lnTo>
                    <a:pt x="2294" y="520"/>
                  </a:lnTo>
                  <a:lnTo>
                    <a:pt x="2194" y="285"/>
                  </a:lnTo>
                  <a:close/>
                  <a:moveTo>
                    <a:pt x="1859" y="453"/>
                  </a:moveTo>
                  <a:lnTo>
                    <a:pt x="1847" y="461"/>
                  </a:lnTo>
                  <a:lnTo>
                    <a:pt x="1847" y="461"/>
                  </a:lnTo>
                  <a:lnTo>
                    <a:pt x="1909" y="553"/>
                  </a:lnTo>
                  <a:lnTo>
                    <a:pt x="1909" y="553"/>
                  </a:lnTo>
                  <a:lnTo>
                    <a:pt x="1859" y="453"/>
                  </a:lnTo>
                  <a:close/>
                  <a:moveTo>
                    <a:pt x="1842" y="453"/>
                  </a:moveTo>
                  <a:lnTo>
                    <a:pt x="1742" y="520"/>
                  </a:lnTo>
                  <a:lnTo>
                    <a:pt x="1876" y="721"/>
                  </a:lnTo>
                  <a:lnTo>
                    <a:pt x="1976" y="654"/>
                  </a:lnTo>
                  <a:lnTo>
                    <a:pt x="1909" y="553"/>
                  </a:lnTo>
                  <a:lnTo>
                    <a:pt x="1909" y="553"/>
                  </a:lnTo>
                  <a:lnTo>
                    <a:pt x="1959" y="654"/>
                  </a:lnTo>
                  <a:lnTo>
                    <a:pt x="1876" y="704"/>
                  </a:lnTo>
                  <a:lnTo>
                    <a:pt x="1758" y="520"/>
                  </a:lnTo>
                  <a:lnTo>
                    <a:pt x="1847" y="461"/>
                  </a:lnTo>
                  <a:lnTo>
                    <a:pt x="1847" y="461"/>
                  </a:lnTo>
                  <a:lnTo>
                    <a:pt x="1842" y="453"/>
                  </a:lnTo>
                  <a:close/>
                  <a:moveTo>
                    <a:pt x="5625" y="587"/>
                  </a:moveTo>
                  <a:lnTo>
                    <a:pt x="5613" y="606"/>
                  </a:lnTo>
                  <a:lnTo>
                    <a:pt x="5613" y="606"/>
                  </a:lnTo>
                  <a:cubicBezTo>
                    <a:pt x="5612" y="605"/>
                    <a:pt x="5610" y="604"/>
                    <a:pt x="5608" y="603"/>
                  </a:cubicBezTo>
                  <a:lnTo>
                    <a:pt x="5491" y="788"/>
                  </a:lnTo>
                  <a:lnTo>
                    <a:pt x="5499" y="792"/>
                  </a:lnTo>
                  <a:lnTo>
                    <a:pt x="5499" y="792"/>
                  </a:lnTo>
                  <a:lnTo>
                    <a:pt x="5613" y="606"/>
                  </a:lnTo>
                  <a:lnTo>
                    <a:pt x="5613" y="606"/>
                  </a:lnTo>
                  <a:cubicBezTo>
                    <a:pt x="5645" y="622"/>
                    <a:pt x="5676" y="638"/>
                    <a:pt x="5692" y="654"/>
                  </a:cubicBezTo>
                  <a:lnTo>
                    <a:pt x="5575" y="838"/>
                  </a:lnTo>
                  <a:lnTo>
                    <a:pt x="5499" y="792"/>
                  </a:lnTo>
                  <a:lnTo>
                    <a:pt x="5499" y="792"/>
                  </a:lnTo>
                  <a:lnTo>
                    <a:pt x="5491" y="804"/>
                  </a:lnTo>
                  <a:lnTo>
                    <a:pt x="5575" y="871"/>
                  </a:lnTo>
                  <a:lnTo>
                    <a:pt x="5725" y="654"/>
                  </a:lnTo>
                  <a:lnTo>
                    <a:pt x="5625" y="587"/>
                  </a:lnTo>
                  <a:close/>
                  <a:moveTo>
                    <a:pt x="5910" y="821"/>
                  </a:moveTo>
                  <a:lnTo>
                    <a:pt x="5843" y="905"/>
                  </a:lnTo>
                  <a:lnTo>
                    <a:pt x="5911" y="822"/>
                  </a:lnTo>
                  <a:lnTo>
                    <a:pt x="5911" y="822"/>
                  </a:lnTo>
                  <a:lnTo>
                    <a:pt x="5910" y="821"/>
                  </a:lnTo>
                  <a:close/>
                  <a:moveTo>
                    <a:pt x="5843" y="905"/>
                  </a:moveTo>
                  <a:lnTo>
                    <a:pt x="5843" y="905"/>
                  </a:lnTo>
                  <a:lnTo>
                    <a:pt x="5843" y="905"/>
                  </a:lnTo>
                  <a:close/>
                  <a:moveTo>
                    <a:pt x="1541" y="637"/>
                  </a:moveTo>
                  <a:lnTo>
                    <a:pt x="1440" y="704"/>
                  </a:lnTo>
                  <a:lnTo>
                    <a:pt x="1591" y="921"/>
                  </a:lnTo>
                  <a:lnTo>
                    <a:pt x="1591" y="905"/>
                  </a:lnTo>
                  <a:lnTo>
                    <a:pt x="1675" y="838"/>
                  </a:lnTo>
                  <a:lnTo>
                    <a:pt x="1675" y="838"/>
                  </a:lnTo>
                  <a:lnTo>
                    <a:pt x="1591" y="888"/>
                  </a:lnTo>
                  <a:lnTo>
                    <a:pt x="1457" y="721"/>
                  </a:lnTo>
                  <a:lnTo>
                    <a:pt x="1541" y="654"/>
                  </a:lnTo>
                  <a:lnTo>
                    <a:pt x="1675" y="838"/>
                  </a:lnTo>
                  <a:lnTo>
                    <a:pt x="1675" y="838"/>
                  </a:lnTo>
                  <a:lnTo>
                    <a:pt x="1541" y="637"/>
                  </a:lnTo>
                  <a:close/>
                  <a:moveTo>
                    <a:pt x="5926" y="804"/>
                  </a:moveTo>
                  <a:lnTo>
                    <a:pt x="5911" y="822"/>
                  </a:lnTo>
                  <a:lnTo>
                    <a:pt x="5911" y="822"/>
                  </a:lnTo>
                  <a:lnTo>
                    <a:pt x="5993" y="888"/>
                  </a:lnTo>
                  <a:lnTo>
                    <a:pt x="5843" y="1055"/>
                  </a:lnTo>
                  <a:cubicBezTo>
                    <a:pt x="5826" y="1039"/>
                    <a:pt x="5792" y="1005"/>
                    <a:pt x="5776" y="988"/>
                  </a:cubicBezTo>
                  <a:lnTo>
                    <a:pt x="5843" y="905"/>
                  </a:lnTo>
                  <a:lnTo>
                    <a:pt x="5759" y="1005"/>
                  </a:lnTo>
                  <a:cubicBezTo>
                    <a:pt x="5792" y="1022"/>
                    <a:pt x="5826" y="1055"/>
                    <a:pt x="5843" y="1072"/>
                  </a:cubicBezTo>
                  <a:lnTo>
                    <a:pt x="6010" y="888"/>
                  </a:lnTo>
                  <a:cubicBezTo>
                    <a:pt x="5977" y="855"/>
                    <a:pt x="5943" y="821"/>
                    <a:pt x="5926" y="804"/>
                  </a:cubicBezTo>
                  <a:close/>
                  <a:moveTo>
                    <a:pt x="6177" y="1055"/>
                  </a:moveTo>
                  <a:lnTo>
                    <a:pt x="6027" y="1206"/>
                  </a:lnTo>
                  <a:lnTo>
                    <a:pt x="6035" y="1214"/>
                  </a:lnTo>
                  <a:lnTo>
                    <a:pt x="6178" y="1056"/>
                  </a:lnTo>
                  <a:lnTo>
                    <a:pt x="6177" y="1055"/>
                  </a:lnTo>
                  <a:close/>
                  <a:moveTo>
                    <a:pt x="6194" y="1039"/>
                  </a:moveTo>
                  <a:lnTo>
                    <a:pt x="6178" y="1056"/>
                  </a:lnTo>
                  <a:lnTo>
                    <a:pt x="6261" y="1122"/>
                  </a:lnTo>
                  <a:lnTo>
                    <a:pt x="6094" y="1273"/>
                  </a:lnTo>
                  <a:lnTo>
                    <a:pt x="6035" y="1214"/>
                  </a:lnTo>
                  <a:lnTo>
                    <a:pt x="6027" y="1223"/>
                  </a:lnTo>
                  <a:cubicBezTo>
                    <a:pt x="6043" y="1239"/>
                    <a:pt x="6077" y="1273"/>
                    <a:pt x="6094" y="1306"/>
                  </a:cubicBezTo>
                  <a:lnTo>
                    <a:pt x="6278" y="1122"/>
                  </a:lnTo>
                  <a:lnTo>
                    <a:pt x="6194" y="1039"/>
                  </a:lnTo>
                  <a:close/>
                  <a:moveTo>
                    <a:pt x="6345" y="1390"/>
                  </a:moveTo>
                  <a:lnTo>
                    <a:pt x="6261" y="1457"/>
                  </a:lnTo>
                  <a:lnTo>
                    <a:pt x="6262" y="1459"/>
                  </a:lnTo>
                  <a:lnTo>
                    <a:pt x="6262" y="1459"/>
                  </a:lnTo>
                  <a:lnTo>
                    <a:pt x="6345" y="1390"/>
                  </a:lnTo>
                  <a:close/>
                  <a:moveTo>
                    <a:pt x="6445" y="1306"/>
                  </a:moveTo>
                  <a:lnTo>
                    <a:pt x="6345" y="1390"/>
                  </a:lnTo>
                  <a:lnTo>
                    <a:pt x="6428" y="1323"/>
                  </a:lnTo>
                  <a:cubicBezTo>
                    <a:pt x="6462" y="1357"/>
                    <a:pt x="6479" y="1373"/>
                    <a:pt x="6495" y="1407"/>
                  </a:cubicBezTo>
                  <a:lnTo>
                    <a:pt x="6328" y="1541"/>
                  </a:lnTo>
                  <a:lnTo>
                    <a:pt x="6262" y="1459"/>
                  </a:lnTo>
                  <a:lnTo>
                    <a:pt x="6262" y="1459"/>
                  </a:lnTo>
                  <a:lnTo>
                    <a:pt x="6244" y="1474"/>
                  </a:lnTo>
                  <a:lnTo>
                    <a:pt x="6328" y="1558"/>
                  </a:lnTo>
                  <a:lnTo>
                    <a:pt x="6529" y="1407"/>
                  </a:lnTo>
                  <a:cubicBezTo>
                    <a:pt x="6495" y="1373"/>
                    <a:pt x="6479" y="1340"/>
                    <a:pt x="6445" y="1306"/>
                  </a:cubicBezTo>
                  <a:close/>
                  <a:moveTo>
                    <a:pt x="6646" y="1608"/>
                  </a:moveTo>
                  <a:lnTo>
                    <a:pt x="6462" y="1742"/>
                  </a:lnTo>
                  <a:lnTo>
                    <a:pt x="6462" y="1742"/>
                  </a:lnTo>
                  <a:lnTo>
                    <a:pt x="6651" y="1615"/>
                  </a:lnTo>
                  <a:lnTo>
                    <a:pt x="6651" y="1615"/>
                  </a:lnTo>
                  <a:lnTo>
                    <a:pt x="6646" y="1608"/>
                  </a:lnTo>
                  <a:close/>
                  <a:moveTo>
                    <a:pt x="6663" y="1608"/>
                  </a:moveTo>
                  <a:lnTo>
                    <a:pt x="6651" y="1615"/>
                  </a:lnTo>
                  <a:lnTo>
                    <a:pt x="6651" y="1615"/>
                  </a:lnTo>
                  <a:lnTo>
                    <a:pt x="6713" y="1708"/>
                  </a:lnTo>
                  <a:lnTo>
                    <a:pt x="6529" y="1825"/>
                  </a:lnTo>
                  <a:lnTo>
                    <a:pt x="6462" y="1742"/>
                  </a:lnTo>
                  <a:lnTo>
                    <a:pt x="6462" y="1742"/>
                  </a:lnTo>
                  <a:cubicBezTo>
                    <a:pt x="6479" y="1775"/>
                    <a:pt x="6495" y="1809"/>
                    <a:pt x="6512" y="1842"/>
                  </a:cubicBezTo>
                  <a:lnTo>
                    <a:pt x="6730" y="1708"/>
                  </a:lnTo>
                  <a:cubicBezTo>
                    <a:pt x="6713" y="1675"/>
                    <a:pt x="6696" y="1641"/>
                    <a:pt x="6663" y="1608"/>
                  </a:cubicBezTo>
                  <a:close/>
                  <a:moveTo>
                    <a:pt x="6847" y="1926"/>
                  </a:moveTo>
                  <a:lnTo>
                    <a:pt x="6897" y="2026"/>
                  </a:lnTo>
                  <a:lnTo>
                    <a:pt x="6696" y="2127"/>
                  </a:lnTo>
                  <a:cubicBezTo>
                    <a:pt x="6680" y="2093"/>
                    <a:pt x="6663" y="2060"/>
                    <a:pt x="6646" y="2043"/>
                  </a:cubicBezTo>
                  <a:lnTo>
                    <a:pt x="6847" y="1926"/>
                  </a:lnTo>
                  <a:close/>
                  <a:moveTo>
                    <a:pt x="6864" y="1909"/>
                  </a:moveTo>
                  <a:lnTo>
                    <a:pt x="6629" y="2043"/>
                  </a:lnTo>
                  <a:cubicBezTo>
                    <a:pt x="6646" y="2076"/>
                    <a:pt x="6663" y="2110"/>
                    <a:pt x="6680" y="2143"/>
                  </a:cubicBezTo>
                  <a:lnTo>
                    <a:pt x="6914" y="2026"/>
                  </a:lnTo>
                  <a:lnTo>
                    <a:pt x="6864" y="1909"/>
                  </a:lnTo>
                  <a:close/>
                  <a:moveTo>
                    <a:pt x="352" y="2043"/>
                  </a:moveTo>
                  <a:cubicBezTo>
                    <a:pt x="336" y="2076"/>
                    <a:pt x="319" y="2110"/>
                    <a:pt x="302" y="2160"/>
                  </a:cubicBezTo>
                  <a:lnTo>
                    <a:pt x="537" y="2277"/>
                  </a:lnTo>
                  <a:lnTo>
                    <a:pt x="537" y="2261"/>
                  </a:lnTo>
                  <a:cubicBezTo>
                    <a:pt x="553" y="2227"/>
                    <a:pt x="570" y="2194"/>
                    <a:pt x="587" y="2160"/>
                  </a:cubicBezTo>
                  <a:lnTo>
                    <a:pt x="386" y="2060"/>
                  </a:lnTo>
                  <a:lnTo>
                    <a:pt x="570" y="2160"/>
                  </a:lnTo>
                  <a:lnTo>
                    <a:pt x="537" y="2244"/>
                  </a:lnTo>
                  <a:lnTo>
                    <a:pt x="319" y="2160"/>
                  </a:lnTo>
                  <a:lnTo>
                    <a:pt x="386" y="2060"/>
                  </a:lnTo>
                  <a:lnTo>
                    <a:pt x="352" y="2043"/>
                  </a:lnTo>
                  <a:close/>
                  <a:moveTo>
                    <a:pt x="202" y="2394"/>
                  </a:moveTo>
                  <a:cubicBezTo>
                    <a:pt x="202" y="2428"/>
                    <a:pt x="185" y="2478"/>
                    <a:pt x="168" y="2512"/>
                  </a:cubicBezTo>
                  <a:lnTo>
                    <a:pt x="403" y="2595"/>
                  </a:lnTo>
                  <a:lnTo>
                    <a:pt x="453" y="2478"/>
                  </a:lnTo>
                  <a:lnTo>
                    <a:pt x="327" y="2436"/>
                  </a:lnTo>
                  <a:lnTo>
                    <a:pt x="327" y="2436"/>
                  </a:lnTo>
                  <a:lnTo>
                    <a:pt x="436" y="2478"/>
                  </a:lnTo>
                  <a:lnTo>
                    <a:pt x="403" y="2579"/>
                  </a:lnTo>
                  <a:lnTo>
                    <a:pt x="185" y="2495"/>
                  </a:lnTo>
                  <a:lnTo>
                    <a:pt x="202" y="2495"/>
                  </a:lnTo>
                  <a:cubicBezTo>
                    <a:pt x="202" y="2463"/>
                    <a:pt x="217" y="2432"/>
                    <a:pt x="218" y="2400"/>
                  </a:cubicBezTo>
                  <a:lnTo>
                    <a:pt x="218" y="2400"/>
                  </a:lnTo>
                  <a:lnTo>
                    <a:pt x="327" y="2436"/>
                  </a:lnTo>
                  <a:lnTo>
                    <a:pt x="327" y="2436"/>
                  </a:lnTo>
                  <a:lnTo>
                    <a:pt x="218" y="2394"/>
                  </a:lnTo>
                  <a:cubicBezTo>
                    <a:pt x="218" y="2396"/>
                    <a:pt x="218" y="2398"/>
                    <a:pt x="218" y="2400"/>
                  </a:cubicBezTo>
                  <a:lnTo>
                    <a:pt x="218" y="2400"/>
                  </a:lnTo>
                  <a:lnTo>
                    <a:pt x="202" y="2394"/>
                  </a:lnTo>
                  <a:close/>
                  <a:moveTo>
                    <a:pt x="101" y="2746"/>
                  </a:moveTo>
                  <a:cubicBezTo>
                    <a:pt x="85" y="2796"/>
                    <a:pt x="68" y="2830"/>
                    <a:pt x="68" y="2863"/>
                  </a:cubicBezTo>
                  <a:lnTo>
                    <a:pt x="319" y="2930"/>
                  </a:lnTo>
                  <a:lnTo>
                    <a:pt x="336" y="2813"/>
                  </a:lnTo>
                  <a:lnTo>
                    <a:pt x="218" y="2779"/>
                  </a:lnTo>
                  <a:lnTo>
                    <a:pt x="218" y="2779"/>
                  </a:lnTo>
                  <a:lnTo>
                    <a:pt x="319" y="2813"/>
                  </a:lnTo>
                  <a:lnTo>
                    <a:pt x="302" y="2897"/>
                  </a:lnTo>
                  <a:lnTo>
                    <a:pt x="85" y="2863"/>
                  </a:lnTo>
                  <a:lnTo>
                    <a:pt x="101" y="2846"/>
                  </a:lnTo>
                  <a:cubicBezTo>
                    <a:pt x="101" y="2815"/>
                    <a:pt x="116" y="2783"/>
                    <a:pt x="118" y="2751"/>
                  </a:cubicBezTo>
                  <a:lnTo>
                    <a:pt x="118" y="2751"/>
                  </a:lnTo>
                  <a:lnTo>
                    <a:pt x="218" y="2779"/>
                  </a:lnTo>
                  <a:lnTo>
                    <a:pt x="218" y="2779"/>
                  </a:lnTo>
                  <a:lnTo>
                    <a:pt x="118" y="2746"/>
                  </a:lnTo>
                  <a:cubicBezTo>
                    <a:pt x="118" y="2748"/>
                    <a:pt x="118" y="2749"/>
                    <a:pt x="118" y="2751"/>
                  </a:cubicBezTo>
                  <a:lnTo>
                    <a:pt x="118" y="2751"/>
                  </a:lnTo>
                  <a:lnTo>
                    <a:pt x="101" y="2746"/>
                  </a:lnTo>
                  <a:close/>
                  <a:moveTo>
                    <a:pt x="34" y="3114"/>
                  </a:moveTo>
                  <a:cubicBezTo>
                    <a:pt x="18" y="3148"/>
                    <a:pt x="18" y="3198"/>
                    <a:pt x="18" y="3231"/>
                  </a:cubicBezTo>
                  <a:lnTo>
                    <a:pt x="253" y="3263"/>
                  </a:lnTo>
                  <a:lnTo>
                    <a:pt x="253" y="3263"/>
                  </a:lnTo>
                  <a:cubicBezTo>
                    <a:pt x="269" y="3229"/>
                    <a:pt x="269" y="3180"/>
                    <a:pt x="269" y="3148"/>
                  </a:cubicBezTo>
                  <a:lnTo>
                    <a:pt x="269" y="3148"/>
                  </a:lnTo>
                  <a:lnTo>
                    <a:pt x="252" y="3248"/>
                  </a:lnTo>
                  <a:lnTo>
                    <a:pt x="34" y="3215"/>
                  </a:lnTo>
                  <a:cubicBezTo>
                    <a:pt x="34" y="3167"/>
                    <a:pt x="50" y="3134"/>
                    <a:pt x="51" y="3117"/>
                  </a:cubicBezTo>
                  <a:lnTo>
                    <a:pt x="51" y="3117"/>
                  </a:lnTo>
                  <a:lnTo>
                    <a:pt x="269" y="3148"/>
                  </a:lnTo>
                  <a:lnTo>
                    <a:pt x="51" y="3114"/>
                  </a:lnTo>
                  <a:cubicBezTo>
                    <a:pt x="51" y="3115"/>
                    <a:pt x="51" y="3116"/>
                    <a:pt x="51" y="3117"/>
                  </a:cubicBezTo>
                  <a:lnTo>
                    <a:pt x="51" y="3117"/>
                  </a:lnTo>
                  <a:lnTo>
                    <a:pt x="34" y="3114"/>
                  </a:lnTo>
                  <a:close/>
                  <a:moveTo>
                    <a:pt x="253" y="3263"/>
                  </a:moveTo>
                  <a:cubicBezTo>
                    <a:pt x="253" y="3263"/>
                    <a:pt x="252" y="3264"/>
                    <a:pt x="252" y="3265"/>
                  </a:cubicBezTo>
                  <a:lnTo>
                    <a:pt x="269" y="3265"/>
                  </a:lnTo>
                  <a:lnTo>
                    <a:pt x="253" y="3263"/>
                  </a:lnTo>
                  <a:close/>
                  <a:moveTo>
                    <a:pt x="7265" y="3332"/>
                  </a:moveTo>
                  <a:lnTo>
                    <a:pt x="7157" y="3340"/>
                  </a:lnTo>
                  <a:lnTo>
                    <a:pt x="7157" y="3340"/>
                  </a:lnTo>
                  <a:lnTo>
                    <a:pt x="7265" y="3333"/>
                  </a:lnTo>
                  <a:lnTo>
                    <a:pt x="7265" y="3333"/>
                  </a:lnTo>
                  <a:lnTo>
                    <a:pt x="7265" y="3332"/>
                  </a:lnTo>
                  <a:close/>
                  <a:moveTo>
                    <a:pt x="7157" y="3340"/>
                  </a:moveTo>
                  <a:lnTo>
                    <a:pt x="7031" y="3349"/>
                  </a:lnTo>
                  <a:lnTo>
                    <a:pt x="7031" y="3449"/>
                  </a:lnTo>
                  <a:cubicBezTo>
                    <a:pt x="7048" y="3416"/>
                    <a:pt x="7048" y="3382"/>
                    <a:pt x="7048" y="3349"/>
                  </a:cubicBezTo>
                  <a:lnTo>
                    <a:pt x="7157" y="3340"/>
                  </a:lnTo>
                  <a:close/>
                  <a:moveTo>
                    <a:pt x="7282" y="3332"/>
                  </a:moveTo>
                  <a:lnTo>
                    <a:pt x="7265" y="3333"/>
                  </a:lnTo>
                  <a:lnTo>
                    <a:pt x="7265" y="3333"/>
                  </a:lnTo>
                  <a:lnTo>
                    <a:pt x="7265" y="3449"/>
                  </a:lnTo>
                  <a:lnTo>
                    <a:pt x="7031" y="3449"/>
                  </a:lnTo>
                  <a:lnTo>
                    <a:pt x="7031" y="3466"/>
                  </a:lnTo>
                  <a:lnTo>
                    <a:pt x="7282" y="3449"/>
                  </a:lnTo>
                  <a:lnTo>
                    <a:pt x="7282" y="3332"/>
                  </a:lnTo>
                  <a:close/>
                  <a:moveTo>
                    <a:pt x="1" y="3482"/>
                  </a:moveTo>
                  <a:lnTo>
                    <a:pt x="1" y="3600"/>
                  </a:lnTo>
                  <a:lnTo>
                    <a:pt x="252" y="3600"/>
                  </a:lnTo>
                  <a:lnTo>
                    <a:pt x="252" y="3499"/>
                  </a:lnTo>
                  <a:lnTo>
                    <a:pt x="235" y="3498"/>
                  </a:lnTo>
                  <a:lnTo>
                    <a:pt x="235" y="3498"/>
                  </a:lnTo>
                  <a:lnTo>
                    <a:pt x="235" y="3583"/>
                  </a:lnTo>
                  <a:lnTo>
                    <a:pt x="18" y="3583"/>
                  </a:lnTo>
                  <a:cubicBezTo>
                    <a:pt x="18" y="3534"/>
                    <a:pt x="18" y="3501"/>
                    <a:pt x="18" y="3484"/>
                  </a:cubicBezTo>
                  <a:lnTo>
                    <a:pt x="18" y="3484"/>
                  </a:lnTo>
                  <a:lnTo>
                    <a:pt x="235" y="3498"/>
                  </a:lnTo>
                  <a:lnTo>
                    <a:pt x="235" y="3498"/>
                  </a:lnTo>
                  <a:lnTo>
                    <a:pt x="235" y="3482"/>
                  </a:lnTo>
                  <a:lnTo>
                    <a:pt x="18" y="3482"/>
                  </a:lnTo>
                  <a:cubicBezTo>
                    <a:pt x="18" y="3483"/>
                    <a:pt x="18" y="3483"/>
                    <a:pt x="18" y="3484"/>
                  </a:cubicBezTo>
                  <a:lnTo>
                    <a:pt x="18" y="3484"/>
                  </a:lnTo>
                  <a:lnTo>
                    <a:pt x="1" y="3482"/>
                  </a:lnTo>
                  <a:close/>
                  <a:moveTo>
                    <a:pt x="7031" y="3700"/>
                  </a:moveTo>
                  <a:lnTo>
                    <a:pt x="7031" y="3817"/>
                  </a:lnTo>
                  <a:lnTo>
                    <a:pt x="7282" y="3817"/>
                  </a:lnTo>
                  <a:lnTo>
                    <a:pt x="7282" y="3700"/>
                  </a:lnTo>
                  <a:lnTo>
                    <a:pt x="7249" y="3700"/>
                  </a:lnTo>
                  <a:lnTo>
                    <a:pt x="7249" y="3800"/>
                  </a:lnTo>
                  <a:lnTo>
                    <a:pt x="7048" y="3800"/>
                  </a:lnTo>
                  <a:cubicBezTo>
                    <a:pt x="7048" y="3767"/>
                    <a:pt x="7048" y="3734"/>
                    <a:pt x="7048" y="3700"/>
                  </a:cubicBezTo>
                  <a:close/>
                  <a:moveTo>
                    <a:pt x="1" y="3817"/>
                  </a:moveTo>
                  <a:lnTo>
                    <a:pt x="1" y="3951"/>
                  </a:lnTo>
                  <a:lnTo>
                    <a:pt x="252" y="3934"/>
                  </a:lnTo>
                  <a:lnTo>
                    <a:pt x="252" y="3918"/>
                  </a:lnTo>
                  <a:lnTo>
                    <a:pt x="252" y="3817"/>
                  </a:lnTo>
                  <a:lnTo>
                    <a:pt x="235" y="3817"/>
                  </a:lnTo>
                  <a:lnTo>
                    <a:pt x="235" y="3901"/>
                  </a:lnTo>
                  <a:lnTo>
                    <a:pt x="18" y="3934"/>
                  </a:lnTo>
                  <a:lnTo>
                    <a:pt x="18" y="3817"/>
                  </a:lnTo>
                  <a:close/>
                  <a:moveTo>
                    <a:pt x="269" y="4169"/>
                  </a:moveTo>
                  <a:lnTo>
                    <a:pt x="160" y="4185"/>
                  </a:lnTo>
                  <a:lnTo>
                    <a:pt x="160" y="4185"/>
                  </a:lnTo>
                  <a:lnTo>
                    <a:pt x="269" y="4171"/>
                  </a:lnTo>
                  <a:lnTo>
                    <a:pt x="269" y="4171"/>
                  </a:lnTo>
                  <a:cubicBezTo>
                    <a:pt x="269" y="4204"/>
                    <a:pt x="285" y="4236"/>
                    <a:pt x="285" y="4269"/>
                  </a:cubicBezTo>
                  <a:lnTo>
                    <a:pt x="68" y="4303"/>
                  </a:lnTo>
                  <a:lnTo>
                    <a:pt x="51" y="4202"/>
                  </a:lnTo>
                  <a:lnTo>
                    <a:pt x="160" y="4185"/>
                  </a:lnTo>
                  <a:lnTo>
                    <a:pt x="160" y="4185"/>
                  </a:lnTo>
                  <a:lnTo>
                    <a:pt x="34" y="4202"/>
                  </a:lnTo>
                  <a:cubicBezTo>
                    <a:pt x="51" y="4236"/>
                    <a:pt x="68" y="4286"/>
                    <a:pt x="68" y="4319"/>
                  </a:cubicBezTo>
                  <a:lnTo>
                    <a:pt x="302" y="4269"/>
                  </a:lnTo>
                  <a:lnTo>
                    <a:pt x="285" y="4169"/>
                  </a:lnTo>
                  <a:lnTo>
                    <a:pt x="269" y="4171"/>
                  </a:lnTo>
                  <a:lnTo>
                    <a:pt x="269" y="4171"/>
                  </a:lnTo>
                  <a:cubicBezTo>
                    <a:pt x="269" y="4170"/>
                    <a:pt x="269" y="4169"/>
                    <a:pt x="269" y="4169"/>
                  </a:cubicBezTo>
                  <a:close/>
                  <a:moveTo>
                    <a:pt x="336" y="4504"/>
                  </a:moveTo>
                  <a:lnTo>
                    <a:pt x="135" y="4554"/>
                  </a:lnTo>
                  <a:cubicBezTo>
                    <a:pt x="135" y="4557"/>
                    <a:pt x="135" y="4561"/>
                    <a:pt x="135" y="4566"/>
                  </a:cubicBezTo>
                  <a:lnTo>
                    <a:pt x="135" y="4566"/>
                  </a:lnTo>
                  <a:lnTo>
                    <a:pt x="337" y="4508"/>
                  </a:lnTo>
                  <a:lnTo>
                    <a:pt x="337" y="4508"/>
                  </a:lnTo>
                  <a:lnTo>
                    <a:pt x="336" y="4504"/>
                  </a:lnTo>
                  <a:close/>
                  <a:moveTo>
                    <a:pt x="352" y="4504"/>
                  </a:moveTo>
                  <a:lnTo>
                    <a:pt x="337" y="4508"/>
                  </a:lnTo>
                  <a:lnTo>
                    <a:pt x="337" y="4508"/>
                  </a:lnTo>
                  <a:lnTo>
                    <a:pt x="369" y="4604"/>
                  </a:lnTo>
                  <a:lnTo>
                    <a:pt x="166" y="4666"/>
                  </a:lnTo>
                  <a:lnTo>
                    <a:pt x="166" y="4666"/>
                  </a:lnTo>
                  <a:cubicBezTo>
                    <a:pt x="152" y="4637"/>
                    <a:pt x="138" y="4597"/>
                    <a:pt x="135" y="4566"/>
                  </a:cubicBezTo>
                  <a:lnTo>
                    <a:pt x="135" y="4566"/>
                  </a:lnTo>
                  <a:lnTo>
                    <a:pt x="118" y="4570"/>
                  </a:lnTo>
                  <a:lnTo>
                    <a:pt x="152" y="4688"/>
                  </a:lnTo>
                  <a:lnTo>
                    <a:pt x="385" y="4604"/>
                  </a:lnTo>
                  <a:lnTo>
                    <a:pt x="385" y="4604"/>
                  </a:lnTo>
                  <a:cubicBezTo>
                    <a:pt x="385" y="4610"/>
                    <a:pt x="386" y="4615"/>
                    <a:pt x="386" y="4621"/>
                  </a:cubicBezTo>
                  <a:lnTo>
                    <a:pt x="386" y="4604"/>
                  </a:lnTo>
                  <a:lnTo>
                    <a:pt x="385" y="4604"/>
                  </a:lnTo>
                  <a:lnTo>
                    <a:pt x="385" y="4604"/>
                  </a:lnTo>
                  <a:cubicBezTo>
                    <a:pt x="379" y="4563"/>
                    <a:pt x="352" y="4533"/>
                    <a:pt x="352" y="4504"/>
                  </a:cubicBezTo>
                  <a:close/>
                  <a:moveTo>
                    <a:pt x="352" y="4872"/>
                  </a:moveTo>
                  <a:lnTo>
                    <a:pt x="252" y="4905"/>
                  </a:lnTo>
                  <a:cubicBezTo>
                    <a:pt x="252" y="4908"/>
                    <a:pt x="252" y="4911"/>
                    <a:pt x="252" y="4915"/>
                  </a:cubicBezTo>
                  <a:lnTo>
                    <a:pt x="252" y="4915"/>
                  </a:lnTo>
                  <a:lnTo>
                    <a:pt x="352" y="4872"/>
                  </a:lnTo>
                  <a:close/>
                  <a:moveTo>
                    <a:pt x="470" y="4822"/>
                  </a:moveTo>
                  <a:lnTo>
                    <a:pt x="352" y="4872"/>
                  </a:lnTo>
                  <a:lnTo>
                    <a:pt x="352" y="4872"/>
                  </a:lnTo>
                  <a:lnTo>
                    <a:pt x="453" y="4838"/>
                  </a:lnTo>
                  <a:cubicBezTo>
                    <a:pt x="470" y="4855"/>
                    <a:pt x="486" y="4888"/>
                    <a:pt x="486" y="4922"/>
                  </a:cubicBezTo>
                  <a:lnTo>
                    <a:pt x="285" y="5006"/>
                  </a:lnTo>
                  <a:cubicBezTo>
                    <a:pt x="270" y="4975"/>
                    <a:pt x="255" y="4945"/>
                    <a:pt x="252" y="4915"/>
                  </a:cubicBezTo>
                  <a:lnTo>
                    <a:pt x="252" y="4915"/>
                  </a:lnTo>
                  <a:lnTo>
                    <a:pt x="235" y="4922"/>
                  </a:lnTo>
                  <a:lnTo>
                    <a:pt x="269" y="5022"/>
                  </a:lnTo>
                  <a:lnTo>
                    <a:pt x="503" y="4939"/>
                  </a:lnTo>
                  <a:cubicBezTo>
                    <a:pt x="486" y="4905"/>
                    <a:pt x="470" y="4855"/>
                    <a:pt x="470" y="4822"/>
                  </a:cubicBezTo>
                  <a:close/>
                  <a:moveTo>
                    <a:pt x="6747" y="5022"/>
                  </a:moveTo>
                  <a:lnTo>
                    <a:pt x="6696" y="5123"/>
                  </a:lnTo>
                  <a:cubicBezTo>
                    <a:pt x="6712" y="5091"/>
                    <a:pt x="6728" y="5059"/>
                    <a:pt x="6758" y="5027"/>
                  </a:cubicBezTo>
                  <a:lnTo>
                    <a:pt x="6758" y="5027"/>
                  </a:lnTo>
                  <a:lnTo>
                    <a:pt x="6864" y="5073"/>
                  </a:lnTo>
                  <a:lnTo>
                    <a:pt x="6864" y="5073"/>
                  </a:lnTo>
                  <a:lnTo>
                    <a:pt x="6763" y="5022"/>
                  </a:lnTo>
                  <a:cubicBezTo>
                    <a:pt x="6762" y="5024"/>
                    <a:pt x="6760" y="5026"/>
                    <a:pt x="6758" y="5027"/>
                  </a:cubicBezTo>
                  <a:lnTo>
                    <a:pt x="6758" y="5027"/>
                  </a:lnTo>
                  <a:lnTo>
                    <a:pt x="6747" y="5022"/>
                  </a:lnTo>
                  <a:close/>
                  <a:moveTo>
                    <a:pt x="6864" y="5073"/>
                  </a:moveTo>
                  <a:lnTo>
                    <a:pt x="6964" y="5123"/>
                  </a:lnTo>
                  <a:lnTo>
                    <a:pt x="6931" y="5207"/>
                  </a:lnTo>
                  <a:lnTo>
                    <a:pt x="6713" y="5123"/>
                  </a:lnTo>
                  <a:lnTo>
                    <a:pt x="6696" y="5123"/>
                  </a:lnTo>
                  <a:lnTo>
                    <a:pt x="6931" y="5240"/>
                  </a:lnTo>
                  <a:lnTo>
                    <a:pt x="6981" y="5123"/>
                  </a:lnTo>
                  <a:lnTo>
                    <a:pt x="6864" y="5073"/>
                  </a:lnTo>
                  <a:close/>
                  <a:moveTo>
                    <a:pt x="587" y="5140"/>
                  </a:moveTo>
                  <a:lnTo>
                    <a:pt x="386" y="5240"/>
                  </a:lnTo>
                  <a:cubicBezTo>
                    <a:pt x="387" y="5242"/>
                    <a:pt x="388" y="5244"/>
                    <a:pt x="389" y="5246"/>
                  </a:cubicBezTo>
                  <a:lnTo>
                    <a:pt x="587" y="5140"/>
                  </a:lnTo>
                  <a:close/>
                  <a:moveTo>
                    <a:pt x="587" y="5140"/>
                  </a:moveTo>
                  <a:lnTo>
                    <a:pt x="587" y="5140"/>
                  </a:lnTo>
                  <a:cubicBezTo>
                    <a:pt x="603" y="5173"/>
                    <a:pt x="620" y="5207"/>
                    <a:pt x="637" y="5240"/>
                  </a:cubicBezTo>
                  <a:lnTo>
                    <a:pt x="436" y="5340"/>
                  </a:lnTo>
                  <a:cubicBezTo>
                    <a:pt x="420" y="5309"/>
                    <a:pt x="405" y="5278"/>
                    <a:pt x="389" y="5246"/>
                  </a:cubicBezTo>
                  <a:lnTo>
                    <a:pt x="389" y="5246"/>
                  </a:lnTo>
                  <a:lnTo>
                    <a:pt x="369" y="5257"/>
                  </a:lnTo>
                  <a:lnTo>
                    <a:pt x="436" y="5357"/>
                  </a:lnTo>
                  <a:lnTo>
                    <a:pt x="654" y="5240"/>
                  </a:lnTo>
                  <a:lnTo>
                    <a:pt x="587" y="5140"/>
                  </a:lnTo>
                  <a:close/>
                  <a:moveTo>
                    <a:pt x="6659" y="5366"/>
                  </a:moveTo>
                  <a:lnTo>
                    <a:pt x="6790" y="5453"/>
                  </a:lnTo>
                  <a:cubicBezTo>
                    <a:pt x="6793" y="5449"/>
                    <a:pt x="6795" y="5445"/>
                    <a:pt x="6797" y="5441"/>
                  </a:cubicBezTo>
                  <a:lnTo>
                    <a:pt x="6659" y="5366"/>
                  </a:lnTo>
                  <a:close/>
                  <a:moveTo>
                    <a:pt x="6596" y="5324"/>
                  </a:moveTo>
                  <a:lnTo>
                    <a:pt x="6529" y="5424"/>
                  </a:lnTo>
                  <a:lnTo>
                    <a:pt x="6747" y="5558"/>
                  </a:lnTo>
                  <a:lnTo>
                    <a:pt x="6797" y="5458"/>
                  </a:lnTo>
                  <a:lnTo>
                    <a:pt x="6790" y="5453"/>
                  </a:lnTo>
                  <a:lnTo>
                    <a:pt x="6790" y="5453"/>
                  </a:lnTo>
                  <a:cubicBezTo>
                    <a:pt x="6776" y="5483"/>
                    <a:pt x="6761" y="5512"/>
                    <a:pt x="6747" y="5541"/>
                  </a:cubicBezTo>
                  <a:lnTo>
                    <a:pt x="6562" y="5424"/>
                  </a:lnTo>
                  <a:lnTo>
                    <a:pt x="6613" y="5340"/>
                  </a:lnTo>
                  <a:lnTo>
                    <a:pt x="6659" y="5366"/>
                  </a:lnTo>
                  <a:lnTo>
                    <a:pt x="6659" y="5366"/>
                  </a:lnTo>
                  <a:lnTo>
                    <a:pt x="6596" y="5324"/>
                  </a:lnTo>
                  <a:close/>
                  <a:moveTo>
                    <a:pt x="754" y="5458"/>
                  </a:moveTo>
                  <a:lnTo>
                    <a:pt x="804" y="5541"/>
                  </a:lnTo>
                  <a:lnTo>
                    <a:pt x="620" y="5658"/>
                  </a:lnTo>
                  <a:lnTo>
                    <a:pt x="570" y="5575"/>
                  </a:lnTo>
                  <a:lnTo>
                    <a:pt x="754" y="5458"/>
                  </a:lnTo>
                  <a:close/>
                  <a:moveTo>
                    <a:pt x="771" y="5441"/>
                  </a:moveTo>
                  <a:lnTo>
                    <a:pt x="553" y="5575"/>
                  </a:lnTo>
                  <a:lnTo>
                    <a:pt x="620" y="5675"/>
                  </a:lnTo>
                  <a:lnTo>
                    <a:pt x="821" y="5541"/>
                  </a:lnTo>
                  <a:lnTo>
                    <a:pt x="771" y="5441"/>
                  </a:lnTo>
                  <a:close/>
                  <a:moveTo>
                    <a:pt x="6412" y="5625"/>
                  </a:moveTo>
                  <a:lnTo>
                    <a:pt x="6596" y="5759"/>
                  </a:lnTo>
                  <a:lnTo>
                    <a:pt x="6529" y="5843"/>
                  </a:lnTo>
                  <a:lnTo>
                    <a:pt x="6362" y="5709"/>
                  </a:lnTo>
                  <a:lnTo>
                    <a:pt x="6412" y="5625"/>
                  </a:lnTo>
                  <a:close/>
                  <a:moveTo>
                    <a:pt x="6395" y="5608"/>
                  </a:moveTo>
                  <a:lnTo>
                    <a:pt x="6328" y="5709"/>
                  </a:lnTo>
                  <a:lnTo>
                    <a:pt x="6529" y="5859"/>
                  </a:lnTo>
                  <a:cubicBezTo>
                    <a:pt x="6562" y="5826"/>
                    <a:pt x="6579" y="5792"/>
                    <a:pt x="6613" y="5759"/>
                  </a:cubicBezTo>
                  <a:lnTo>
                    <a:pt x="6395" y="5608"/>
                  </a:lnTo>
                  <a:close/>
                  <a:moveTo>
                    <a:pt x="972" y="5725"/>
                  </a:moveTo>
                  <a:lnTo>
                    <a:pt x="771" y="5876"/>
                  </a:lnTo>
                  <a:lnTo>
                    <a:pt x="955" y="5742"/>
                  </a:lnTo>
                  <a:lnTo>
                    <a:pt x="1022" y="5809"/>
                  </a:lnTo>
                  <a:lnTo>
                    <a:pt x="838" y="5960"/>
                  </a:lnTo>
                  <a:lnTo>
                    <a:pt x="771" y="5876"/>
                  </a:lnTo>
                  <a:lnTo>
                    <a:pt x="771" y="5876"/>
                  </a:lnTo>
                  <a:cubicBezTo>
                    <a:pt x="788" y="5910"/>
                    <a:pt x="821" y="5943"/>
                    <a:pt x="838" y="5977"/>
                  </a:cubicBezTo>
                  <a:lnTo>
                    <a:pt x="1039" y="5809"/>
                  </a:lnTo>
                  <a:cubicBezTo>
                    <a:pt x="1005" y="5776"/>
                    <a:pt x="988" y="5759"/>
                    <a:pt x="972" y="5725"/>
                  </a:cubicBezTo>
                  <a:close/>
                  <a:moveTo>
                    <a:pt x="1189" y="5993"/>
                  </a:moveTo>
                  <a:lnTo>
                    <a:pt x="1181" y="6000"/>
                  </a:lnTo>
                  <a:lnTo>
                    <a:pt x="1181" y="6000"/>
                  </a:lnTo>
                  <a:lnTo>
                    <a:pt x="1256" y="6060"/>
                  </a:lnTo>
                  <a:lnTo>
                    <a:pt x="1189" y="5993"/>
                  </a:lnTo>
                  <a:close/>
                  <a:moveTo>
                    <a:pt x="6211" y="5893"/>
                  </a:moveTo>
                  <a:lnTo>
                    <a:pt x="6362" y="6043"/>
                  </a:lnTo>
                  <a:cubicBezTo>
                    <a:pt x="6345" y="6060"/>
                    <a:pt x="6328" y="6094"/>
                    <a:pt x="6295" y="6110"/>
                  </a:cubicBezTo>
                  <a:lnTo>
                    <a:pt x="6127" y="5960"/>
                  </a:lnTo>
                  <a:lnTo>
                    <a:pt x="6211" y="5893"/>
                  </a:lnTo>
                  <a:close/>
                  <a:moveTo>
                    <a:pt x="6194" y="5876"/>
                  </a:moveTo>
                  <a:cubicBezTo>
                    <a:pt x="6161" y="5910"/>
                    <a:pt x="6144" y="5943"/>
                    <a:pt x="6110" y="5960"/>
                  </a:cubicBezTo>
                  <a:lnTo>
                    <a:pt x="6295" y="6144"/>
                  </a:lnTo>
                  <a:lnTo>
                    <a:pt x="6295" y="6127"/>
                  </a:lnTo>
                  <a:cubicBezTo>
                    <a:pt x="6328" y="6110"/>
                    <a:pt x="6345" y="6077"/>
                    <a:pt x="6378" y="6043"/>
                  </a:cubicBezTo>
                  <a:lnTo>
                    <a:pt x="6194" y="5876"/>
                  </a:lnTo>
                  <a:close/>
                  <a:moveTo>
                    <a:pt x="1173" y="5993"/>
                  </a:moveTo>
                  <a:lnTo>
                    <a:pt x="1022" y="6144"/>
                  </a:lnTo>
                  <a:lnTo>
                    <a:pt x="1023" y="6145"/>
                  </a:lnTo>
                  <a:lnTo>
                    <a:pt x="1181" y="6000"/>
                  </a:lnTo>
                  <a:lnTo>
                    <a:pt x="1181" y="6000"/>
                  </a:lnTo>
                  <a:lnTo>
                    <a:pt x="1173" y="5993"/>
                  </a:lnTo>
                  <a:close/>
                  <a:moveTo>
                    <a:pt x="5960" y="6144"/>
                  </a:moveTo>
                  <a:lnTo>
                    <a:pt x="5959" y="6145"/>
                  </a:lnTo>
                  <a:lnTo>
                    <a:pt x="5959" y="6145"/>
                  </a:lnTo>
                  <a:lnTo>
                    <a:pt x="6027" y="6219"/>
                  </a:lnTo>
                  <a:lnTo>
                    <a:pt x="6027" y="6219"/>
                  </a:lnTo>
                  <a:lnTo>
                    <a:pt x="5960" y="6144"/>
                  </a:lnTo>
                  <a:close/>
                  <a:moveTo>
                    <a:pt x="1256" y="6060"/>
                  </a:moveTo>
                  <a:lnTo>
                    <a:pt x="1089" y="6228"/>
                  </a:lnTo>
                  <a:lnTo>
                    <a:pt x="1023" y="6145"/>
                  </a:lnTo>
                  <a:lnTo>
                    <a:pt x="1005" y="6161"/>
                  </a:lnTo>
                  <a:lnTo>
                    <a:pt x="1089" y="6244"/>
                  </a:lnTo>
                  <a:lnTo>
                    <a:pt x="1273" y="6077"/>
                  </a:lnTo>
                  <a:lnTo>
                    <a:pt x="1256" y="6060"/>
                  </a:lnTo>
                  <a:close/>
                  <a:moveTo>
                    <a:pt x="1424" y="6228"/>
                  </a:moveTo>
                  <a:lnTo>
                    <a:pt x="1357" y="6311"/>
                  </a:lnTo>
                  <a:lnTo>
                    <a:pt x="1425" y="6229"/>
                  </a:lnTo>
                  <a:lnTo>
                    <a:pt x="1425" y="6229"/>
                  </a:lnTo>
                  <a:lnTo>
                    <a:pt x="1424" y="6228"/>
                  </a:lnTo>
                  <a:close/>
                  <a:moveTo>
                    <a:pt x="1357" y="6311"/>
                  </a:moveTo>
                  <a:lnTo>
                    <a:pt x="1357" y="6311"/>
                  </a:lnTo>
                  <a:lnTo>
                    <a:pt x="1357" y="6311"/>
                  </a:lnTo>
                  <a:close/>
                  <a:moveTo>
                    <a:pt x="5943" y="6127"/>
                  </a:moveTo>
                  <a:lnTo>
                    <a:pt x="5859" y="6211"/>
                  </a:lnTo>
                  <a:lnTo>
                    <a:pt x="6010" y="6395"/>
                  </a:lnTo>
                  <a:lnTo>
                    <a:pt x="6110" y="6311"/>
                  </a:lnTo>
                  <a:lnTo>
                    <a:pt x="6027" y="6219"/>
                  </a:lnTo>
                  <a:lnTo>
                    <a:pt x="6027" y="6219"/>
                  </a:lnTo>
                  <a:lnTo>
                    <a:pt x="6094" y="6295"/>
                  </a:lnTo>
                  <a:cubicBezTo>
                    <a:pt x="6077" y="6328"/>
                    <a:pt x="6043" y="6345"/>
                    <a:pt x="6027" y="6378"/>
                  </a:cubicBezTo>
                  <a:lnTo>
                    <a:pt x="5876" y="6211"/>
                  </a:lnTo>
                  <a:lnTo>
                    <a:pt x="5959" y="6145"/>
                  </a:lnTo>
                  <a:lnTo>
                    <a:pt x="5959" y="6145"/>
                  </a:lnTo>
                  <a:lnTo>
                    <a:pt x="5943" y="6127"/>
                  </a:lnTo>
                  <a:close/>
                  <a:moveTo>
                    <a:pt x="1440" y="6211"/>
                  </a:moveTo>
                  <a:lnTo>
                    <a:pt x="1425" y="6229"/>
                  </a:lnTo>
                  <a:lnTo>
                    <a:pt x="1425" y="6229"/>
                  </a:lnTo>
                  <a:lnTo>
                    <a:pt x="1507" y="6295"/>
                  </a:lnTo>
                  <a:lnTo>
                    <a:pt x="1373" y="6462"/>
                  </a:lnTo>
                  <a:lnTo>
                    <a:pt x="1290" y="6395"/>
                  </a:lnTo>
                  <a:lnTo>
                    <a:pt x="1357" y="6311"/>
                  </a:lnTo>
                  <a:lnTo>
                    <a:pt x="1273" y="6412"/>
                  </a:lnTo>
                  <a:cubicBezTo>
                    <a:pt x="1306" y="6428"/>
                    <a:pt x="1340" y="6462"/>
                    <a:pt x="1373" y="6495"/>
                  </a:cubicBezTo>
                  <a:lnTo>
                    <a:pt x="1524" y="6295"/>
                  </a:lnTo>
                  <a:lnTo>
                    <a:pt x="1440" y="6211"/>
                  </a:lnTo>
                  <a:close/>
                  <a:moveTo>
                    <a:pt x="1725" y="6428"/>
                  </a:moveTo>
                  <a:lnTo>
                    <a:pt x="1666" y="6521"/>
                  </a:lnTo>
                  <a:lnTo>
                    <a:pt x="1728" y="6431"/>
                  </a:lnTo>
                  <a:lnTo>
                    <a:pt x="1728" y="6431"/>
                  </a:lnTo>
                  <a:lnTo>
                    <a:pt x="1725" y="6428"/>
                  </a:lnTo>
                  <a:close/>
                  <a:moveTo>
                    <a:pt x="5761" y="6469"/>
                  </a:moveTo>
                  <a:lnTo>
                    <a:pt x="5805" y="6532"/>
                  </a:lnTo>
                  <a:lnTo>
                    <a:pt x="5805" y="6532"/>
                  </a:lnTo>
                  <a:lnTo>
                    <a:pt x="5809" y="6529"/>
                  </a:lnTo>
                  <a:lnTo>
                    <a:pt x="5761" y="6469"/>
                  </a:lnTo>
                  <a:close/>
                  <a:moveTo>
                    <a:pt x="5675" y="6345"/>
                  </a:moveTo>
                  <a:lnTo>
                    <a:pt x="5575" y="6412"/>
                  </a:lnTo>
                  <a:lnTo>
                    <a:pt x="5725" y="6629"/>
                  </a:lnTo>
                  <a:lnTo>
                    <a:pt x="5826" y="6562"/>
                  </a:lnTo>
                  <a:lnTo>
                    <a:pt x="5805" y="6532"/>
                  </a:lnTo>
                  <a:lnTo>
                    <a:pt x="5805" y="6532"/>
                  </a:lnTo>
                  <a:lnTo>
                    <a:pt x="5725" y="6596"/>
                  </a:lnTo>
                  <a:lnTo>
                    <a:pt x="5592" y="6412"/>
                  </a:lnTo>
                  <a:lnTo>
                    <a:pt x="5675" y="6361"/>
                  </a:lnTo>
                  <a:lnTo>
                    <a:pt x="5761" y="6469"/>
                  </a:lnTo>
                  <a:lnTo>
                    <a:pt x="5675" y="6345"/>
                  </a:lnTo>
                  <a:close/>
                  <a:moveTo>
                    <a:pt x="2010" y="6613"/>
                  </a:moveTo>
                  <a:lnTo>
                    <a:pt x="1982" y="6668"/>
                  </a:lnTo>
                  <a:lnTo>
                    <a:pt x="1982" y="6668"/>
                  </a:lnTo>
                  <a:lnTo>
                    <a:pt x="2014" y="6615"/>
                  </a:lnTo>
                  <a:lnTo>
                    <a:pt x="2014" y="6615"/>
                  </a:lnTo>
                  <a:lnTo>
                    <a:pt x="2010" y="6613"/>
                  </a:lnTo>
                  <a:close/>
                  <a:moveTo>
                    <a:pt x="1742" y="6412"/>
                  </a:moveTo>
                  <a:lnTo>
                    <a:pt x="1728" y="6431"/>
                  </a:lnTo>
                  <a:lnTo>
                    <a:pt x="1728" y="6431"/>
                  </a:lnTo>
                  <a:lnTo>
                    <a:pt x="1809" y="6495"/>
                  </a:lnTo>
                  <a:lnTo>
                    <a:pt x="1691" y="6680"/>
                  </a:lnTo>
                  <a:lnTo>
                    <a:pt x="1608" y="6613"/>
                  </a:lnTo>
                  <a:lnTo>
                    <a:pt x="1666" y="6521"/>
                  </a:lnTo>
                  <a:lnTo>
                    <a:pt x="1591" y="6629"/>
                  </a:lnTo>
                  <a:lnTo>
                    <a:pt x="1691" y="6696"/>
                  </a:lnTo>
                  <a:lnTo>
                    <a:pt x="1825" y="6479"/>
                  </a:lnTo>
                  <a:cubicBezTo>
                    <a:pt x="1792" y="6462"/>
                    <a:pt x="1775" y="6445"/>
                    <a:pt x="1742" y="6412"/>
                  </a:cubicBezTo>
                  <a:close/>
                  <a:moveTo>
                    <a:pt x="5449" y="6654"/>
                  </a:moveTo>
                  <a:lnTo>
                    <a:pt x="5501" y="6750"/>
                  </a:lnTo>
                  <a:lnTo>
                    <a:pt x="5508" y="6746"/>
                  </a:lnTo>
                  <a:lnTo>
                    <a:pt x="5449" y="6654"/>
                  </a:lnTo>
                  <a:close/>
                  <a:moveTo>
                    <a:pt x="5089" y="6696"/>
                  </a:moveTo>
                  <a:lnTo>
                    <a:pt x="4989" y="6746"/>
                  </a:lnTo>
                  <a:lnTo>
                    <a:pt x="5089" y="6713"/>
                  </a:lnTo>
                  <a:lnTo>
                    <a:pt x="5140" y="6813"/>
                  </a:lnTo>
                  <a:lnTo>
                    <a:pt x="5089" y="6696"/>
                  </a:lnTo>
                  <a:close/>
                  <a:moveTo>
                    <a:pt x="5391" y="6546"/>
                  </a:moveTo>
                  <a:lnTo>
                    <a:pt x="5290" y="6613"/>
                  </a:lnTo>
                  <a:lnTo>
                    <a:pt x="5407" y="6813"/>
                  </a:lnTo>
                  <a:lnTo>
                    <a:pt x="5508" y="6763"/>
                  </a:lnTo>
                  <a:lnTo>
                    <a:pt x="5501" y="6750"/>
                  </a:lnTo>
                  <a:lnTo>
                    <a:pt x="5407" y="6797"/>
                  </a:lnTo>
                  <a:lnTo>
                    <a:pt x="5307" y="6613"/>
                  </a:lnTo>
                  <a:cubicBezTo>
                    <a:pt x="5340" y="6596"/>
                    <a:pt x="5357" y="6579"/>
                    <a:pt x="5391" y="6562"/>
                  </a:cubicBezTo>
                  <a:lnTo>
                    <a:pt x="5449" y="6654"/>
                  </a:lnTo>
                  <a:lnTo>
                    <a:pt x="5391" y="6546"/>
                  </a:lnTo>
                  <a:close/>
                  <a:moveTo>
                    <a:pt x="5140" y="6813"/>
                  </a:moveTo>
                  <a:lnTo>
                    <a:pt x="5140" y="6813"/>
                  </a:lnTo>
                  <a:lnTo>
                    <a:pt x="5140" y="6813"/>
                  </a:lnTo>
                  <a:close/>
                  <a:moveTo>
                    <a:pt x="2026" y="6596"/>
                  </a:moveTo>
                  <a:lnTo>
                    <a:pt x="2014" y="6615"/>
                  </a:lnTo>
                  <a:lnTo>
                    <a:pt x="2014" y="6615"/>
                  </a:lnTo>
                  <a:lnTo>
                    <a:pt x="2093" y="6663"/>
                  </a:lnTo>
                  <a:lnTo>
                    <a:pt x="1993" y="6864"/>
                  </a:lnTo>
                  <a:lnTo>
                    <a:pt x="1909" y="6813"/>
                  </a:lnTo>
                  <a:lnTo>
                    <a:pt x="1982" y="6668"/>
                  </a:lnTo>
                  <a:lnTo>
                    <a:pt x="1982" y="6668"/>
                  </a:lnTo>
                  <a:lnTo>
                    <a:pt x="1892" y="6813"/>
                  </a:lnTo>
                  <a:lnTo>
                    <a:pt x="2010" y="6880"/>
                  </a:lnTo>
                  <a:lnTo>
                    <a:pt x="2127" y="6646"/>
                  </a:lnTo>
                  <a:lnTo>
                    <a:pt x="2026" y="6596"/>
                  </a:lnTo>
                  <a:close/>
                  <a:moveTo>
                    <a:pt x="5140" y="6813"/>
                  </a:moveTo>
                  <a:lnTo>
                    <a:pt x="5184" y="6917"/>
                  </a:lnTo>
                  <a:lnTo>
                    <a:pt x="5184" y="6917"/>
                  </a:lnTo>
                  <a:lnTo>
                    <a:pt x="5190" y="6914"/>
                  </a:lnTo>
                  <a:lnTo>
                    <a:pt x="5140" y="6813"/>
                  </a:lnTo>
                  <a:close/>
                  <a:moveTo>
                    <a:pt x="4989" y="6746"/>
                  </a:moveTo>
                  <a:lnTo>
                    <a:pt x="5089" y="6981"/>
                  </a:lnTo>
                  <a:cubicBezTo>
                    <a:pt x="5123" y="6964"/>
                    <a:pt x="5156" y="6947"/>
                    <a:pt x="5190" y="6931"/>
                  </a:cubicBezTo>
                  <a:lnTo>
                    <a:pt x="5184" y="6917"/>
                  </a:lnTo>
                  <a:lnTo>
                    <a:pt x="5184" y="6917"/>
                  </a:lnTo>
                  <a:lnTo>
                    <a:pt x="5089" y="6964"/>
                  </a:lnTo>
                  <a:lnTo>
                    <a:pt x="4989" y="6746"/>
                  </a:lnTo>
                  <a:close/>
                  <a:moveTo>
                    <a:pt x="4675" y="6879"/>
                  </a:moveTo>
                  <a:lnTo>
                    <a:pt x="4671" y="6880"/>
                  </a:lnTo>
                  <a:lnTo>
                    <a:pt x="4704" y="6989"/>
                  </a:lnTo>
                  <a:lnTo>
                    <a:pt x="4675" y="6879"/>
                  </a:lnTo>
                  <a:close/>
                  <a:moveTo>
                    <a:pt x="2328" y="6763"/>
                  </a:moveTo>
                  <a:lnTo>
                    <a:pt x="2411" y="6797"/>
                  </a:lnTo>
                  <a:lnTo>
                    <a:pt x="2328" y="7014"/>
                  </a:lnTo>
                  <a:lnTo>
                    <a:pt x="2244" y="6964"/>
                  </a:lnTo>
                  <a:lnTo>
                    <a:pt x="2328" y="6763"/>
                  </a:lnTo>
                  <a:close/>
                  <a:moveTo>
                    <a:pt x="2328" y="6746"/>
                  </a:moveTo>
                  <a:lnTo>
                    <a:pt x="2227" y="6981"/>
                  </a:lnTo>
                  <a:lnTo>
                    <a:pt x="2344" y="7031"/>
                  </a:lnTo>
                  <a:lnTo>
                    <a:pt x="2428" y="6797"/>
                  </a:lnTo>
                  <a:lnTo>
                    <a:pt x="2328" y="6746"/>
                  </a:lnTo>
                  <a:close/>
                  <a:moveTo>
                    <a:pt x="4771" y="6830"/>
                  </a:moveTo>
                  <a:lnTo>
                    <a:pt x="4671" y="6864"/>
                  </a:lnTo>
                  <a:lnTo>
                    <a:pt x="4675" y="6879"/>
                  </a:lnTo>
                  <a:lnTo>
                    <a:pt x="4675" y="6879"/>
                  </a:lnTo>
                  <a:lnTo>
                    <a:pt x="4771" y="6847"/>
                  </a:lnTo>
                  <a:lnTo>
                    <a:pt x="4838" y="7065"/>
                  </a:lnTo>
                  <a:lnTo>
                    <a:pt x="4738" y="7098"/>
                  </a:lnTo>
                  <a:lnTo>
                    <a:pt x="4704" y="6989"/>
                  </a:lnTo>
                  <a:lnTo>
                    <a:pt x="4738" y="7115"/>
                  </a:lnTo>
                  <a:lnTo>
                    <a:pt x="4855" y="7065"/>
                  </a:lnTo>
                  <a:lnTo>
                    <a:pt x="4771" y="683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2"/>
          <p:cNvSpPr/>
          <p:nvPr/>
        </p:nvSpPr>
        <p:spPr>
          <a:xfrm>
            <a:off x="-973425" y="274425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2"/>
          <p:cNvSpPr/>
          <p:nvPr/>
        </p:nvSpPr>
        <p:spPr>
          <a:xfrm>
            <a:off x="6728800" y="-11542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22"/>
          <p:cNvSpPr txBox="1">
            <a:spLocks noGrp="1"/>
          </p:cNvSpPr>
          <p:nvPr>
            <p:ph type="subTitle" idx="1"/>
          </p:nvPr>
        </p:nvSpPr>
        <p:spPr>
          <a:xfrm>
            <a:off x="719999" y="2515150"/>
            <a:ext cx="22467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0" name="Google Shape;670;p22"/>
          <p:cNvSpPr txBox="1">
            <a:spLocks noGrp="1"/>
          </p:cNvSpPr>
          <p:nvPr>
            <p:ph type="subTitle" idx="2"/>
          </p:nvPr>
        </p:nvSpPr>
        <p:spPr>
          <a:xfrm>
            <a:off x="720000" y="2877800"/>
            <a:ext cx="2246700" cy="9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22"/>
          <p:cNvSpPr txBox="1">
            <a:spLocks noGrp="1"/>
          </p:cNvSpPr>
          <p:nvPr>
            <p:ph type="subTitle" idx="3"/>
          </p:nvPr>
        </p:nvSpPr>
        <p:spPr>
          <a:xfrm>
            <a:off x="3448649" y="2896150"/>
            <a:ext cx="22467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2" name="Google Shape;672;p22"/>
          <p:cNvSpPr txBox="1">
            <a:spLocks noGrp="1"/>
          </p:cNvSpPr>
          <p:nvPr>
            <p:ph type="subTitle" idx="4"/>
          </p:nvPr>
        </p:nvSpPr>
        <p:spPr>
          <a:xfrm>
            <a:off x="3448650" y="3258800"/>
            <a:ext cx="2246700" cy="9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22"/>
          <p:cNvSpPr txBox="1">
            <a:spLocks noGrp="1"/>
          </p:cNvSpPr>
          <p:nvPr>
            <p:ph type="subTitle" idx="5"/>
          </p:nvPr>
        </p:nvSpPr>
        <p:spPr>
          <a:xfrm>
            <a:off x="6177299" y="3277150"/>
            <a:ext cx="22467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4" name="Google Shape;674;p22"/>
          <p:cNvSpPr txBox="1">
            <a:spLocks noGrp="1"/>
          </p:cNvSpPr>
          <p:nvPr>
            <p:ph type="subTitle" idx="6"/>
          </p:nvPr>
        </p:nvSpPr>
        <p:spPr>
          <a:xfrm>
            <a:off x="6177300" y="3639800"/>
            <a:ext cx="2246700" cy="9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5" name="Google Shape;675;p22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676" name="Google Shape;676;p22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677" name="Google Shape;677;p22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8" name="Google Shape;678;p22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9" name="Google Shape;679;p22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680" name="Google Shape;680;p22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81" name="Google Shape;681;p22"/>
          <p:cNvGrpSpPr/>
          <p:nvPr/>
        </p:nvGrpSpPr>
        <p:grpSpPr>
          <a:xfrm rot="5400000">
            <a:off x="8581525" y="374209"/>
            <a:ext cx="518768" cy="291386"/>
            <a:chOff x="3654925" y="3123571"/>
            <a:chExt cx="518768" cy="291386"/>
          </a:xfrm>
        </p:grpSpPr>
        <p:sp>
          <p:nvSpPr>
            <p:cNvPr id="682" name="Google Shape;682;p22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2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2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2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2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2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2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2"/>
            <p:cNvSpPr/>
            <p:nvPr/>
          </p:nvSpPr>
          <p:spPr>
            <a:xfrm>
              <a:off x="3911277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2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2"/>
            <p:cNvSpPr/>
            <p:nvPr/>
          </p:nvSpPr>
          <p:spPr>
            <a:xfrm>
              <a:off x="4128935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" name="Google Shape;692;p22"/>
          <p:cNvGrpSpPr/>
          <p:nvPr/>
        </p:nvGrpSpPr>
        <p:grpSpPr>
          <a:xfrm>
            <a:off x="308679" y="255838"/>
            <a:ext cx="8669658" cy="4629880"/>
            <a:chOff x="308679" y="260513"/>
            <a:chExt cx="8669658" cy="4629880"/>
          </a:xfrm>
        </p:grpSpPr>
        <p:cxnSp>
          <p:nvCxnSpPr>
            <p:cNvPr id="693" name="Google Shape;693;p22"/>
            <p:cNvCxnSpPr/>
            <p:nvPr/>
          </p:nvCxnSpPr>
          <p:spPr>
            <a:xfrm rot="10800000">
              <a:off x="8978338" y="26051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94" name="Google Shape;694;p22"/>
            <p:cNvGrpSpPr/>
            <p:nvPr/>
          </p:nvGrpSpPr>
          <p:grpSpPr>
            <a:xfrm rot="10800000">
              <a:off x="308679" y="4324682"/>
              <a:ext cx="343982" cy="565711"/>
              <a:chOff x="4335679" y="240044"/>
              <a:chExt cx="343982" cy="565711"/>
            </a:xfrm>
          </p:grpSpPr>
          <p:sp>
            <p:nvSpPr>
              <p:cNvPr id="695" name="Google Shape;695;p22"/>
              <p:cNvSpPr/>
              <p:nvPr/>
            </p:nvSpPr>
            <p:spPr>
              <a:xfrm>
                <a:off x="4427396" y="542958"/>
                <a:ext cx="163536" cy="163558"/>
              </a:xfrm>
              <a:custGeom>
                <a:avLst/>
                <a:gdLst/>
                <a:ahLst/>
                <a:cxnLst/>
                <a:rect l="l" t="t" r="r" b="b"/>
                <a:pathLst>
                  <a:path w="7282" h="7283" extrusionOk="0">
                    <a:moveTo>
                      <a:pt x="3415" y="1"/>
                    </a:moveTo>
                    <a:cubicBezTo>
                      <a:pt x="3281" y="1"/>
                      <a:pt x="3164" y="18"/>
                      <a:pt x="3047" y="34"/>
                    </a:cubicBezTo>
                    <a:lnTo>
                      <a:pt x="3064" y="219"/>
                    </a:lnTo>
                    <a:cubicBezTo>
                      <a:pt x="3181" y="202"/>
                      <a:pt x="3298" y="185"/>
                      <a:pt x="3415" y="185"/>
                    </a:cubicBezTo>
                    <a:lnTo>
                      <a:pt x="3415" y="1"/>
                    </a:lnTo>
                    <a:close/>
                    <a:moveTo>
                      <a:pt x="3867" y="1"/>
                    </a:moveTo>
                    <a:lnTo>
                      <a:pt x="3867" y="185"/>
                    </a:lnTo>
                    <a:cubicBezTo>
                      <a:pt x="3985" y="185"/>
                      <a:pt x="4102" y="202"/>
                      <a:pt x="4202" y="219"/>
                    </a:cubicBezTo>
                    <a:lnTo>
                      <a:pt x="4236" y="34"/>
                    </a:lnTo>
                    <a:cubicBezTo>
                      <a:pt x="4118" y="18"/>
                      <a:pt x="4001" y="1"/>
                      <a:pt x="3867" y="1"/>
                    </a:cubicBezTo>
                    <a:close/>
                    <a:moveTo>
                      <a:pt x="4688" y="135"/>
                    </a:moveTo>
                    <a:lnTo>
                      <a:pt x="4637" y="319"/>
                    </a:lnTo>
                    <a:cubicBezTo>
                      <a:pt x="4754" y="352"/>
                      <a:pt x="4855" y="386"/>
                      <a:pt x="4972" y="436"/>
                    </a:cubicBezTo>
                    <a:lnTo>
                      <a:pt x="5039" y="269"/>
                    </a:lnTo>
                    <a:cubicBezTo>
                      <a:pt x="4922" y="219"/>
                      <a:pt x="4805" y="168"/>
                      <a:pt x="4688" y="135"/>
                    </a:cubicBezTo>
                    <a:close/>
                    <a:moveTo>
                      <a:pt x="2595" y="135"/>
                    </a:moveTo>
                    <a:cubicBezTo>
                      <a:pt x="2478" y="185"/>
                      <a:pt x="2361" y="219"/>
                      <a:pt x="2244" y="269"/>
                    </a:cubicBezTo>
                    <a:lnTo>
                      <a:pt x="2327" y="453"/>
                    </a:lnTo>
                    <a:cubicBezTo>
                      <a:pt x="2428" y="403"/>
                      <a:pt x="2528" y="352"/>
                      <a:pt x="2645" y="319"/>
                    </a:cubicBezTo>
                    <a:lnTo>
                      <a:pt x="2595" y="135"/>
                    </a:lnTo>
                    <a:close/>
                    <a:moveTo>
                      <a:pt x="1842" y="470"/>
                    </a:moveTo>
                    <a:cubicBezTo>
                      <a:pt x="1725" y="537"/>
                      <a:pt x="1624" y="604"/>
                      <a:pt x="1524" y="671"/>
                    </a:cubicBezTo>
                    <a:lnTo>
                      <a:pt x="1624" y="821"/>
                    </a:lnTo>
                    <a:cubicBezTo>
                      <a:pt x="1725" y="754"/>
                      <a:pt x="1825" y="687"/>
                      <a:pt x="1926" y="620"/>
                    </a:cubicBezTo>
                    <a:lnTo>
                      <a:pt x="1842" y="470"/>
                    </a:lnTo>
                    <a:close/>
                    <a:moveTo>
                      <a:pt x="5457" y="470"/>
                    </a:moveTo>
                    <a:lnTo>
                      <a:pt x="5374" y="620"/>
                    </a:lnTo>
                    <a:lnTo>
                      <a:pt x="5374" y="637"/>
                    </a:lnTo>
                    <a:cubicBezTo>
                      <a:pt x="5474" y="687"/>
                      <a:pt x="5575" y="754"/>
                      <a:pt x="5658" y="821"/>
                    </a:cubicBezTo>
                    <a:lnTo>
                      <a:pt x="5776" y="671"/>
                    </a:lnTo>
                    <a:cubicBezTo>
                      <a:pt x="5675" y="604"/>
                      <a:pt x="5575" y="537"/>
                      <a:pt x="5457" y="470"/>
                    </a:cubicBezTo>
                    <a:close/>
                    <a:moveTo>
                      <a:pt x="6127" y="955"/>
                    </a:moveTo>
                    <a:lnTo>
                      <a:pt x="6010" y="1089"/>
                    </a:lnTo>
                    <a:lnTo>
                      <a:pt x="6010" y="1106"/>
                    </a:lnTo>
                    <a:cubicBezTo>
                      <a:pt x="6094" y="1189"/>
                      <a:pt x="6177" y="1273"/>
                      <a:pt x="6244" y="1340"/>
                    </a:cubicBezTo>
                    <a:lnTo>
                      <a:pt x="6395" y="1223"/>
                    </a:lnTo>
                    <a:cubicBezTo>
                      <a:pt x="6311" y="1139"/>
                      <a:pt x="6227" y="1056"/>
                      <a:pt x="6127" y="955"/>
                    </a:cubicBezTo>
                    <a:close/>
                    <a:moveTo>
                      <a:pt x="1172" y="972"/>
                    </a:moveTo>
                    <a:cubicBezTo>
                      <a:pt x="1072" y="1056"/>
                      <a:pt x="988" y="1139"/>
                      <a:pt x="905" y="1240"/>
                    </a:cubicBezTo>
                    <a:lnTo>
                      <a:pt x="1055" y="1357"/>
                    </a:lnTo>
                    <a:cubicBezTo>
                      <a:pt x="1122" y="1273"/>
                      <a:pt x="1206" y="1189"/>
                      <a:pt x="1290" y="1106"/>
                    </a:cubicBezTo>
                    <a:lnTo>
                      <a:pt x="1172" y="972"/>
                    </a:lnTo>
                    <a:close/>
                    <a:moveTo>
                      <a:pt x="637" y="1608"/>
                    </a:moveTo>
                    <a:cubicBezTo>
                      <a:pt x="553" y="1708"/>
                      <a:pt x="503" y="1809"/>
                      <a:pt x="436" y="1926"/>
                    </a:cubicBezTo>
                    <a:lnTo>
                      <a:pt x="603" y="2010"/>
                    </a:lnTo>
                    <a:cubicBezTo>
                      <a:pt x="654" y="1909"/>
                      <a:pt x="704" y="1809"/>
                      <a:pt x="771" y="1708"/>
                    </a:cubicBezTo>
                    <a:lnTo>
                      <a:pt x="637" y="1608"/>
                    </a:lnTo>
                    <a:close/>
                    <a:moveTo>
                      <a:pt x="6679" y="1608"/>
                    </a:moveTo>
                    <a:lnTo>
                      <a:pt x="6529" y="1708"/>
                    </a:lnTo>
                    <a:cubicBezTo>
                      <a:pt x="6579" y="1809"/>
                      <a:pt x="6646" y="1909"/>
                      <a:pt x="6696" y="2010"/>
                    </a:cubicBezTo>
                    <a:lnTo>
                      <a:pt x="6864" y="1909"/>
                    </a:lnTo>
                    <a:cubicBezTo>
                      <a:pt x="6797" y="1809"/>
                      <a:pt x="6746" y="1708"/>
                      <a:pt x="6679" y="1608"/>
                    </a:cubicBezTo>
                    <a:close/>
                    <a:moveTo>
                      <a:pt x="7048" y="2344"/>
                    </a:moveTo>
                    <a:lnTo>
                      <a:pt x="6880" y="2411"/>
                    </a:lnTo>
                    <a:cubicBezTo>
                      <a:pt x="6930" y="2512"/>
                      <a:pt x="6964" y="2629"/>
                      <a:pt x="6997" y="2729"/>
                    </a:cubicBezTo>
                    <a:lnTo>
                      <a:pt x="7165" y="2696"/>
                    </a:lnTo>
                    <a:cubicBezTo>
                      <a:pt x="7131" y="2579"/>
                      <a:pt x="7098" y="2462"/>
                      <a:pt x="7048" y="2344"/>
                    </a:cubicBezTo>
                    <a:close/>
                    <a:moveTo>
                      <a:pt x="235" y="2344"/>
                    </a:moveTo>
                    <a:cubicBezTo>
                      <a:pt x="185" y="2462"/>
                      <a:pt x="151" y="2579"/>
                      <a:pt x="118" y="2696"/>
                    </a:cubicBezTo>
                    <a:lnTo>
                      <a:pt x="302" y="2746"/>
                    </a:lnTo>
                    <a:cubicBezTo>
                      <a:pt x="319" y="2629"/>
                      <a:pt x="369" y="2512"/>
                      <a:pt x="402" y="2411"/>
                    </a:cubicBezTo>
                    <a:lnTo>
                      <a:pt x="235" y="2344"/>
                    </a:lnTo>
                    <a:close/>
                    <a:moveTo>
                      <a:pt x="7265" y="3148"/>
                    </a:moveTo>
                    <a:lnTo>
                      <a:pt x="7081" y="3165"/>
                    </a:lnTo>
                    <a:lnTo>
                      <a:pt x="7081" y="3181"/>
                    </a:lnTo>
                    <a:cubicBezTo>
                      <a:pt x="7098" y="3282"/>
                      <a:pt x="7098" y="3399"/>
                      <a:pt x="7115" y="3516"/>
                    </a:cubicBezTo>
                    <a:lnTo>
                      <a:pt x="7282" y="3516"/>
                    </a:lnTo>
                    <a:cubicBezTo>
                      <a:pt x="7282" y="3399"/>
                      <a:pt x="7282" y="3265"/>
                      <a:pt x="7265" y="3148"/>
                    </a:cubicBezTo>
                    <a:close/>
                    <a:moveTo>
                      <a:pt x="34" y="3148"/>
                    </a:moveTo>
                    <a:cubicBezTo>
                      <a:pt x="17" y="3265"/>
                      <a:pt x="1" y="3399"/>
                      <a:pt x="1" y="3516"/>
                    </a:cubicBezTo>
                    <a:lnTo>
                      <a:pt x="185" y="3533"/>
                    </a:lnTo>
                    <a:cubicBezTo>
                      <a:pt x="185" y="3416"/>
                      <a:pt x="202" y="3298"/>
                      <a:pt x="218" y="3181"/>
                    </a:cubicBezTo>
                    <a:lnTo>
                      <a:pt x="34" y="3148"/>
                    </a:lnTo>
                    <a:close/>
                    <a:moveTo>
                      <a:pt x="202" y="3968"/>
                    </a:moveTo>
                    <a:lnTo>
                      <a:pt x="17" y="3985"/>
                    </a:lnTo>
                    <a:cubicBezTo>
                      <a:pt x="34" y="4102"/>
                      <a:pt x="51" y="4236"/>
                      <a:pt x="68" y="4353"/>
                    </a:cubicBezTo>
                    <a:lnTo>
                      <a:pt x="252" y="4320"/>
                    </a:lnTo>
                    <a:cubicBezTo>
                      <a:pt x="218" y="4202"/>
                      <a:pt x="202" y="4085"/>
                      <a:pt x="202" y="3968"/>
                    </a:cubicBezTo>
                    <a:close/>
                    <a:moveTo>
                      <a:pt x="7098" y="3968"/>
                    </a:moveTo>
                    <a:cubicBezTo>
                      <a:pt x="7081" y="4085"/>
                      <a:pt x="7064" y="4202"/>
                      <a:pt x="7048" y="4320"/>
                    </a:cubicBezTo>
                    <a:lnTo>
                      <a:pt x="7215" y="4353"/>
                    </a:lnTo>
                    <a:cubicBezTo>
                      <a:pt x="7249" y="4219"/>
                      <a:pt x="7265" y="4102"/>
                      <a:pt x="7265" y="3985"/>
                    </a:cubicBezTo>
                    <a:lnTo>
                      <a:pt x="7098" y="3968"/>
                    </a:lnTo>
                    <a:close/>
                    <a:moveTo>
                      <a:pt x="369" y="4721"/>
                    </a:moveTo>
                    <a:lnTo>
                      <a:pt x="185" y="4788"/>
                    </a:lnTo>
                    <a:lnTo>
                      <a:pt x="185" y="4805"/>
                    </a:lnTo>
                    <a:cubicBezTo>
                      <a:pt x="235" y="4922"/>
                      <a:pt x="269" y="5039"/>
                      <a:pt x="319" y="5123"/>
                    </a:cubicBezTo>
                    <a:lnTo>
                      <a:pt x="486" y="5056"/>
                    </a:lnTo>
                    <a:cubicBezTo>
                      <a:pt x="436" y="4956"/>
                      <a:pt x="402" y="4838"/>
                      <a:pt x="369" y="4721"/>
                    </a:cubicBezTo>
                    <a:close/>
                    <a:moveTo>
                      <a:pt x="6930" y="4738"/>
                    </a:moveTo>
                    <a:cubicBezTo>
                      <a:pt x="6897" y="4855"/>
                      <a:pt x="6847" y="4956"/>
                      <a:pt x="6797" y="5073"/>
                    </a:cubicBezTo>
                    <a:lnTo>
                      <a:pt x="6964" y="5140"/>
                    </a:lnTo>
                    <a:cubicBezTo>
                      <a:pt x="7014" y="5023"/>
                      <a:pt x="7064" y="4905"/>
                      <a:pt x="7098" y="4788"/>
                    </a:cubicBezTo>
                    <a:lnTo>
                      <a:pt x="6930" y="4738"/>
                    </a:lnTo>
                    <a:close/>
                    <a:moveTo>
                      <a:pt x="6596" y="5441"/>
                    </a:moveTo>
                    <a:cubicBezTo>
                      <a:pt x="6529" y="5558"/>
                      <a:pt x="6462" y="5642"/>
                      <a:pt x="6395" y="5742"/>
                    </a:cubicBezTo>
                    <a:lnTo>
                      <a:pt x="6546" y="5843"/>
                    </a:lnTo>
                    <a:cubicBezTo>
                      <a:pt x="6612" y="5759"/>
                      <a:pt x="6679" y="5659"/>
                      <a:pt x="6746" y="5541"/>
                    </a:cubicBezTo>
                    <a:lnTo>
                      <a:pt x="6596" y="5441"/>
                    </a:lnTo>
                    <a:close/>
                    <a:moveTo>
                      <a:pt x="704" y="5458"/>
                    </a:moveTo>
                    <a:lnTo>
                      <a:pt x="553" y="5558"/>
                    </a:lnTo>
                    <a:lnTo>
                      <a:pt x="536" y="5558"/>
                    </a:lnTo>
                    <a:cubicBezTo>
                      <a:pt x="620" y="5659"/>
                      <a:pt x="687" y="5759"/>
                      <a:pt x="771" y="5859"/>
                    </a:cubicBezTo>
                    <a:lnTo>
                      <a:pt x="921" y="5742"/>
                    </a:lnTo>
                    <a:cubicBezTo>
                      <a:pt x="838" y="5659"/>
                      <a:pt x="771" y="5558"/>
                      <a:pt x="704" y="5458"/>
                    </a:cubicBezTo>
                    <a:close/>
                    <a:moveTo>
                      <a:pt x="6094" y="6077"/>
                    </a:moveTo>
                    <a:cubicBezTo>
                      <a:pt x="6010" y="6161"/>
                      <a:pt x="5926" y="6228"/>
                      <a:pt x="5842" y="6311"/>
                    </a:cubicBezTo>
                    <a:lnTo>
                      <a:pt x="5960" y="6445"/>
                    </a:lnTo>
                    <a:cubicBezTo>
                      <a:pt x="6043" y="6362"/>
                      <a:pt x="6144" y="6295"/>
                      <a:pt x="6227" y="6194"/>
                    </a:cubicBezTo>
                    <a:lnTo>
                      <a:pt x="6094" y="6077"/>
                    </a:lnTo>
                    <a:close/>
                    <a:moveTo>
                      <a:pt x="1189" y="6077"/>
                    </a:moveTo>
                    <a:lnTo>
                      <a:pt x="1072" y="6211"/>
                    </a:lnTo>
                    <a:cubicBezTo>
                      <a:pt x="1156" y="6295"/>
                      <a:pt x="1239" y="6378"/>
                      <a:pt x="1340" y="6462"/>
                    </a:cubicBezTo>
                    <a:lnTo>
                      <a:pt x="1457" y="6311"/>
                    </a:lnTo>
                    <a:cubicBezTo>
                      <a:pt x="1357" y="6244"/>
                      <a:pt x="1273" y="6161"/>
                      <a:pt x="1189" y="6077"/>
                    </a:cubicBezTo>
                    <a:close/>
                    <a:moveTo>
                      <a:pt x="1808" y="6562"/>
                    </a:moveTo>
                    <a:lnTo>
                      <a:pt x="1708" y="6730"/>
                    </a:lnTo>
                    <a:cubicBezTo>
                      <a:pt x="1808" y="6780"/>
                      <a:pt x="1926" y="6847"/>
                      <a:pt x="2026" y="6897"/>
                    </a:cubicBezTo>
                    <a:lnTo>
                      <a:pt x="2110" y="6747"/>
                    </a:lnTo>
                    <a:cubicBezTo>
                      <a:pt x="2009" y="6696"/>
                      <a:pt x="1909" y="6629"/>
                      <a:pt x="1808" y="6562"/>
                    </a:cubicBezTo>
                    <a:close/>
                    <a:moveTo>
                      <a:pt x="5474" y="6562"/>
                    </a:moveTo>
                    <a:cubicBezTo>
                      <a:pt x="5374" y="6629"/>
                      <a:pt x="5273" y="6680"/>
                      <a:pt x="5156" y="6730"/>
                    </a:cubicBezTo>
                    <a:lnTo>
                      <a:pt x="5240" y="6897"/>
                    </a:lnTo>
                    <a:cubicBezTo>
                      <a:pt x="5357" y="6847"/>
                      <a:pt x="5457" y="6780"/>
                      <a:pt x="5558" y="6713"/>
                    </a:cubicBezTo>
                    <a:lnTo>
                      <a:pt x="5474" y="6562"/>
                    </a:lnTo>
                    <a:close/>
                    <a:moveTo>
                      <a:pt x="2512" y="6914"/>
                    </a:moveTo>
                    <a:lnTo>
                      <a:pt x="2461" y="7081"/>
                    </a:lnTo>
                    <a:cubicBezTo>
                      <a:pt x="2578" y="7132"/>
                      <a:pt x="2696" y="7148"/>
                      <a:pt x="2813" y="7182"/>
                    </a:cubicBezTo>
                    <a:lnTo>
                      <a:pt x="2846" y="7014"/>
                    </a:lnTo>
                    <a:cubicBezTo>
                      <a:pt x="2746" y="6981"/>
                      <a:pt x="2629" y="6947"/>
                      <a:pt x="2512" y="6914"/>
                    </a:cubicBezTo>
                    <a:close/>
                    <a:moveTo>
                      <a:pt x="4754" y="6914"/>
                    </a:moveTo>
                    <a:cubicBezTo>
                      <a:pt x="4654" y="6947"/>
                      <a:pt x="4537" y="6981"/>
                      <a:pt x="4420" y="7014"/>
                    </a:cubicBezTo>
                    <a:lnTo>
                      <a:pt x="4470" y="7182"/>
                    </a:lnTo>
                    <a:cubicBezTo>
                      <a:pt x="4587" y="7148"/>
                      <a:pt x="4704" y="7115"/>
                      <a:pt x="4821" y="7081"/>
                    </a:cubicBezTo>
                    <a:lnTo>
                      <a:pt x="4754" y="6914"/>
                    </a:lnTo>
                    <a:close/>
                    <a:moveTo>
                      <a:pt x="3281" y="7081"/>
                    </a:moveTo>
                    <a:lnTo>
                      <a:pt x="3265" y="7266"/>
                    </a:lnTo>
                    <a:lnTo>
                      <a:pt x="3281" y="7266"/>
                    </a:lnTo>
                    <a:cubicBezTo>
                      <a:pt x="3399" y="7266"/>
                      <a:pt x="3516" y="7282"/>
                      <a:pt x="3633" y="7282"/>
                    </a:cubicBezTo>
                    <a:cubicBezTo>
                      <a:pt x="3767" y="7282"/>
                      <a:pt x="3884" y="7266"/>
                      <a:pt x="4001" y="7266"/>
                    </a:cubicBezTo>
                    <a:lnTo>
                      <a:pt x="3985" y="7081"/>
                    </a:lnTo>
                    <a:cubicBezTo>
                      <a:pt x="3867" y="7098"/>
                      <a:pt x="3750" y="7098"/>
                      <a:pt x="3633" y="7098"/>
                    </a:cubicBezTo>
                    <a:cubicBezTo>
                      <a:pt x="3516" y="7098"/>
                      <a:pt x="3399" y="7081"/>
                      <a:pt x="3281" y="708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22"/>
              <p:cNvSpPr/>
              <p:nvPr/>
            </p:nvSpPr>
            <p:spPr>
              <a:xfrm>
                <a:off x="4518753" y="240044"/>
                <a:ext cx="22" cy="181951"/>
              </a:xfrm>
              <a:custGeom>
                <a:avLst/>
                <a:gdLst/>
                <a:ahLst/>
                <a:cxnLst/>
                <a:rect l="l" t="t" r="r" b="b"/>
                <a:pathLst>
                  <a:path w="1" h="8102" extrusionOk="0">
                    <a:moveTo>
                      <a:pt x="0" y="0"/>
                    </a:moveTo>
                    <a:lnTo>
                      <a:pt x="0" y="8101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2"/>
              <p:cNvSpPr/>
              <p:nvPr/>
            </p:nvSpPr>
            <p:spPr>
              <a:xfrm>
                <a:off x="4335679" y="457260"/>
                <a:ext cx="343982" cy="348495"/>
              </a:xfrm>
              <a:custGeom>
                <a:avLst/>
                <a:gdLst/>
                <a:ahLst/>
                <a:cxnLst/>
                <a:rect l="l" t="t" r="r" b="b"/>
                <a:pathLst>
                  <a:path w="15317" h="15518" extrusionOk="0">
                    <a:moveTo>
                      <a:pt x="7717" y="34"/>
                    </a:moveTo>
                    <a:lnTo>
                      <a:pt x="7717" y="503"/>
                    </a:lnTo>
                    <a:lnTo>
                      <a:pt x="7499" y="503"/>
                    </a:lnTo>
                    <a:lnTo>
                      <a:pt x="7483" y="34"/>
                    </a:lnTo>
                    <a:close/>
                    <a:moveTo>
                      <a:pt x="7449" y="1"/>
                    </a:moveTo>
                    <a:lnTo>
                      <a:pt x="7449" y="536"/>
                    </a:lnTo>
                    <a:lnTo>
                      <a:pt x="7734" y="536"/>
                    </a:lnTo>
                    <a:lnTo>
                      <a:pt x="7734" y="1"/>
                    </a:lnTo>
                    <a:close/>
                    <a:moveTo>
                      <a:pt x="8269" y="51"/>
                    </a:moveTo>
                    <a:cubicBezTo>
                      <a:pt x="8336" y="68"/>
                      <a:pt x="8420" y="84"/>
                      <a:pt x="8504" y="84"/>
                    </a:cubicBezTo>
                    <a:lnTo>
                      <a:pt x="8453" y="536"/>
                    </a:lnTo>
                    <a:lnTo>
                      <a:pt x="8236" y="519"/>
                    </a:lnTo>
                    <a:lnTo>
                      <a:pt x="8269" y="51"/>
                    </a:lnTo>
                    <a:close/>
                    <a:moveTo>
                      <a:pt x="6930" y="84"/>
                    </a:moveTo>
                    <a:lnTo>
                      <a:pt x="6964" y="553"/>
                    </a:lnTo>
                    <a:lnTo>
                      <a:pt x="6763" y="570"/>
                    </a:lnTo>
                    <a:lnTo>
                      <a:pt x="6696" y="101"/>
                    </a:lnTo>
                    <a:lnTo>
                      <a:pt x="6930" y="84"/>
                    </a:lnTo>
                    <a:close/>
                    <a:moveTo>
                      <a:pt x="8236" y="17"/>
                    </a:moveTo>
                    <a:lnTo>
                      <a:pt x="8202" y="553"/>
                    </a:lnTo>
                    <a:lnTo>
                      <a:pt x="8219" y="553"/>
                    </a:lnTo>
                    <a:cubicBezTo>
                      <a:pt x="8303" y="553"/>
                      <a:pt x="8387" y="570"/>
                      <a:pt x="8453" y="570"/>
                    </a:cubicBezTo>
                    <a:lnTo>
                      <a:pt x="8470" y="570"/>
                    </a:lnTo>
                    <a:lnTo>
                      <a:pt x="8537" y="34"/>
                    </a:lnTo>
                    <a:lnTo>
                      <a:pt x="8520" y="34"/>
                    </a:lnTo>
                    <a:lnTo>
                      <a:pt x="8253" y="17"/>
                    </a:lnTo>
                    <a:close/>
                    <a:moveTo>
                      <a:pt x="6930" y="51"/>
                    </a:moveTo>
                    <a:lnTo>
                      <a:pt x="6679" y="84"/>
                    </a:lnTo>
                    <a:lnTo>
                      <a:pt x="6662" y="84"/>
                    </a:lnTo>
                    <a:lnTo>
                      <a:pt x="6729" y="603"/>
                    </a:lnTo>
                    <a:lnTo>
                      <a:pt x="6746" y="603"/>
                    </a:lnTo>
                    <a:lnTo>
                      <a:pt x="6997" y="570"/>
                    </a:lnTo>
                    <a:lnTo>
                      <a:pt x="7014" y="570"/>
                    </a:lnTo>
                    <a:lnTo>
                      <a:pt x="6947" y="51"/>
                    </a:lnTo>
                    <a:close/>
                    <a:moveTo>
                      <a:pt x="9039" y="151"/>
                    </a:moveTo>
                    <a:lnTo>
                      <a:pt x="9274" y="185"/>
                    </a:lnTo>
                    <a:lnTo>
                      <a:pt x="9173" y="653"/>
                    </a:lnTo>
                    <a:cubicBezTo>
                      <a:pt x="9106" y="637"/>
                      <a:pt x="9039" y="620"/>
                      <a:pt x="8972" y="620"/>
                    </a:cubicBezTo>
                    <a:lnTo>
                      <a:pt x="9039" y="151"/>
                    </a:lnTo>
                    <a:close/>
                    <a:moveTo>
                      <a:pt x="9023" y="118"/>
                    </a:moveTo>
                    <a:lnTo>
                      <a:pt x="8922" y="637"/>
                    </a:lnTo>
                    <a:lnTo>
                      <a:pt x="8939" y="637"/>
                    </a:lnTo>
                    <a:lnTo>
                      <a:pt x="9190" y="687"/>
                    </a:lnTo>
                    <a:lnTo>
                      <a:pt x="9207" y="687"/>
                    </a:lnTo>
                    <a:lnTo>
                      <a:pt x="9307" y="168"/>
                    </a:lnTo>
                    <a:lnTo>
                      <a:pt x="9290" y="168"/>
                    </a:lnTo>
                    <a:cubicBezTo>
                      <a:pt x="9207" y="134"/>
                      <a:pt x="9123" y="118"/>
                      <a:pt x="9039" y="118"/>
                    </a:cubicBezTo>
                    <a:close/>
                    <a:moveTo>
                      <a:pt x="6144" y="201"/>
                    </a:moveTo>
                    <a:lnTo>
                      <a:pt x="6244" y="653"/>
                    </a:lnTo>
                    <a:lnTo>
                      <a:pt x="6043" y="704"/>
                    </a:lnTo>
                    <a:lnTo>
                      <a:pt x="5926" y="252"/>
                    </a:lnTo>
                    <a:lnTo>
                      <a:pt x="6144" y="201"/>
                    </a:lnTo>
                    <a:close/>
                    <a:moveTo>
                      <a:pt x="6160" y="168"/>
                    </a:moveTo>
                    <a:lnTo>
                      <a:pt x="5909" y="218"/>
                    </a:lnTo>
                    <a:lnTo>
                      <a:pt x="5892" y="218"/>
                    </a:lnTo>
                    <a:lnTo>
                      <a:pt x="6010" y="737"/>
                    </a:lnTo>
                    <a:lnTo>
                      <a:pt x="6026" y="737"/>
                    </a:lnTo>
                    <a:lnTo>
                      <a:pt x="6277" y="687"/>
                    </a:lnTo>
                    <a:lnTo>
                      <a:pt x="6177" y="168"/>
                    </a:lnTo>
                    <a:close/>
                    <a:moveTo>
                      <a:pt x="9826" y="319"/>
                    </a:moveTo>
                    <a:lnTo>
                      <a:pt x="10027" y="386"/>
                    </a:lnTo>
                    <a:lnTo>
                      <a:pt x="9910" y="838"/>
                    </a:lnTo>
                    <a:lnTo>
                      <a:pt x="9692" y="771"/>
                    </a:lnTo>
                    <a:lnTo>
                      <a:pt x="9826" y="319"/>
                    </a:lnTo>
                    <a:close/>
                    <a:moveTo>
                      <a:pt x="9793" y="285"/>
                    </a:moveTo>
                    <a:lnTo>
                      <a:pt x="9642" y="787"/>
                    </a:lnTo>
                    <a:lnTo>
                      <a:pt x="9659" y="787"/>
                    </a:lnTo>
                    <a:lnTo>
                      <a:pt x="9893" y="871"/>
                    </a:lnTo>
                    <a:lnTo>
                      <a:pt x="9910" y="871"/>
                    </a:lnTo>
                    <a:lnTo>
                      <a:pt x="10077" y="352"/>
                    </a:lnTo>
                    <a:lnTo>
                      <a:pt x="10060" y="352"/>
                    </a:lnTo>
                    <a:lnTo>
                      <a:pt x="9809" y="285"/>
                    </a:lnTo>
                    <a:close/>
                    <a:moveTo>
                      <a:pt x="5390" y="402"/>
                    </a:moveTo>
                    <a:lnTo>
                      <a:pt x="5558" y="854"/>
                    </a:lnTo>
                    <a:lnTo>
                      <a:pt x="5340" y="921"/>
                    </a:lnTo>
                    <a:lnTo>
                      <a:pt x="5189" y="469"/>
                    </a:lnTo>
                    <a:lnTo>
                      <a:pt x="5390" y="402"/>
                    </a:lnTo>
                    <a:close/>
                    <a:moveTo>
                      <a:pt x="5407" y="369"/>
                    </a:moveTo>
                    <a:cubicBezTo>
                      <a:pt x="5323" y="402"/>
                      <a:pt x="5240" y="419"/>
                      <a:pt x="5156" y="453"/>
                    </a:cubicBezTo>
                    <a:lnTo>
                      <a:pt x="5139" y="453"/>
                    </a:lnTo>
                    <a:lnTo>
                      <a:pt x="5307" y="955"/>
                    </a:lnTo>
                    <a:lnTo>
                      <a:pt x="5323" y="955"/>
                    </a:lnTo>
                    <a:lnTo>
                      <a:pt x="5558" y="888"/>
                    </a:lnTo>
                    <a:lnTo>
                      <a:pt x="5574" y="888"/>
                    </a:lnTo>
                    <a:lnTo>
                      <a:pt x="5424" y="369"/>
                    </a:lnTo>
                    <a:close/>
                    <a:moveTo>
                      <a:pt x="10563" y="570"/>
                    </a:moveTo>
                    <a:lnTo>
                      <a:pt x="10763" y="653"/>
                    </a:lnTo>
                    <a:lnTo>
                      <a:pt x="10579" y="1089"/>
                    </a:lnTo>
                    <a:lnTo>
                      <a:pt x="10378" y="1005"/>
                    </a:lnTo>
                    <a:lnTo>
                      <a:pt x="10563" y="570"/>
                    </a:lnTo>
                    <a:close/>
                    <a:moveTo>
                      <a:pt x="10529" y="519"/>
                    </a:moveTo>
                    <a:lnTo>
                      <a:pt x="10328" y="1038"/>
                    </a:lnTo>
                    <a:lnTo>
                      <a:pt x="10345" y="1038"/>
                    </a:lnTo>
                    <a:lnTo>
                      <a:pt x="10579" y="1122"/>
                    </a:lnTo>
                    <a:lnTo>
                      <a:pt x="10596" y="1122"/>
                    </a:lnTo>
                    <a:lnTo>
                      <a:pt x="10814" y="620"/>
                    </a:lnTo>
                    <a:lnTo>
                      <a:pt x="10797" y="620"/>
                    </a:lnTo>
                    <a:lnTo>
                      <a:pt x="10546" y="519"/>
                    </a:lnTo>
                    <a:close/>
                    <a:moveTo>
                      <a:pt x="11266" y="888"/>
                    </a:moveTo>
                    <a:cubicBezTo>
                      <a:pt x="11333" y="921"/>
                      <a:pt x="11399" y="955"/>
                      <a:pt x="11466" y="988"/>
                    </a:cubicBezTo>
                    <a:lnTo>
                      <a:pt x="11249" y="1407"/>
                    </a:lnTo>
                    <a:cubicBezTo>
                      <a:pt x="11182" y="1373"/>
                      <a:pt x="11115" y="1340"/>
                      <a:pt x="11048" y="1306"/>
                    </a:cubicBezTo>
                    <a:lnTo>
                      <a:pt x="11266" y="888"/>
                    </a:lnTo>
                    <a:close/>
                    <a:moveTo>
                      <a:pt x="11249" y="838"/>
                    </a:moveTo>
                    <a:lnTo>
                      <a:pt x="11014" y="1323"/>
                    </a:lnTo>
                    <a:lnTo>
                      <a:pt x="11031" y="1323"/>
                    </a:lnTo>
                    <a:lnTo>
                      <a:pt x="11232" y="1423"/>
                    </a:lnTo>
                    <a:lnTo>
                      <a:pt x="11249" y="1423"/>
                    </a:lnTo>
                    <a:lnTo>
                      <a:pt x="11517" y="971"/>
                    </a:lnTo>
                    <a:lnTo>
                      <a:pt x="11500" y="971"/>
                    </a:lnTo>
                    <a:lnTo>
                      <a:pt x="11266" y="838"/>
                    </a:lnTo>
                    <a:close/>
                    <a:moveTo>
                      <a:pt x="11935" y="1273"/>
                    </a:moveTo>
                    <a:lnTo>
                      <a:pt x="12119" y="1407"/>
                    </a:lnTo>
                    <a:lnTo>
                      <a:pt x="11851" y="1792"/>
                    </a:lnTo>
                    <a:lnTo>
                      <a:pt x="11684" y="1674"/>
                    </a:lnTo>
                    <a:lnTo>
                      <a:pt x="11935" y="1273"/>
                    </a:lnTo>
                    <a:close/>
                    <a:moveTo>
                      <a:pt x="11918" y="1222"/>
                    </a:moveTo>
                    <a:lnTo>
                      <a:pt x="11634" y="1674"/>
                    </a:lnTo>
                    <a:lnTo>
                      <a:pt x="11835" y="1808"/>
                    </a:lnTo>
                    <a:lnTo>
                      <a:pt x="11851" y="1808"/>
                    </a:lnTo>
                    <a:lnTo>
                      <a:pt x="12153" y="1373"/>
                    </a:lnTo>
                    <a:cubicBezTo>
                      <a:pt x="12086" y="1323"/>
                      <a:pt x="12019" y="1273"/>
                      <a:pt x="11935" y="1222"/>
                    </a:cubicBezTo>
                    <a:close/>
                    <a:moveTo>
                      <a:pt x="12571" y="1725"/>
                    </a:moveTo>
                    <a:lnTo>
                      <a:pt x="12755" y="1875"/>
                    </a:lnTo>
                    <a:lnTo>
                      <a:pt x="12454" y="2227"/>
                    </a:lnTo>
                    <a:lnTo>
                      <a:pt x="12287" y="2093"/>
                    </a:lnTo>
                    <a:lnTo>
                      <a:pt x="12571" y="1725"/>
                    </a:lnTo>
                    <a:close/>
                    <a:moveTo>
                      <a:pt x="12571" y="1691"/>
                    </a:moveTo>
                    <a:lnTo>
                      <a:pt x="12236" y="2110"/>
                    </a:lnTo>
                    <a:lnTo>
                      <a:pt x="12253" y="2110"/>
                    </a:lnTo>
                    <a:cubicBezTo>
                      <a:pt x="12320" y="2160"/>
                      <a:pt x="12387" y="2210"/>
                      <a:pt x="12454" y="2277"/>
                    </a:cubicBezTo>
                    <a:lnTo>
                      <a:pt x="12806" y="1875"/>
                    </a:lnTo>
                    <a:lnTo>
                      <a:pt x="12789" y="1859"/>
                    </a:lnTo>
                    <a:cubicBezTo>
                      <a:pt x="12722" y="1808"/>
                      <a:pt x="12655" y="1758"/>
                      <a:pt x="12588" y="1691"/>
                    </a:cubicBezTo>
                    <a:close/>
                    <a:moveTo>
                      <a:pt x="13157" y="2244"/>
                    </a:moveTo>
                    <a:lnTo>
                      <a:pt x="13308" y="2411"/>
                    </a:lnTo>
                    <a:lnTo>
                      <a:pt x="12973" y="2746"/>
                    </a:lnTo>
                    <a:cubicBezTo>
                      <a:pt x="12923" y="2679"/>
                      <a:pt x="12872" y="2629"/>
                      <a:pt x="12822" y="2595"/>
                    </a:cubicBezTo>
                    <a:lnTo>
                      <a:pt x="13157" y="2244"/>
                    </a:lnTo>
                    <a:close/>
                    <a:moveTo>
                      <a:pt x="13157" y="2210"/>
                    </a:moveTo>
                    <a:lnTo>
                      <a:pt x="12789" y="2595"/>
                    </a:lnTo>
                    <a:lnTo>
                      <a:pt x="12806" y="2595"/>
                    </a:lnTo>
                    <a:cubicBezTo>
                      <a:pt x="12856" y="2662"/>
                      <a:pt x="12923" y="2712"/>
                      <a:pt x="12973" y="2779"/>
                    </a:cubicBezTo>
                    <a:lnTo>
                      <a:pt x="13358" y="2411"/>
                    </a:lnTo>
                    <a:lnTo>
                      <a:pt x="13358" y="2394"/>
                    </a:lnTo>
                    <a:lnTo>
                      <a:pt x="13174" y="2210"/>
                    </a:lnTo>
                    <a:close/>
                    <a:moveTo>
                      <a:pt x="13693" y="2829"/>
                    </a:moveTo>
                    <a:lnTo>
                      <a:pt x="13827" y="3014"/>
                    </a:lnTo>
                    <a:lnTo>
                      <a:pt x="13458" y="3298"/>
                    </a:lnTo>
                    <a:lnTo>
                      <a:pt x="13324" y="3131"/>
                    </a:lnTo>
                    <a:lnTo>
                      <a:pt x="13693" y="2829"/>
                    </a:lnTo>
                    <a:close/>
                    <a:moveTo>
                      <a:pt x="13693" y="2779"/>
                    </a:moveTo>
                    <a:lnTo>
                      <a:pt x="13274" y="3131"/>
                    </a:lnTo>
                    <a:lnTo>
                      <a:pt x="13291" y="3147"/>
                    </a:lnTo>
                    <a:cubicBezTo>
                      <a:pt x="13341" y="3198"/>
                      <a:pt x="13391" y="3265"/>
                      <a:pt x="13442" y="3332"/>
                    </a:cubicBezTo>
                    <a:lnTo>
                      <a:pt x="13458" y="3348"/>
                    </a:lnTo>
                    <a:lnTo>
                      <a:pt x="13877" y="3014"/>
                    </a:lnTo>
                    <a:lnTo>
                      <a:pt x="13860" y="2997"/>
                    </a:lnTo>
                    <a:cubicBezTo>
                      <a:pt x="13810" y="2930"/>
                      <a:pt x="13760" y="2863"/>
                      <a:pt x="13693" y="2796"/>
                    </a:cubicBezTo>
                    <a:lnTo>
                      <a:pt x="13693" y="2779"/>
                    </a:lnTo>
                    <a:close/>
                    <a:moveTo>
                      <a:pt x="14145" y="3449"/>
                    </a:moveTo>
                    <a:lnTo>
                      <a:pt x="14262" y="3633"/>
                    </a:lnTo>
                    <a:lnTo>
                      <a:pt x="13877" y="3884"/>
                    </a:lnTo>
                    <a:lnTo>
                      <a:pt x="13760" y="3717"/>
                    </a:lnTo>
                    <a:lnTo>
                      <a:pt x="14145" y="3449"/>
                    </a:lnTo>
                    <a:close/>
                    <a:moveTo>
                      <a:pt x="14178" y="3399"/>
                    </a:moveTo>
                    <a:lnTo>
                      <a:pt x="13726" y="3700"/>
                    </a:lnTo>
                    <a:lnTo>
                      <a:pt x="13726" y="3717"/>
                    </a:lnTo>
                    <a:cubicBezTo>
                      <a:pt x="13776" y="3783"/>
                      <a:pt x="13827" y="3850"/>
                      <a:pt x="13860" y="3917"/>
                    </a:cubicBezTo>
                    <a:lnTo>
                      <a:pt x="13860" y="3934"/>
                    </a:lnTo>
                    <a:lnTo>
                      <a:pt x="14312" y="3650"/>
                    </a:lnTo>
                    <a:lnTo>
                      <a:pt x="14312" y="3633"/>
                    </a:lnTo>
                    <a:cubicBezTo>
                      <a:pt x="14262" y="3566"/>
                      <a:pt x="14228" y="3499"/>
                      <a:pt x="14178" y="3415"/>
                    </a:cubicBezTo>
                    <a:lnTo>
                      <a:pt x="14178" y="3399"/>
                    </a:lnTo>
                    <a:close/>
                    <a:moveTo>
                      <a:pt x="1172" y="3700"/>
                    </a:moveTo>
                    <a:lnTo>
                      <a:pt x="1574" y="3951"/>
                    </a:lnTo>
                    <a:lnTo>
                      <a:pt x="1474" y="4135"/>
                    </a:lnTo>
                    <a:lnTo>
                      <a:pt x="1055" y="3901"/>
                    </a:lnTo>
                    <a:lnTo>
                      <a:pt x="1172" y="3700"/>
                    </a:lnTo>
                    <a:close/>
                    <a:moveTo>
                      <a:pt x="1139" y="3666"/>
                    </a:moveTo>
                    <a:cubicBezTo>
                      <a:pt x="1089" y="3750"/>
                      <a:pt x="1055" y="3817"/>
                      <a:pt x="1005" y="3901"/>
                    </a:cubicBezTo>
                    <a:lnTo>
                      <a:pt x="1005" y="3917"/>
                    </a:lnTo>
                    <a:lnTo>
                      <a:pt x="1474" y="4185"/>
                    </a:lnTo>
                    <a:lnTo>
                      <a:pt x="1474" y="4168"/>
                    </a:lnTo>
                    <a:lnTo>
                      <a:pt x="1591" y="3951"/>
                    </a:lnTo>
                    <a:lnTo>
                      <a:pt x="1591" y="3934"/>
                    </a:lnTo>
                    <a:lnTo>
                      <a:pt x="1139" y="3666"/>
                    </a:lnTo>
                    <a:close/>
                    <a:moveTo>
                      <a:pt x="14563" y="4118"/>
                    </a:moveTo>
                    <a:cubicBezTo>
                      <a:pt x="14597" y="4185"/>
                      <a:pt x="14630" y="4269"/>
                      <a:pt x="14647" y="4319"/>
                    </a:cubicBezTo>
                    <a:lnTo>
                      <a:pt x="14228" y="4537"/>
                    </a:lnTo>
                    <a:lnTo>
                      <a:pt x="14128" y="4336"/>
                    </a:lnTo>
                    <a:lnTo>
                      <a:pt x="14546" y="4118"/>
                    </a:lnTo>
                    <a:close/>
                    <a:moveTo>
                      <a:pt x="14563" y="4085"/>
                    </a:moveTo>
                    <a:lnTo>
                      <a:pt x="14094" y="4336"/>
                    </a:lnTo>
                    <a:lnTo>
                      <a:pt x="14094" y="4353"/>
                    </a:lnTo>
                    <a:lnTo>
                      <a:pt x="14212" y="4570"/>
                    </a:lnTo>
                    <a:lnTo>
                      <a:pt x="14680" y="4336"/>
                    </a:lnTo>
                    <a:lnTo>
                      <a:pt x="14680" y="4319"/>
                    </a:lnTo>
                    <a:cubicBezTo>
                      <a:pt x="14647" y="4252"/>
                      <a:pt x="14597" y="4168"/>
                      <a:pt x="14563" y="4085"/>
                    </a:cubicBezTo>
                    <a:close/>
                    <a:moveTo>
                      <a:pt x="787" y="4386"/>
                    </a:moveTo>
                    <a:lnTo>
                      <a:pt x="1206" y="4587"/>
                    </a:lnTo>
                    <a:cubicBezTo>
                      <a:pt x="1172" y="4654"/>
                      <a:pt x="1139" y="4721"/>
                      <a:pt x="1105" y="4788"/>
                    </a:cubicBezTo>
                    <a:lnTo>
                      <a:pt x="687" y="4587"/>
                    </a:lnTo>
                    <a:cubicBezTo>
                      <a:pt x="720" y="4520"/>
                      <a:pt x="754" y="4453"/>
                      <a:pt x="787" y="4386"/>
                    </a:cubicBezTo>
                    <a:close/>
                    <a:moveTo>
                      <a:pt x="771" y="4336"/>
                    </a:moveTo>
                    <a:lnTo>
                      <a:pt x="771" y="4353"/>
                    </a:lnTo>
                    <a:cubicBezTo>
                      <a:pt x="737" y="4420"/>
                      <a:pt x="704" y="4487"/>
                      <a:pt x="670" y="4570"/>
                    </a:cubicBezTo>
                    <a:lnTo>
                      <a:pt x="653" y="4604"/>
                    </a:lnTo>
                    <a:lnTo>
                      <a:pt x="653" y="4620"/>
                    </a:lnTo>
                    <a:lnTo>
                      <a:pt x="1139" y="4821"/>
                    </a:lnTo>
                    <a:lnTo>
                      <a:pt x="1139" y="4805"/>
                    </a:lnTo>
                    <a:cubicBezTo>
                      <a:pt x="1172" y="4738"/>
                      <a:pt x="1206" y="4654"/>
                      <a:pt x="1256" y="4587"/>
                    </a:cubicBezTo>
                    <a:lnTo>
                      <a:pt x="1256" y="4570"/>
                    </a:lnTo>
                    <a:lnTo>
                      <a:pt x="771" y="4336"/>
                    </a:lnTo>
                    <a:close/>
                    <a:moveTo>
                      <a:pt x="14881" y="4838"/>
                    </a:moveTo>
                    <a:cubicBezTo>
                      <a:pt x="14915" y="4905"/>
                      <a:pt x="14948" y="4972"/>
                      <a:pt x="14965" y="5056"/>
                    </a:cubicBezTo>
                    <a:lnTo>
                      <a:pt x="14530" y="5223"/>
                    </a:lnTo>
                    <a:cubicBezTo>
                      <a:pt x="14496" y="5139"/>
                      <a:pt x="14463" y="5072"/>
                      <a:pt x="14446" y="5005"/>
                    </a:cubicBezTo>
                    <a:lnTo>
                      <a:pt x="14881" y="4838"/>
                    </a:lnTo>
                    <a:close/>
                    <a:moveTo>
                      <a:pt x="14898" y="4788"/>
                    </a:moveTo>
                    <a:lnTo>
                      <a:pt x="14396" y="4989"/>
                    </a:lnTo>
                    <a:lnTo>
                      <a:pt x="14396" y="5005"/>
                    </a:lnTo>
                    <a:cubicBezTo>
                      <a:pt x="14429" y="5072"/>
                      <a:pt x="14463" y="5156"/>
                      <a:pt x="14496" y="5223"/>
                    </a:cubicBezTo>
                    <a:lnTo>
                      <a:pt x="14496" y="5240"/>
                    </a:lnTo>
                    <a:lnTo>
                      <a:pt x="14998" y="5056"/>
                    </a:lnTo>
                    <a:lnTo>
                      <a:pt x="14998" y="5039"/>
                    </a:lnTo>
                    <a:cubicBezTo>
                      <a:pt x="14965" y="4955"/>
                      <a:pt x="14931" y="4872"/>
                      <a:pt x="14898" y="4788"/>
                    </a:cubicBezTo>
                    <a:close/>
                    <a:moveTo>
                      <a:pt x="486" y="5106"/>
                    </a:moveTo>
                    <a:lnTo>
                      <a:pt x="921" y="5273"/>
                    </a:lnTo>
                    <a:lnTo>
                      <a:pt x="854" y="5457"/>
                    </a:lnTo>
                    <a:lnTo>
                      <a:pt x="402" y="5323"/>
                    </a:lnTo>
                    <a:cubicBezTo>
                      <a:pt x="436" y="5256"/>
                      <a:pt x="452" y="5173"/>
                      <a:pt x="486" y="5106"/>
                    </a:cubicBezTo>
                    <a:close/>
                    <a:moveTo>
                      <a:pt x="469" y="5056"/>
                    </a:moveTo>
                    <a:lnTo>
                      <a:pt x="469" y="5072"/>
                    </a:lnTo>
                    <a:cubicBezTo>
                      <a:pt x="436" y="5156"/>
                      <a:pt x="402" y="5240"/>
                      <a:pt x="386" y="5323"/>
                    </a:cubicBezTo>
                    <a:lnTo>
                      <a:pt x="386" y="5340"/>
                    </a:lnTo>
                    <a:lnTo>
                      <a:pt x="888" y="5508"/>
                    </a:lnTo>
                    <a:lnTo>
                      <a:pt x="888" y="5491"/>
                    </a:lnTo>
                    <a:cubicBezTo>
                      <a:pt x="904" y="5424"/>
                      <a:pt x="938" y="5340"/>
                      <a:pt x="971" y="5256"/>
                    </a:cubicBezTo>
                    <a:lnTo>
                      <a:pt x="469" y="5056"/>
                    </a:lnTo>
                    <a:close/>
                    <a:moveTo>
                      <a:pt x="15149" y="5575"/>
                    </a:moveTo>
                    <a:cubicBezTo>
                      <a:pt x="15166" y="5641"/>
                      <a:pt x="15199" y="5725"/>
                      <a:pt x="15199" y="5792"/>
                    </a:cubicBezTo>
                    <a:lnTo>
                      <a:pt x="14747" y="5909"/>
                    </a:lnTo>
                    <a:cubicBezTo>
                      <a:pt x="14730" y="5842"/>
                      <a:pt x="14714" y="5775"/>
                      <a:pt x="14680" y="5708"/>
                    </a:cubicBezTo>
                    <a:lnTo>
                      <a:pt x="15132" y="5575"/>
                    </a:lnTo>
                    <a:close/>
                    <a:moveTo>
                      <a:pt x="15166" y="5524"/>
                    </a:moveTo>
                    <a:lnTo>
                      <a:pt x="14647" y="5675"/>
                    </a:lnTo>
                    <a:lnTo>
                      <a:pt x="14647" y="5708"/>
                    </a:lnTo>
                    <a:cubicBezTo>
                      <a:pt x="14663" y="5792"/>
                      <a:pt x="14697" y="5876"/>
                      <a:pt x="14714" y="5943"/>
                    </a:cubicBezTo>
                    <a:lnTo>
                      <a:pt x="14714" y="5960"/>
                    </a:lnTo>
                    <a:lnTo>
                      <a:pt x="15233" y="5826"/>
                    </a:lnTo>
                    <a:lnTo>
                      <a:pt x="15233" y="5809"/>
                    </a:lnTo>
                    <a:cubicBezTo>
                      <a:pt x="15216" y="5725"/>
                      <a:pt x="15182" y="5641"/>
                      <a:pt x="15166" y="5558"/>
                    </a:cubicBezTo>
                    <a:lnTo>
                      <a:pt x="15166" y="5524"/>
                    </a:lnTo>
                    <a:close/>
                    <a:moveTo>
                      <a:pt x="252" y="5859"/>
                    </a:moveTo>
                    <a:lnTo>
                      <a:pt x="704" y="5976"/>
                    </a:lnTo>
                    <a:lnTo>
                      <a:pt x="653" y="6177"/>
                    </a:lnTo>
                    <a:lnTo>
                      <a:pt x="201" y="6077"/>
                    </a:lnTo>
                    <a:cubicBezTo>
                      <a:pt x="218" y="6010"/>
                      <a:pt x="235" y="5926"/>
                      <a:pt x="252" y="5859"/>
                    </a:cubicBezTo>
                    <a:close/>
                    <a:moveTo>
                      <a:pt x="235" y="5826"/>
                    </a:moveTo>
                    <a:cubicBezTo>
                      <a:pt x="201" y="5909"/>
                      <a:pt x="185" y="6010"/>
                      <a:pt x="168" y="6093"/>
                    </a:cubicBezTo>
                    <a:lnTo>
                      <a:pt x="168" y="6110"/>
                    </a:lnTo>
                    <a:lnTo>
                      <a:pt x="687" y="6211"/>
                    </a:lnTo>
                    <a:cubicBezTo>
                      <a:pt x="704" y="6127"/>
                      <a:pt x="720" y="6043"/>
                      <a:pt x="754" y="5960"/>
                    </a:cubicBezTo>
                    <a:lnTo>
                      <a:pt x="754" y="5943"/>
                    </a:lnTo>
                    <a:lnTo>
                      <a:pt x="235" y="5826"/>
                    </a:lnTo>
                    <a:close/>
                    <a:moveTo>
                      <a:pt x="101" y="6629"/>
                    </a:moveTo>
                    <a:lnTo>
                      <a:pt x="570" y="6696"/>
                    </a:lnTo>
                    <a:lnTo>
                      <a:pt x="553" y="6696"/>
                    </a:lnTo>
                    <a:cubicBezTo>
                      <a:pt x="553" y="6780"/>
                      <a:pt x="553" y="6830"/>
                      <a:pt x="536" y="6914"/>
                    </a:cubicBezTo>
                    <a:lnTo>
                      <a:pt x="84" y="6847"/>
                    </a:lnTo>
                    <a:cubicBezTo>
                      <a:pt x="84" y="6780"/>
                      <a:pt x="101" y="6696"/>
                      <a:pt x="101" y="6629"/>
                    </a:cubicBezTo>
                    <a:close/>
                    <a:moveTo>
                      <a:pt x="84" y="6579"/>
                    </a:moveTo>
                    <a:lnTo>
                      <a:pt x="84" y="6596"/>
                    </a:lnTo>
                    <a:cubicBezTo>
                      <a:pt x="67" y="6696"/>
                      <a:pt x="51" y="6780"/>
                      <a:pt x="51" y="6863"/>
                    </a:cubicBezTo>
                    <a:lnTo>
                      <a:pt x="51" y="6880"/>
                    </a:lnTo>
                    <a:lnTo>
                      <a:pt x="570" y="6947"/>
                    </a:lnTo>
                    <a:lnTo>
                      <a:pt x="570" y="6930"/>
                    </a:lnTo>
                    <a:cubicBezTo>
                      <a:pt x="586" y="6847"/>
                      <a:pt x="603" y="6763"/>
                      <a:pt x="603" y="6679"/>
                    </a:cubicBezTo>
                    <a:lnTo>
                      <a:pt x="603" y="6663"/>
                    </a:lnTo>
                    <a:lnTo>
                      <a:pt x="84" y="6579"/>
                    </a:lnTo>
                    <a:close/>
                    <a:moveTo>
                      <a:pt x="17" y="7399"/>
                    </a:moveTo>
                    <a:lnTo>
                      <a:pt x="486" y="7431"/>
                    </a:lnTo>
                    <a:lnTo>
                      <a:pt x="486" y="7431"/>
                    </a:lnTo>
                    <a:cubicBezTo>
                      <a:pt x="486" y="7508"/>
                      <a:pt x="486" y="7571"/>
                      <a:pt x="486" y="7633"/>
                    </a:cubicBezTo>
                    <a:lnTo>
                      <a:pt x="17" y="7633"/>
                    </a:lnTo>
                    <a:lnTo>
                      <a:pt x="17" y="7399"/>
                    </a:lnTo>
                    <a:close/>
                    <a:moveTo>
                      <a:pt x="1" y="7366"/>
                    </a:moveTo>
                    <a:lnTo>
                      <a:pt x="1" y="7382"/>
                    </a:lnTo>
                    <a:lnTo>
                      <a:pt x="1" y="7650"/>
                    </a:lnTo>
                    <a:lnTo>
                      <a:pt x="1" y="7667"/>
                    </a:lnTo>
                    <a:lnTo>
                      <a:pt x="536" y="7667"/>
                    </a:lnTo>
                    <a:lnTo>
                      <a:pt x="536" y="7650"/>
                    </a:lnTo>
                    <a:lnTo>
                      <a:pt x="536" y="7399"/>
                    </a:lnTo>
                    <a:lnTo>
                      <a:pt x="1" y="7366"/>
                    </a:lnTo>
                    <a:close/>
                    <a:moveTo>
                      <a:pt x="486" y="8153"/>
                    </a:moveTo>
                    <a:lnTo>
                      <a:pt x="486" y="8153"/>
                    </a:lnTo>
                    <a:cubicBezTo>
                      <a:pt x="503" y="8237"/>
                      <a:pt x="503" y="8303"/>
                      <a:pt x="519" y="8370"/>
                    </a:cubicBezTo>
                    <a:lnTo>
                      <a:pt x="51" y="8403"/>
                    </a:lnTo>
                    <a:cubicBezTo>
                      <a:pt x="34" y="8336"/>
                      <a:pt x="34" y="8253"/>
                      <a:pt x="34" y="8186"/>
                    </a:cubicBezTo>
                    <a:lnTo>
                      <a:pt x="486" y="8153"/>
                    </a:lnTo>
                    <a:close/>
                    <a:moveTo>
                      <a:pt x="536" y="8136"/>
                    </a:moveTo>
                    <a:lnTo>
                      <a:pt x="1" y="8152"/>
                    </a:lnTo>
                    <a:lnTo>
                      <a:pt x="1" y="8169"/>
                    </a:lnTo>
                    <a:cubicBezTo>
                      <a:pt x="1" y="8253"/>
                      <a:pt x="17" y="8353"/>
                      <a:pt x="17" y="8437"/>
                    </a:cubicBezTo>
                    <a:lnTo>
                      <a:pt x="17" y="8454"/>
                    </a:lnTo>
                    <a:lnTo>
                      <a:pt x="553" y="8403"/>
                    </a:lnTo>
                    <a:lnTo>
                      <a:pt x="553" y="8387"/>
                    </a:lnTo>
                    <a:cubicBezTo>
                      <a:pt x="536" y="8303"/>
                      <a:pt x="536" y="8219"/>
                      <a:pt x="536" y="8136"/>
                    </a:cubicBezTo>
                    <a:close/>
                    <a:moveTo>
                      <a:pt x="570" y="8891"/>
                    </a:moveTo>
                    <a:cubicBezTo>
                      <a:pt x="586" y="8957"/>
                      <a:pt x="587" y="9023"/>
                      <a:pt x="620" y="9090"/>
                    </a:cubicBezTo>
                    <a:lnTo>
                      <a:pt x="168" y="9190"/>
                    </a:lnTo>
                    <a:cubicBezTo>
                      <a:pt x="151" y="9106"/>
                      <a:pt x="134" y="9039"/>
                      <a:pt x="118" y="8956"/>
                    </a:cubicBezTo>
                    <a:lnTo>
                      <a:pt x="570" y="8891"/>
                    </a:lnTo>
                    <a:close/>
                    <a:moveTo>
                      <a:pt x="620" y="8855"/>
                    </a:moveTo>
                    <a:lnTo>
                      <a:pt x="84" y="8939"/>
                    </a:lnTo>
                    <a:cubicBezTo>
                      <a:pt x="101" y="9039"/>
                      <a:pt x="118" y="9123"/>
                      <a:pt x="134" y="9207"/>
                    </a:cubicBezTo>
                    <a:lnTo>
                      <a:pt x="134" y="9224"/>
                    </a:lnTo>
                    <a:lnTo>
                      <a:pt x="653" y="9123"/>
                    </a:lnTo>
                    <a:lnTo>
                      <a:pt x="653" y="9106"/>
                    </a:lnTo>
                    <a:cubicBezTo>
                      <a:pt x="637" y="9023"/>
                      <a:pt x="620" y="8939"/>
                      <a:pt x="620" y="8872"/>
                    </a:cubicBezTo>
                    <a:lnTo>
                      <a:pt x="620" y="8855"/>
                    </a:lnTo>
                    <a:close/>
                    <a:moveTo>
                      <a:pt x="14814" y="9357"/>
                    </a:moveTo>
                    <a:lnTo>
                      <a:pt x="15279" y="9474"/>
                    </a:lnTo>
                    <a:lnTo>
                      <a:pt x="15279" y="9474"/>
                    </a:lnTo>
                    <a:cubicBezTo>
                      <a:pt x="15263" y="9538"/>
                      <a:pt x="15247" y="9615"/>
                      <a:pt x="15216" y="9692"/>
                    </a:cubicBezTo>
                    <a:lnTo>
                      <a:pt x="14764" y="9575"/>
                    </a:lnTo>
                    <a:cubicBezTo>
                      <a:pt x="14781" y="9508"/>
                      <a:pt x="14797" y="9441"/>
                      <a:pt x="14814" y="9357"/>
                    </a:cubicBezTo>
                    <a:close/>
                    <a:moveTo>
                      <a:pt x="14797" y="9324"/>
                    </a:moveTo>
                    <a:lnTo>
                      <a:pt x="14797" y="9341"/>
                    </a:lnTo>
                    <a:cubicBezTo>
                      <a:pt x="14781" y="9424"/>
                      <a:pt x="14764" y="9508"/>
                      <a:pt x="14730" y="9575"/>
                    </a:cubicBezTo>
                    <a:lnTo>
                      <a:pt x="14730" y="9592"/>
                    </a:lnTo>
                    <a:lnTo>
                      <a:pt x="15249" y="9726"/>
                    </a:lnTo>
                    <a:lnTo>
                      <a:pt x="15249" y="9709"/>
                    </a:lnTo>
                    <a:cubicBezTo>
                      <a:pt x="15283" y="9625"/>
                      <a:pt x="15300" y="9542"/>
                      <a:pt x="15316" y="9458"/>
                    </a:cubicBezTo>
                    <a:lnTo>
                      <a:pt x="15316" y="9441"/>
                    </a:lnTo>
                    <a:lnTo>
                      <a:pt x="14797" y="9324"/>
                    </a:lnTo>
                    <a:close/>
                    <a:moveTo>
                      <a:pt x="720" y="9609"/>
                    </a:moveTo>
                    <a:cubicBezTo>
                      <a:pt x="737" y="9675"/>
                      <a:pt x="754" y="9742"/>
                      <a:pt x="787" y="9809"/>
                    </a:cubicBezTo>
                    <a:lnTo>
                      <a:pt x="335" y="9943"/>
                    </a:lnTo>
                    <a:cubicBezTo>
                      <a:pt x="302" y="9876"/>
                      <a:pt x="285" y="9793"/>
                      <a:pt x="268" y="9726"/>
                    </a:cubicBezTo>
                    <a:lnTo>
                      <a:pt x="720" y="9609"/>
                    </a:lnTo>
                    <a:close/>
                    <a:moveTo>
                      <a:pt x="737" y="9575"/>
                    </a:moveTo>
                    <a:lnTo>
                      <a:pt x="235" y="9709"/>
                    </a:lnTo>
                    <a:lnTo>
                      <a:pt x="218" y="9726"/>
                    </a:lnTo>
                    <a:cubicBezTo>
                      <a:pt x="252" y="9793"/>
                      <a:pt x="268" y="9876"/>
                      <a:pt x="302" y="9960"/>
                    </a:cubicBezTo>
                    <a:lnTo>
                      <a:pt x="302" y="9993"/>
                    </a:lnTo>
                    <a:lnTo>
                      <a:pt x="804" y="9826"/>
                    </a:lnTo>
                    <a:lnTo>
                      <a:pt x="804" y="9809"/>
                    </a:lnTo>
                    <a:cubicBezTo>
                      <a:pt x="787" y="9742"/>
                      <a:pt x="771" y="9659"/>
                      <a:pt x="737" y="9575"/>
                    </a:cubicBezTo>
                    <a:close/>
                    <a:moveTo>
                      <a:pt x="14613" y="10077"/>
                    </a:moveTo>
                    <a:lnTo>
                      <a:pt x="15065" y="10228"/>
                    </a:lnTo>
                    <a:lnTo>
                      <a:pt x="14982" y="10445"/>
                    </a:lnTo>
                    <a:lnTo>
                      <a:pt x="14546" y="10278"/>
                    </a:lnTo>
                    <a:cubicBezTo>
                      <a:pt x="14580" y="10211"/>
                      <a:pt x="14597" y="10144"/>
                      <a:pt x="14613" y="10077"/>
                    </a:cubicBezTo>
                    <a:close/>
                    <a:moveTo>
                      <a:pt x="14597" y="10027"/>
                    </a:moveTo>
                    <a:lnTo>
                      <a:pt x="14597" y="10044"/>
                    </a:lnTo>
                    <a:lnTo>
                      <a:pt x="14513" y="10278"/>
                    </a:lnTo>
                    <a:lnTo>
                      <a:pt x="14513" y="10295"/>
                    </a:lnTo>
                    <a:lnTo>
                      <a:pt x="15015" y="10479"/>
                    </a:lnTo>
                    <a:lnTo>
                      <a:pt x="15015" y="10462"/>
                    </a:lnTo>
                    <a:cubicBezTo>
                      <a:pt x="15048" y="10378"/>
                      <a:pt x="15082" y="10295"/>
                      <a:pt x="15099" y="10211"/>
                    </a:cubicBezTo>
                    <a:lnTo>
                      <a:pt x="15099" y="10194"/>
                    </a:lnTo>
                    <a:lnTo>
                      <a:pt x="14597" y="10027"/>
                    </a:lnTo>
                    <a:close/>
                    <a:moveTo>
                      <a:pt x="14362" y="10747"/>
                    </a:moveTo>
                    <a:lnTo>
                      <a:pt x="14781" y="10948"/>
                    </a:lnTo>
                    <a:cubicBezTo>
                      <a:pt x="14747" y="11015"/>
                      <a:pt x="14714" y="11082"/>
                      <a:pt x="14680" y="11148"/>
                    </a:cubicBezTo>
                    <a:lnTo>
                      <a:pt x="14262" y="10948"/>
                    </a:lnTo>
                    <a:cubicBezTo>
                      <a:pt x="14295" y="10881"/>
                      <a:pt x="14329" y="10814"/>
                      <a:pt x="14362" y="10763"/>
                    </a:cubicBezTo>
                    <a:lnTo>
                      <a:pt x="14362" y="10747"/>
                    </a:lnTo>
                    <a:close/>
                    <a:moveTo>
                      <a:pt x="14329" y="10713"/>
                    </a:moveTo>
                    <a:lnTo>
                      <a:pt x="14329" y="10730"/>
                    </a:lnTo>
                    <a:cubicBezTo>
                      <a:pt x="14295" y="10797"/>
                      <a:pt x="14262" y="10881"/>
                      <a:pt x="14228" y="10948"/>
                    </a:cubicBezTo>
                    <a:lnTo>
                      <a:pt x="14228" y="10964"/>
                    </a:lnTo>
                    <a:lnTo>
                      <a:pt x="14714" y="11199"/>
                    </a:lnTo>
                    <a:lnTo>
                      <a:pt x="14714" y="11182"/>
                    </a:lnTo>
                    <a:cubicBezTo>
                      <a:pt x="14747" y="11098"/>
                      <a:pt x="14781" y="11015"/>
                      <a:pt x="14814" y="10948"/>
                    </a:cubicBezTo>
                    <a:lnTo>
                      <a:pt x="14814" y="10931"/>
                    </a:lnTo>
                    <a:lnTo>
                      <a:pt x="14329" y="10713"/>
                    </a:lnTo>
                    <a:close/>
                    <a:moveTo>
                      <a:pt x="14011" y="11416"/>
                    </a:moveTo>
                    <a:lnTo>
                      <a:pt x="14412" y="11651"/>
                    </a:lnTo>
                    <a:cubicBezTo>
                      <a:pt x="14379" y="11718"/>
                      <a:pt x="14345" y="11785"/>
                      <a:pt x="14295" y="11851"/>
                    </a:cubicBezTo>
                    <a:lnTo>
                      <a:pt x="13910" y="11600"/>
                    </a:lnTo>
                    <a:cubicBezTo>
                      <a:pt x="13944" y="11533"/>
                      <a:pt x="13977" y="11466"/>
                      <a:pt x="14011" y="11416"/>
                    </a:cubicBezTo>
                    <a:close/>
                    <a:moveTo>
                      <a:pt x="13977" y="11366"/>
                    </a:moveTo>
                    <a:lnTo>
                      <a:pt x="13977" y="11383"/>
                    </a:lnTo>
                    <a:cubicBezTo>
                      <a:pt x="13944" y="11450"/>
                      <a:pt x="13910" y="11517"/>
                      <a:pt x="13860" y="11584"/>
                    </a:cubicBezTo>
                    <a:lnTo>
                      <a:pt x="13860" y="11600"/>
                    </a:lnTo>
                    <a:lnTo>
                      <a:pt x="14312" y="11885"/>
                    </a:lnTo>
                    <a:lnTo>
                      <a:pt x="14312" y="11868"/>
                    </a:lnTo>
                    <a:lnTo>
                      <a:pt x="14446" y="11651"/>
                    </a:lnTo>
                    <a:lnTo>
                      <a:pt x="14446" y="11634"/>
                    </a:lnTo>
                    <a:lnTo>
                      <a:pt x="13977" y="11366"/>
                    </a:lnTo>
                    <a:close/>
                    <a:moveTo>
                      <a:pt x="13609" y="12036"/>
                    </a:moveTo>
                    <a:lnTo>
                      <a:pt x="13994" y="12303"/>
                    </a:lnTo>
                    <a:lnTo>
                      <a:pt x="13860" y="12488"/>
                    </a:lnTo>
                    <a:lnTo>
                      <a:pt x="13492" y="12203"/>
                    </a:lnTo>
                    <a:cubicBezTo>
                      <a:pt x="13525" y="12136"/>
                      <a:pt x="13575" y="12086"/>
                      <a:pt x="13609" y="12036"/>
                    </a:cubicBezTo>
                    <a:close/>
                    <a:moveTo>
                      <a:pt x="13592" y="11985"/>
                    </a:moveTo>
                    <a:lnTo>
                      <a:pt x="13592" y="12002"/>
                    </a:lnTo>
                    <a:lnTo>
                      <a:pt x="13458" y="12186"/>
                    </a:lnTo>
                    <a:lnTo>
                      <a:pt x="13442" y="12203"/>
                    </a:lnTo>
                    <a:lnTo>
                      <a:pt x="13860" y="12538"/>
                    </a:lnTo>
                    <a:lnTo>
                      <a:pt x="13877" y="12521"/>
                    </a:lnTo>
                    <a:cubicBezTo>
                      <a:pt x="13927" y="12454"/>
                      <a:pt x="13977" y="12387"/>
                      <a:pt x="14027" y="12303"/>
                    </a:cubicBezTo>
                    <a:lnTo>
                      <a:pt x="13592" y="11985"/>
                    </a:lnTo>
                    <a:close/>
                    <a:moveTo>
                      <a:pt x="2009" y="12220"/>
                    </a:moveTo>
                    <a:cubicBezTo>
                      <a:pt x="2059" y="12287"/>
                      <a:pt x="2110" y="12337"/>
                      <a:pt x="2143" y="12387"/>
                    </a:cubicBezTo>
                    <a:lnTo>
                      <a:pt x="1775" y="12688"/>
                    </a:lnTo>
                    <a:lnTo>
                      <a:pt x="1641" y="12521"/>
                    </a:lnTo>
                    <a:lnTo>
                      <a:pt x="2009" y="12220"/>
                    </a:lnTo>
                    <a:close/>
                    <a:moveTo>
                      <a:pt x="2009" y="12186"/>
                    </a:moveTo>
                    <a:lnTo>
                      <a:pt x="1591" y="12504"/>
                    </a:lnTo>
                    <a:lnTo>
                      <a:pt x="1591" y="12521"/>
                    </a:lnTo>
                    <a:cubicBezTo>
                      <a:pt x="1641" y="12588"/>
                      <a:pt x="1691" y="12655"/>
                      <a:pt x="1758" y="12722"/>
                    </a:cubicBezTo>
                    <a:lnTo>
                      <a:pt x="1758" y="12739"/>
                    </a:lnTo>
                    <a:lnTo>
                      <a:pt x="2177" y="12404"/>
                    </a:lnTo>
                    <a:lnTo>
                      <a:pt x="2177" y="12387"/>
                    </a:lnTo>
                    <a:cubicBezTo>
                      <a:pt x="2126" y="12320"/>
                      <a:pt x="2076" y="12253"/>
                      <a:pt x="2026" y="12186"/>
                    </a:cubicBezTo>
                    <a:close/>
                    <a:moveTo>
                      <a:pt x="13157" y="12605"/>
                    </a:moveTo>
                    <a:lnTo>
                      <a:pt x="13509" y="12906"/>
                    </a:lnTo>
                    <a:cubicBezTo>
                      <a:pt x="13458" y="12973"/>
                      <a:pt x="13408" y="13023"/>
                      <a:pt x="13358" y="13073"/>
                    </a:cubicBezTo>
                    <a:lnTo>
                      <a:pt x="13006" y="12755"/>
                    </a:lnTo>
                    <a:cubicBezTo>
                      <a:pt x="13057" y="12705"/>
                      <a:pt x="13107" y="12655"/>
                      <a:pt x="13157" y="12605"/>
                    </a:cubicBezTo>
                    <a:close/>
                    <a:moveTo>
                      <a:pt x="13140" y="12554"/>
                    </a:moveTo>
                    <a:lnTo>
                      <a:pt x="13140" y="12571"/>
                    </a:lnTo>
                    <a:cubicBezTo>
                      <a:pt x="13090" y="12621"/>
                      <a:pt x="13023" y="12688"/>
                      <a:pt x="12973" y="12755"/>
                    </a:cubicBezTo>
                    <a:lnTo>
                      <a:pt x="12956" y="12755"/>
                    </a:lnTo>
                    <a:lnTo>
                      <a:pt x="13358" y="13107"/>
                    </a:lnTo>
                    <a:cubicBezTo>
                      <a:pt x="13425" y="13040"/>
                      <a:pt x="13475" y="12973"/>
                      <a:pt x="13542" y="12906"/>
                    </a:cubicBezTo>
                    <a:lnTo>
                      <a:pt x="13140" y="12554"/>
                    </a:lnTo>
                    <a:close/>
                    <a:moveTo>
                      <a:pt x="2511" y="12772"/>
                    </a:moveTo>
                    <a:lnTo>
                      <a:pt x="2645" y="12923"/>
                    </a:lnTo>
                    <a:lnTo>
                      <a:pt x="2327" y="13274"/>
                    </a:lnTo>
                    <a:lnTo>
                      <a:pt x="2160" y="13107"/>
                    </a:lnTo>
                    <a:lnTo>
                      <a:pt x="2511" y="12772"/>
                    </a:lnTo>
                    <a:close/>
                    <a:moveTo>
                      <a:pt x="2511" y="12739"/>
                    </a:moveTo>
                    <a:lnTo>
                      <a:pt x="2110" y="13107"/>
                    </a:lnTo>
                    <a:lnTo>
                      <a:pt x="2126" y="13107"/>
                    </a:lnTo>
                    <a:cubicBezTo>
                      <a:pt x="2177" y="13174"/>
                      <a:pt x="2243" y="13224"/>
                      <a:pt x="2294" y="13291"/>
                    </a:cubicBezTo>
                    <a:lnTo>
                      <a:pt x="2310" y="13308"/>
                    </a:lnTo>
                    <a:lnTo>
                      <a:pt x="2695" y="12923"/>
                    </a:lnTo>
                    <a:lnTo>
                      <a:pt x="2679" y="12923"/>
                    </a:lnTo>
                    <a:lnTo>
                      <a:pt x="2511" y="12739"/>
                    </a:lnTo>
                    <a:close/>
                    <a:moveTo>
                      <a:pt x="12638" y="13124"/>
                    </a:moveTo>
                    <a:lnTo>
                      <a:pt x="12956" y="13475"/>
                    </a:lnTo>
                    <a:lnTo>
                      <a:pt x="12789" y="13626"/>
                    </a:lnTo>
                    <a:lnTo>
                      <a:pt x="12487" y="13258"/>
                    </a:lnTo>
                    <a:lnTo>
                      <a:pt x="12638" y="13124"/>
                    </a:lnTo>
                    <a:close/>
                    <a:moveTo>
                      <a:pt x="12621" y="13107"/>
                    </a:moveTo>
                    <a:cubicBezTo>
                      <a:pt x="12571" y="13157"/>
                      <a:pt x="12504" y="13207"/>
                      <a:pt x="12437" y="13258"/>
                    </a:cubicBezTo>
                    <a:lnTo>
                      <a:pt x="12772" y="13676"/>
                    </a:lnTo>
                    <a:lnTo>
                      <a:pt x="12789" y="13659"/>
                    </a:lnTo>
                    <a:cubicBezTo>
                      <a:pt x="12856" y="13609"/>
                      <a:pt x="12923" y="13559"/>
                      <a:pt x="12990" y="13492"/>
                    </a:cubicBezTo>
                    <a:lnTo>
                      <a:pt x="13006" y="13492"/>
                    </a:lnTo>
                    <a:lnTo>
                      <a:pt x="12638" y="13107"/>
                    </a:lnTo>
                    <a:close/>
                    <a:moveTo>
                      <a:pt x="12069" y="13592"/>
                    </a:moveTo>
                    <a:lnTo>
                      <a:pt x="12354" y="13961"/>
                    </a:lnTo>
                    <a:lnTo>
                      <a:pt x="12169" y="14094"/>
                    </a:lnTo>
                    <a:lnTo>
                      <a:pt x="11902" y="13709"/>
                    </a:lnTo>
                    <a:lnTo>
                      <a:pt x="12069" y="13592"/>
                    </a:lnTo>
                    <a:close/>
                    <a:moveTo>
                      <a:pt x="12086" y="13559"/>
                    </a:moveTo>
                    <a:lnTo>
                      <a:pt x="11868" y="13709"/>
                    </a:lnTo>
                    <a:lnTo>
                      <a:pt x="12186" y="14145"/>
                    </a:lnTo>
                    <a:cubicBezTo>
                      <a:pt x="12270" y="14094"/>
                      <a:pt x="12337" y="14027"/>
                      <a:pt x="12404" y="13977"/>
                    </a:cubicBezTo>
                    <a:lnTo>
                      <a:pt x="12421" y="13977"/>
                    </a:lnTo>
                    <a:lnTo>
                      <a:pt x="12102" y="13559"/>
                    </a:lnTo>
                    <a:close/>
                    <a:moveTo>
                      <a:pt x="11466" y="13994"/>
                    </a:moveTo>
                    <a:lnTo>
                      <a:pt x="11718" y="14412"/>
                    </a:lnTo>
                    <a:cubicBezTo>
                      <a:pt x="11651" y="14446"/>
                      <a:pt x="11584" y="14496"/>
                      <a:pt x="11517" y="14530"/>
                    </a:cubicBezTo>
                    <a:lnTo>
                      <a:pt x="11282" y="14111"/>
                    </a:lnTo>
                    <a:lnTo>
                      <a:pt x="11466" y="13994"/>
                    </a:lnTo>
                    <a:close/>
                    <a:moveTo>
                      <a:pt x="11466" y="13977"/>
                    </a:moveTo>
                    <a:lnTo>
                      <a:pt x="11249" y="14094"/>
                    </a:lnTo>
                    <a:lnTo>
                      <a:pt x="11232" y="14094"/>
                    </a:lnTo>
                    <a:lnTo>
                      <a:pt x="11500" y="14563"/>
                    </a:lnTo>
                    <a:lnTo>
                      <a:pt x="11517" y="14563"/>
                    </a:lnTo>
                    <a:lnTo>
                      <a:pt x="11734" y="14429"/>
                    </a:lnTo>
                    <a:lnTo>
                      <a:pt x="11751" y="14429"/>
                    </a:lnTo>
                    <a:lnTo>
                      <a:pt x="11483" y="13977"/>
                    </a:lnTo>
                    <a:close/>
                    <a:moveTo>
                      <a:pt x="4905" y="14446"/>
                    </a:moveTo>
                    <a:lnTo>
                      <a:pt x="5106" y="14530"/>
                    </a:lnTo>
                    <a:lnTo>
                      <a:pt x="4922" y="14965"/>
                    </a:lnTo>
                    <a:cubicBezTo>
                      <a:pt x="4855" y="14931"/>
                      <a:pt x="4788" y="14915"/>
                      <a:pt x="4721" y="14881"/>
                    </a:cubicBezTo>
                    <a:lnTo>
                      <a:pt x="4905" y="14446"/>
                    </a:lnTo>
                    <a:close/>
                    <a:moveTo>
                      <a:pt x="4888" y="14412"/>
                    </a:moveTo>
                    <a:lnTo>
                      <a:pt x="4687" y="14898"/>
                    </a:lnTo>
                    <a:lnTo>
                      <a:pt x="4938" y="14998"/>
                    </a:lnTo>
                    <a:lnTo>
                      <a:pt x="4955" y="14998"/>
                    </a:lnTo>
                    <a:lnTo>
                      <a:pt x="5139" y="14496"/>
                    </a:lnTo>
                    <a:lnTo>
                      <a:pt x="4905" y="14412"/>
                    </a:lnTo>
                    <a:close/>
                    <a:moveTo>
                      <a:pt x="5591" y="14697"/>
                    </a:moveTo>
                    <a:lnTo>
                      <a:pt x="5792" y="14747"/>
                    </a:lnTo>
                    <a:lnTo>
                      <a:pt x="5658" y="15199"/>
                    </a:lnTo>
                    <a:cubicBezTo>
                      <a:pt x="5591" y="15182"/>
                      <a:pt x="5524" y="15166"/>
                      <a:pt x="5441" y="15149"/>
                    </a:cubicBezTo>
                    <a:lnTo>
                      <a:pt x="5591" y="14697"/>
                    </a:lnTo>
                    <a:close/>
                    <a:moveTo>
                      <a:pt x="5574" y="14647"/>
                    </a:moveTo>
                    <a:lnTo>
                      <a:pt x="5407" y="15166"/>
                    </a:lnTo>
                    <a:lnTo>
                      <a:pt x="5424" y="15166"/>
                    </a:lnTo>
                    <a:lnTo>
                      <a:pt x="5675" y="15233"/>
                    </a:lnTo>
                    <a:lnTo>
                      <a:pt x="5692" y="15233"/>
                    </a:lnTo>
                    <a:lnTo>
                      <a:pt x="5826" y="14731"/>
                    </a:lnTo>
                    <a:lnTo>
                      <a:pt x="5809" y="14731"/>
                    </a:lnTo>
                    <a:lnTo>
                      <a:pt x="5574" y="14647"/>
                    </a:lnTo>
                    <a:close/>
                    <a:moveTo>
                      <a:pt x="6311" y="14881"/>
                    </a:moveTo>
                    <a:lnTo>
                      <a:pt x="6512" y="14915"/>
                    </a:lnTo>
                    <a:lnTo>
                      <a:pt x="6445" y="15383"/>
                    </a:lnTo>
                    <a:cubicBezTo>
                      <a:pt x="6361" y="15367"/>
                      <a:pt x="6294" y="15350"/>
                      <a:pt x="6211" y="15333"/>
                    </a:cubicBezTo>
                    <a:lnTo>
                      <a:pt x="6311" y="14881"/>
                    </a:lnTo>
                    <a:close/>
                    <a:moveTo>
                      <a:pt x="6277" y="14831"/>
                    </a:moveTo>
                    <a:lnTo>
                      <a:pt x="6177" y="15367"/>
                    </a:lnTo>
                    <a:lnTo>
                      <a:pt x="6194" y="15367"/>
                    </a:lnTo>
                    <a:lnTo>
                      <a:pt x="6445" y="15400"/>
                    </a:lnTo>
                    <a:lnTo>
                      <a:pt x="6462" y="15400"/>
                    </a:lnTo>
                    <a:lnTo>
                      <a:pt x="6562" y="14881"/>
                    </a:lnTo>
                    <a:lnTo>
                      <a:pt x="6545" y="14881"/>
                    </a:lnTo>
                    <a:cubicBezTo>
                      <a:pt x="6462" y="14864"/>
                      <a:pt x="6378" y="14848"/>
                      <a:pt x="6294" y="14831"/>
                    </a:cubicBezTo>
                    <a:close/>
                    <a:moveTo>
                      <a:pt x="8705" y="14965"/>
                    </a:moveTo>
                    <a:lnTo>
                      <a:pt x="8772" y="15417"/>
                    </a:lnTo>
                    <a:cubicBezTo>
                      <a:pt x="8688" y="15434"/>
                      <a:pt x="8621" y="15450"/>
                      <a:pt x="8537" y="15450"/>
                    </a:cubicBezTo>
                    <a:lnTo>
                      <a:pt x="8487" y="14982"/>
                    </a:lnTo>
                    <a:lnTo>
                      <a:pt x="8705" y="14965"/>
                    </a:lnTo>
                    <a:close/>
                    <a:moveTo>
                      <a:pt x="7047" y="14982"/>
                    </a:moveTo>
                    <a:lnTo>
                      <a:pt x="7248" y="14998"/>
                    </a:lnTo>
                    <a:lnTo>
                      <a:pt x="7215" y="15467"/>
                    </a:lnTo>
                    <a:cubicBezTo>
                      <a:pt x="7148" y="15467"/>
                      <a:pt x="7064" y="15450"/>
                      <a:pt x="6997" y="15450"/>
                    </a:cubicBezTo>
                    <a:lnTo>
                      <a:pt x="7047" y="14982"/>
                    </a:lnTo>
                    <a:close/>
                    <a:moveTo>
                      <a:pt x="7985" y="15015"/>
                    </a:moveTo>
                    <a:lnTo>
                      <a:pt x="8002" y="15484"/>
                    </a:lnTo>
                    <a:lnTo>
                      <a:pt x="7767" y="15484"/>
                    </a:lnTo>
                    <a:lnTo>
                      <a:pt x="7767" y="15015"/>
                    </a:lnTo>
                    <a:close/>
                    <a:moveTo>
                      <a:pt x="8705" y="14931"/>
                    </a:moveTo>
                    <a:cubicBezTo>
                      <a:pt x="8638" y="14948"/>
                      <a:pt x="8554" y="14965"/>
                      <a:pt x="8470" y="14965"/>
                    </a:cubicBezTo>
                    <a:lnTo>
                      <a:pt x="8453" y="14965"/>
                    </a:lnTo>
                    <a:lnTo>
                      <a:pt x="8504" y="15484"/>
                    </a:lnTo>
                    <a:lnTo>
                      <a:pt x="8520" y="15484"/>
                    </a:lnTo>
                    <a:cubicBezTo>
                      <a:pt x="8604" y="15484"/>
                      <a:pt x="8705" y="15467"/>
                      <a:pt x="8788" y="15467"/>
                    </a:cubicBezTo>
                    <a:lnTo>
                      <a:pt x="8805" y="15467"/>
                    </a:lnTo>
                    <a:lnTo>
                      <a:pt x="8721" y="14931"/>
                    </a:lnTo>
                    <a:close/>
                    <a:moveTo>
                      <a:pt x="7014" y="14948"/>
                    </a:moveTo>
                    <a:lnTo>
                      <a:pt x="6947" y="15484"/>
                    </a:lnTo>
                    <a:lnTo>
                      <a:pt x="6964" y="15484"/>
                    </a:lnTo>
                    <a:lnTo>
                      <a:pt x="7232" y="15500"/>
                    </a:lnTo>
                    <a:lnTo>
                      <a:pt x="7248" y="15500"/>
                    </a:lnTo>
                    <a:lnTo>
                      <a:pt x="7282" y="14965"/>
                    </a:lnTo>
                    <a:lnTo>
                      <a:pt x="7265" y="14965"/>
                    </a:lnTo>
                    <a:cubicBezTo>
                      <a:pt x="7181" y="14965"/>
                      <a:pt x="7098" y="14948"/>
                      <a:pt x="7031" y="14948"/>
                    </a:cubicBezTo>
                    <a:close/>
                    <a:moveTo>
                      <a:pt x="7734" y="14982"/>
                    </a:moveTo>
                    <a:lnTo>
                      <a:pt x="7734" y="15517"/>
                    </a:lnTo>
                    <a:lnTo>
                      <a:pt x="8035" y="15517"/>
                    </a:lnTo>
                    <a:lnTo>
                      <a:pt x="8002" y="14982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23"/>
          <p:cNvSpPr txBox="1">
            <a:spLocks noGrp="1"/>
          </p:cNvSpPr>
          <p:nvPr>
            <p:ph type="subTitle" idx="1"/>
          </p:nvPr>
        </p:nvSpPr>
        <p:spPr>
          <a:xfrm>
            <a:off x="719999" y="3248935"/>
            <a:ext cx="22467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1" name="Google Shape;701;p23"/>
          <p:cNvSpPr txBox="1">
            <a:spLocks noGrp="1"/>
          </p:cNvSpPr>
          <p:nvPr>
            <p:ph type="subTitle" idx="2"/>
          </p:nvPr>
        </p:nvSpPr>
        <p:spPr>
          <a:xfrm>
            <a:off x="720000" y="3611585"/>
            <a:ext cx="22467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23"/>
          <p:cNvSpPr txBox="1">
            <a:spLocks noGrp="1"/>
          </p:cNvSpPr>
          <p:nvPr>
            <p:ph type="subTitle" idx="3"/>
          </p:nvPr>
        </p:nvSpPr>
        <p:spPr>
          <a:xfrm>
            <a:off x="3448649" y="3248935"/>
            <a:ext cx="22467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3" name="Google Shape;703;p23"/>
          <p:cNvSpPr txBox="1">
            <a:spLocks noGrp="1"/>
          </p:cNvSpPr>
          <p:nvPr>
            <p:ph type="subTitle" idx="4"/>
          </p:nvPr>
        </p:nvSpPr>
        <p:spPr>
          <a:xfrm>
            <a:off x="3448650" y="3611585"/>
            <a:ext cx="22467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23"/>
          <p:cNvSpPr txBox="1">
            <a:spLocks noGrp="1"/>
          </p:cNvSpPr>
          <p:nvPr>
            <p:ph type="subTitle" idx="5"/>
          </p:nvPr>
        </p:nvSpPr>
        <p:spPr>
          <a:xfrm>
            <a:off x="6177299" y="3248935"/>
            <a:ext cx="22467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5" name="Google Shape;705;p23"/>
          <p:cNvSpPr txBox="1">
            <a:spLocks noGrp="1"/>
          </p:cNvSpPr>
          <p:nvPr>
            <p:ph type="subTitle" idx="6"/>
          </p:nvPr>
        </p:nvSpPr>
        <p:spPr>
          <a:xfrm>
            <a:off x="6177300" y="3611585"/>
            <a:ext cx="22467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06" name="Google Shape;706;p23"/>
          <p:cNvGrpSpPr/>
          <p:nvPr/>
        </p:nvGrpSpPr>
        <p:grpSpPr>
          <a:xfrm rot="10800000">
            <a:off x="164900" y="285825"/>
            <a:ext cx="5961602" cy="4599900"/>
            <a:chOff x="3002186" y="296825"/>
            <a:chExt cx="5961602" cy="4599900"/>
          </a:xfrm>
        </p:grpSpPr>
        <p:cxnSp>
          <p:nvCxnSpPr>
            <p:cNvPr id="707" name="Google Shape;707;p23"/>
            <p:cNvCxnSpPr/>
            <p:nvPr/>
          </p:nvCxnSpPr>
          <p:spPr>
            <a:xfrm>
              <a:off x="8959013" y="296825"/>
              <a:ext cx="0" cy="4599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8" name="Google Shape;708;p23"/>
            <p:cNvCxnSpPr/>
            <p:nvPr/>
          </p:nvCxnSpPr>
          <p:spPr>
            <a:xfrm rot="10800000">
              <a:off x="3002186" y="300625"/>
              <a:ext cx="595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9" name="Google Shape;709;p23"/>
            <p:cNvCxnSpPr/>
            <p:nvPr/>
          </p:nvCxnSpPr>
          <p:spPr>
            <a:xfrm rot="10800000">
              <a:off x="3002488" y="4895600"/>
              <a:ext cx="596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10" name="Google Shape;710;p23"/>
          <p:cNvSpPr/>
          <p:nvPr/>
        </p:nvSpPr>
        <p:spPr>
          <a:xfrm>
            <a:off x="-973425" y="274425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3"/>
          <p:cNvSpPr/>
          <p:nvPr/>
        </p:nvSpPr>
        <p:spPr>
          <a:xfrm>
            <a:off x="6728800" y="-11542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2" name="Google Shape;712;p23"/>
          <p:cNvGrpSpPr/>
          <p:nvPr/>
        </p:nvGrpSpPr>
        <p:grpSpPr>
          <a:xfrm rot="-5400000">
            <a:off x="51213" y="513760"/>
            <a:ext cx="518768" cy="291386"/>
            <a:chOff x="3654925" y="3123571"/>
            <a:chExt cx="518768" cy="291386"/>
          </a:xfrm>
        </p:grpSpPr>
        <p:sp>
          <p:nvSpPr>
            <p:cNvPr id="713" name="Google Shape;713;p23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3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3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3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3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3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3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3"/>
            <p:cNvSpPr/>
            <p:nvPr/>
          </p:nvSpPr>
          <p:spPr>
            <a:xfrm>
              <a:off x="3911277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3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3"/>
            <p:cNvSpPr/>
            <p:nvPr/>
          </p:nvSpPr>
          <p:spPr>
            <a:xfrm>
              <a:off x="4128935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3" name="Google Shape;723;p23"/>
          <p:cNvGrpSpPr/>
          <p:nvPr/>
        </p:nvGrpSpPr>
        <p:grpSpPr>
          <a:xfrm rot="5400000">
            <a:off x="8581525" y="4462809"/>
            <a:ext cx="518768" cy="291386"/>
            <a:chOff x="3654925" y="3123571"/>
            <a:chExt cx="518768" cy="291386"/>
          </a:xfrm>
        </p:grpSpPr>
        <p:sp>
          <p:nvSpPr>
            <p:cNvPr id="724" name="Google Shape;724;p23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3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3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3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3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3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3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3"/>
            <p:cNvSpPr/>
            <p:nvPr/>
          </p:nvSpPr>
          <p:spPr>
            <a:xfrm>
              <a:off x="3911277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3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3"/>
            <p:cNvSpPr/>
            <p:nvPr/>
          </p:nvSpPr>
          <p:spPr>
            <a:xfrm>
              <a:off x="4128935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34" name="Google Shape;734;p23"/>
          <p:cNvCxnSpPr/>
          <p:nvPr/>
        </p:nvCxnSpPr>
        <p:spPr>
          <a:xfrm rot="10800000">
            <a:off x="8978338" y="260513"/>
            <a:ext cx="0" cy="459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4"/>
          <p:cNvSpPr/>
          <p:nvPr/>
        </p:nvSpPr>
        <p:spPr>
          <a:xfrm>
            <a:off x="-1294062" y="-1088687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24"/>
          <p:cNvSpPr/>
          <p:nvPr/>
        </p:nvSpPr>
        <p:spPr>
          <a:xfrm>
            <a:off x="6842575" y="2862113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9" name="Google Shape;739;p24"/>
          <p:cNvGrpSpPr/>
          <p:nvPr/>
        </p:nvGrpSpPr>
        <p:grpSpPr>
          <a:xfrm flipH="1">
            <a:off x="8403476" y="4363958"/>
            <a:ext cx="488062" cy="482563"/>
            <a:chOff x="5281836" y="834299"/>
            <a:chExt cx="566131" cy="559753"/>
          </a:xfrm>
        </p:grpSpPr>
        <p:sp>
          <p:nvSpPr>
            <p:cNvPr id="740" name="Google Shape;740;p24"/>
            <p:cNvSpPr/>
            <p:nvPr/>
          </p:nvSpPr>
          <p:spPr>
            <a:xfrm>
              <a:off x="5435198" y="972637"/>
              <a:ext cx="272567" cy="272162"/>
            </a:xfrm>
            <a:custGeom>
              <a:avLst/>
              <a:gdLst/>
              <a:ahLst/>
              <a:cxnLst/>
              <a:rect l="l" t="t" r="r" b="b"/>
              <a:pathLst>
                <a:path w="12137" h="12119" extrusionOk="0">
                  <a:moveTo>
                    <a:pt x="5876" y="0"/>
                  </a:moveTo>
                  <a:cubicBezTo>
                    <a:pt x="5658" y="0"/>
                    <a:pt x="5457" y="17"/>
                    <a:pt x="5257" y="50"/>
                  </a:cubicBezTo>
                  <a:lnTo>
                    <a:pt x="5290" y="335"/>
                  </a:lnTo>
                  <a:lnTo>
                    <a:pt x="5290" y="352"/>
                  </a:lnTo>
                  <a:cubicBezTo>
                    <a:pt x="5491" y="318"/>
                    <a:pt x="5675" y="301"/>
                    <a:pt x="5876" y="301"/>
                  </a:cubicBezTo>
                  <a:lnTo>
                    <a:pt x="5876" y="0"/>
                  </a:lnTo>
                  <a:close/>
                  <a:moveTo>
                    <a:pt x="6646" y="17"/>
                  </a:moveTo>
                  <a:lnTo>
                    <a:pt x="6612" y="318"/>
                  </a:lnTo>
                  <a:cubicBezTo>
                    <a:pt x="6813" y="335"/>
                    <a:pt x="6997" y="368"/>
                    <a:pt x="7198" y="402"/>
                  </a:cubicBezTo>
                  <a:lnTo>
                    <a:pt x="7249" y="101"/>
                  </a:lnTo>
                  <a:cubicBezTo>
                    <a:pt x="7048" y="67"/>
                    <a:pt x="6847" y="34"/>
                    <a:pt x="6646" y="17"/>
                  </a:cubicBezTo>
                  <a:close/>
                  <a:moveTo>
                    <a:pt x="4503" y="201"/>
                  </a:moveTo>
                  <a:cubicBezTo>
                    <a:pt x="4303" y="251"/>
                    <a:pt x="4102" y="318"/>
                    <a:pt x="3918" y="385"/>
                  </a:cubicBezTo>
                  <a:lnTo>
                    <a:pt x="4018" y="670"/>
                  </a:lnTo>
                  <a:cubicBezTo>
                    <a:pt x="4202" y="603"/>
                    <a:pt x="4386" y="536"/>
                    <a:pt x="4570" y="486"/>
                  </a:cubicBezTo>
                  <a:lnTo>
                    <a:pt x="4503" y="201"/>
                  </a:lnTo>
                  <a:close/>
                  <a:moveTo>
                    <a:pt x="8002" y="318"/>
                  </a:moveTo>
                  <a:lnTo>
                    <a:pt x="7901" y="603"/>
                  </a:lnTo>
                  <a:cubicBezTo>
                    <a:pt x="8085" y="653"/>
                    <a:pt x="8270" y="737"/>
                    <a:pt x="8454" y="804"/>
                  </a:cubicBezTo>
                  <a:lnTo>
                    <a:pt x="8571" y="536"/>
                  </a:lnTo>
                  <a:cubicBezTo>
                    <a:pt x="8387" y="452"/>
                    <a:pt x="8203" y="385"/>
                    <a:pt x="8002" y="318"/>
                  </a:cubicBezTo>
                  <a:close/>
                  <a:moveTo>
                    <a:pt x="3215" y="703"/>
                  </a:moveTo>
                  <a:cubicBezTo>
                    <a:pt x="3030" y="804"/>
                    <a:pt x="2846" y="904"/>
                    <a:pt x="2679" y="1021"/>
                  </a:cubicBezTo>
                  <a:lnTo>
                    <a:pt x="2846" y="1272"/>
                  </a:lnTo>
                  <a:cubicBezTo>
                    <a:pt x="3014" y="1155"/>
                    <a:pt x="3181" y="1055"/>
                    <a:pt x="3348" y="971"/>
                  </a:cubicBezTo>
                  <a:lnTo>
                    <a:pt x="3215" y="703"/>
                  </a:lnTo>
                  <a:close/>
                  <a:moveTo>
                    <a:pt x="9257" y="887"/>
                  </a:moveTo>
                  <a:lnTo>
                    <a:pt x="9090" y="1138"/>
                  </a:lnTo>
                  <a:cubicBezTo>
                    <a:pt x="9257" y="1256"/>
                    <a:pt x="9425" y="1356"/>
                    <a:pt x="9575" y="1473"/>
                  </a:cubicBezTo>
                  <a:lnTo>
                    <a:pt x="9759" y="1239"/>
                  </a:lnTo>
                  <a:cubicBezTo>
                    <a:pt x="9609" y="1122"/>
                    <a:pt x="9425" y="1004"/>
                    <a:pt x="9257" y="887"/>
                  </a:cubicBezTo>
                  <a:close/>
                  <a:moveTo>
                    <a:pt x="2076" y="1473"/>
                  </a:moveTo>
                  <a:cubicBezTo>
                    <a:pt x="1909" y="1607"/>
                    <a:pt x="1775" y="1758"/>
                    <a:pt x="1624" y="1908"/>
                  </a:cubicBezTo>
                  <a:lnTo>
                    <a:pt x="1842" y="2126"/>
                  </a:lnTo>
                  <a:cubicBezTo>
                    <a:pt x="1976" y="1975"/>
                    <a:pt x="2127" y="1841"/>
                    <a:pt x="2277" y="1707"/>
                  </a:cubicBezTo>
                  <a:lnTo>
                    <a:pt x="2076" y="1473"/>
                  </a:lnTo>
                  <a:close/>
                  <a:moveTo>
                    <a:pt x="10328" y="1758"/>
                  </a:moveTo>
                  <a:lnTo>
                    <a:pt x="10128" y="1959"/>
                  </a:lnTo>
                  <a:cubicBezTo>
                    <a:pt x="10261" y="2092"/>
                    <a:pt x="10395" y="2243"/>
                    <a:pt x="10513" y="2394"/>
                  </a:cubicBezTo>
                  <a:lnTo>
                    <a:pt x="10747" y="2210"/>
                  </a:lnTo>
                  <a:cubicBezTo>
                    <a:pt x="10613" y="2042"/>
                    <a:pt x="10479" y="1892"/>
                    <a:pt x="10328" y="1758"/>
                  </a:cubicBezTo>
                  <a:close/>
                  <a:moveTo>
                    <a:pt x="1122" y="2511"/>
                  </a:moveTo>
                  <a:cubicBezTo>
                    <a:pt x="1005" y="2678"/>
                    <a:pt x="888" y="2846"/>
                    <a:pt x="787" y="3030"/>
                  </a:cubicBezTo>
                  <a:lnTo>
                    <a:pt x="1055" y="3180"/>
                  </a:lnTo>
                  <a:cubicBezTo>
                    <a:pt x="1156" y="3013"/>
                    <a:pt x="1256" y="2846"/>
                    <a:pt x="1373" y="2678"/>
                  </a:cubicBezTo>
                  <a:lnTo>
                    <a:pt x="1122" y="2511"/>
                  </a:lnTo>
                  <a:close/>
                  <a:moveTo>
                    <a:pt x="11199" y="2829"/>
                  </a:moveTo>
                  <a:lnTo>
                    <a:pt x="10948" y="2996"/>
                  </a:lnTo>
                  <a:cubicBezTo>
                    <a:pt x="11048" y="3164"/>
                    <a:pt x="11149" y="3331"/>
                    <a:pt x="11232" y="3499"/>
                  </a:cubicBezTo>
                  <a:lnTo>
                    <a:pt x="11500" y="3381"/>
                  </a:lnTo>
                  <a:cubicBezTo>
                    <a:pt x="11416" y="3197"/>
                    <a:pt x="11316" y="3013"/>
                    <a:pt x="11199" y="2829"/>
                  </a:cubicBezTo>
                  <a:close/>
                  <a:moveTo>
                    <a:pt x="453" y="3716"/>
                  </a:moveTo>
                  <a:cubicBezTo>
                    <a:pt x="369" y="3917"/>
                    <a:pt x="302" y="4101"/>
                    <a:pt x="235" y="4302"/>
                  </a:cubicBezTo>
                  <a:lnTo>
                    <a:pt x="536" y="4386"/>
                  </a:lnTo>
                  <a:lnTo>
                    <a:pt x="536" y="4402"/>
                  </a:lnTo>
                  <a:cubicBezTo>
                    <a:pt x="587" y="4202"/>
                    <a:pt x="654" y="4017"/>
                    <a:pt x="737" y="3833"/>
                  </a:cubicBezTo>
                  <a:lnTo>
                    <a:pt x="453" y="3716"/>
                  </a:lnTo>
                  <a:close/>
                  <a:moveTo>
                    <a:pt x="11801" y="4084"/>
                  </a:moveTo>
                  <a:lnTo>
                    <a:pt x="11517" y="4185"/>
                  </a:lnTo>
                  <a:cubicBezTo>
                    <a:pt x="11584" y="4369"/>
                    <a:pt x="11634" y="4553"/>
                    <a:pt x="11684" y="4754"/>
                  </a:cubicBezTo>
                  <a:lnTo>
                    <a:pt x="11969" y="4687"/>
                  </a:lnTo>
                  <a:cubicBezTo>
                    <a:pt x="11919" y="4469"/>
                    <a:pt x="11868" y="4285"/>
                    <a:pt x="11801" y="4084"/>
                  </a:cubicBezTo>
                  <a:close/>
                  <a:moveTo>
                    <a:pt x="68" y="5055"/>
                  </a:moveTo>
                  <a:cubicBezTo>
                    <a:pt x="34" y="5256"/>
                    <a:pt x="17" y="5474"/>
                    <a:pt x="1" y="5675"/>
                  </a:cubicBezTo>
                  <a:lnTo>
                    <a:pt x="302" y="5691"/>
                  </a:lnTo>
                  <a:cubicBezTo>
                    <a:pt x="319" y="5490"/>
                    <a:pt x="336" y="5306"/>
                    <a:pt x="369" y="5105"/>
                  </a:cubicBezTo>
                  <a:lnTo>
                    <a:pt x="68" y="5055"/>
                  </a:lnTo>
                  <a:close/>
                  <a:moveTo>
                    <a:pt x="12103" y="5440"/>
                  </a:moveTo>
                  <a:lnTo>
                    <a:pt x="11801" y="5474"/>
                  </a:lnTo>
                  <a:cubicBezTo>
                    <a:pt x="11835" y="5675"/>
                    <a:pt x="11835" y="5859"/>
                    <a:pt x="11835" y="6060"/>
                  </a:cubicBezTo>
                  <a:cubicBezTo>
                    <a:pt x="11835" y="6260"/>
                    <a:pt x="11818" y="6444"/>
                    <a:pt x="11801" y="6645"/>
                  </a:cubicBezTo>
                  <a:lnTo>
                    <a:pt x="12103" y="6679"/>
                  </a:lnTo>
                  <a:cubicBezTo>
                    <a:pt x="12119" y="6478"/>
                    <a:pt x="12119" y="6260"/>
                    <a:pt x="12119" y="6060"/>
                  </a:cubicBezTo>
                  <a:cubicBezTo>
                    <a:pt x="12136" y="5859"/>
                    <a:pt x="12119" y="5658"/>
                    <a:pt x="12103" y="5440"/>
                  </a:cubicBezTo>
                  <a:close/>
                  <a:moveTo>
                    <a:pt x="302" y="6428"/>
                  </a:moveTo>
                  <a:lnTo>
                    <a:pt x="1" y="6444"/>
                  </a:lnTo>
                  <a:cubicBezTo>
                    <a:pt x="17" y="6645"/>
                    <a:pt x="34" y="6846"/>
                    <a:pt x="68" y="7064"/>
                  </a:cubicBezTo>
                  <a:lnTo>
                    <a:pt x="369" y="7014"/>
                  </a:lnTo>
                  <a:cubicBezTo>
                    <a:pt x="336" y="6813"/>
                    <a:pt x="319" y="6612"/>
                    <a:pt x="302" y="6428"/>
                  </a:cubicBezTo>
                  <a:close/>
                  <a:moveTo>
                    <a:pt x="11684" y="7365"/>
                  </a:moveTo>
                  <a:cubicBezTo>
                    <a:pt x="11634" y="7566"/>
                    <a:pt x="11584" y="7750"/>
                    <a:pt x="11517" y="7934"/>
                  </a:cubicBezTo>
                  <a:lnTo>
                    <a:pt x="11801" y="8035"/>
                  </a:lnTo>
                  <a:cubicBezTo>
                    <a:pt x="11868" y="7834"/>
                    <a:pt x="11919" y="7633"/>
                    <a:pt x="11969" y="7432"/>
                  </a:cubicBezTo>
                  <a:lnTo>
                    <a:pt x="11684" y="7365"/>
                  </a:lnTo>
                  <a:close/>
                  <a:moveTo>
                    <a:pt x="536" y="7717"/>
                  </a:moveTo>
                  <a:lnTo>
                    <a:pt x="235" y="7817"/>
                  </a:lnTo>
                  <a:cubicBezTo>
                    <a:pt x="302" y="8001"/>
                    <a:pt x="369" y="8202"/>
                    <a:pt x="453" y="8386"/>
                  </a:cubicBezTo>
                  <a:lnTo>
                    <a:pt x="720" y="8269"/>
                  </a:lnTo>
                  <a:cubicBezTo>
                    <a:pt x="654" y="8102"/>
                    <a:pt x="587" y="7901"/>
                    <a:pt x="536" y="7717"/>
                  </a:cubicBezTo>
                  <a:close/>
                  <a:moveTo>
                    <a:pt x="11232" y="8604"/>
                  </a:moveTo>
                  <a:cubicBezTo>
                    <a:pt x="11149" y="8788"/>
                    <a:pt x="11048" y="8955"/>
                    <a:pt x="10948" y="9123"/>
                  </a:cubicBezTo>
                  <a:lnTo>
                    <a:pt x="11199" y="9273"/>
                  </a:lnTo>
                  <a:lnTo>
                    <a:pt x="11199" y="9290"/>
                  </a:lnTo>
                  <a:cubicBezTo>
                    <a:pt x="11316" y="9106"/>
                    <a:pt x="11416" y="8939"/>
                    <a:pt x="11500" y="8738"/>
                  </a:cubicBezTo>
                  <a:lnTo>
                    <a:pt x="11232" y="8604"/>
                  </a:lnTo>
                  <a:close/>
                  <a:moveTo>
                    <a:pt x="1055" y="8939"/>
                  </a:moveTo>
                  <a:lnTo>
                    <a:pt x="787" y="9089"/>
                  </a:lnTo>
                  <a:cubicBezTo>
                    <a:pt x="888" y="9257"/>
                    <a:pt x="1005" y="9441"/>
                    <a:pt x="1122" y="9608"/>
                  </a:cubicBezTo>
                  <a:lnTo>
                    <a:pt x="1373" y="9424"/>
                  </a:lnTo>
                  <a:cubicBezTo>
                    <a:pt x="1256" y="9273"/>
                    <a:pt x="1156" y="9106"/>
                    <a:pt x="1055" y="8939"/>
                  </a:cubicBezTo>
                  <a:close/>
                  <a:moveTo>
                    <a:pt x="10529" y="9725"/>
                  </a:moveTo>
                  <a:cubicBezTo>
                    <a:pt x="10395" y="9876"/>
                    <a:pt x="10261" y="10027"/>
                    <a:pt x="10128" y="10160"/>
                  </a:cubicBezTo>
                  <a:lnTo>
                    <a:pt x="10328" y="10361"/>
                  </a:lnTo>
                  <a:cubicBezTo>
                    <a:pt x="10479" y="10227"/>
                    <a:pt x="10613" y="10060"/>
                    <a:pt x="10747" y="9909"/>
                  </a:cubicBezTo>
                  <a:lnTo>
                    <a:pt x="10529" y="9725"/>
                  </a:lnTo>
                  <a:close/>
                  <a:moveTo>
                    <a:pt x="1842" y="9993"/>
                  </a:moveTo>
                  <a:lnTo>
                    <a:pt x="1608" y="10194"/>
                  </a:lnTo>
                  <a:cubicBezTo>
                    <a:pt x="1758" y="10345"/>
                    <a:pt x="1909" y="10495"/>
                    <a:pt x="2060" y="10629"/>
                  </a:cubicBezTo>
                  <a:lnTo>
                    <a:pt x="2260" y="10412"/>
                  </a:lnTo>
                  <a:cubicBezTo>
                    <a:pt x="2110" y="10278"/>
                    <a:pt x="1976" y="10144"/>
                    <a:pt x="1842" y="9993"/>
                  </a:cubicBezTo>
                  <a:close/>
                  <a:moveTo>
                    <a:pt x="9575" y="10629"/>
                  </a:moveTo>
                  <a:cubicBezTo>
                    <a:pt x="9408" y="10763"/>
                    <a:pt x="9257" y="10863"/>
                    <a:pt x="9090" y="10964"/>
                  </a:cubicBezTo>
                  <a:lnTo>
                    <a:pt x="9240" y="11232"/>
                  </a:lnTo>
                  <a:cubicBezTo>
                    <a:pt x="9425" y="11115"/>
                    <a:pt x="9592" y="10997"/>
                    <a:pt x="9759" y="10880"/>
                  </a:cubicBezTo>
                  <a:lnTo>
                    <a:pt x="9575" y="10629"/>
                  </a:lnTo>
                  <a:close/>
                  <a:moveTo>
                    <a:pt x="2846" y="10847"/>
                  </a:moveTo>
                  <a:lnTo>
                    <a:pt x="2679" y="11098"/>
                  </a:lnTo>
                  <a:cubicBezTo>
                    <a:pt x="2846" y="11215"/>
                    <a:pt x="3014" y="11315"/>
                    <a:pt x="3198" y="11416"/>
                  </a:cubicBezTo>
                  <a:lnTo>
                    <a:pt x="3348" y="11148"/>
                  </a:lnTo>
                  <a:cubicBezTo>
                    <a:pt x="3164" y="11064"/>
                    <a:pt x="2997" y="10964"/>
                    <a:pt x="2846" y="10847"/>
                  </a:cubicBezTo>
                  <a:close/>
                  <a:moveTo>
                    <a:pt x="8437" y="11315"/>
                  </a:moveTo>
                  <a:cubicBezTo>
                    <a:pt x="8270" y="11399"/>
                    <a:pt x="8085" y="11466"/>
                    <a:pt x="7901" y="11533"/>
                  </a:cubicBezTo>
                  <a:lnTo>
                    <a:pt x="7985" y="11818"/>
                  </a:lnTo>
                  <a:cubicBezTo>
                    <a:pt x="8186" y="11751"/>
                    <a:pt x="8387" y="11667"/>
                    <a:pt x="8571" y="11600"/>
                  </a:cubicBezTo>
                  <a:lnTo>
                    <a:pt x="8437" y="11315"/>
                  </a:lnTo>
                  <a:close/>
                  <a:moveTo>
                    <a:pt x="4018" y="11449"/>
                  </a:moveTo>
                  <a:lnTo>
                    <a:pt x="3901" y="11734"/>
                  </a:lnTo>
                  <a:cubicBezTo>
                    <a:pt x="4102" y="11818"/>
                    <a:pt x="4286" y="11868"/>
                    <a:pt x="4487" y="11918"/>
                  </a:cubicBezTo>
                  <a:lnTo>
                    <a:pt x="4570" y="11633"/>
                  </a:lnTo>
                  <a:cubicBezTo>
                    <a:pt x="4386" y="11583"/>
                    <a:pt x="4185" y="11516"/>
                    <a:pt x="4018" y="11449"/>
                  </a:cubicBezTo>
                  <a:close/>
                  <a:moveTo>
                    <a:pt x="7182" y="11717"/>
                  </a:moveTo>
                  <a:cubicBezTo>
                    <a:pt x="6997" y="11751"/>
                    <a:pt x="6797" y="11784"/>
                    <a:pt x="6612" y="11801"/>
                  </a:cubicBezTo>
                  <a:lnTo>
                    <a:pt x="6629" y="12102"/>
                  </a:lnTo>
                  <a:cubicBezTo>
                    <a:pt x="6847" y="12085"/>
                    <a:pt x="7048" y="12052"/>
                    <a:pt x="7249" y="12018"/>
                  </a:cubicBezTo>
                  <a:lnTo>
                    <a:pt x="7182" y="11717"/>
                  </a:lnTo>
                  <a:close/>
                  <a:moveTo>
                    <a:pt x="5290" y="11784"/>
                  </a:moveTo>
                  <a:lnTo>
                    <a:pt x="5240" y="12069"/>
                  </a:lnTo>
                  <a:cubicBezTo>
                    <a:pt x="5457" y="12102"/>
                    <a:pt x="5658" y="12119"/>
                    <a:pt x="5859" y="12119"/>
                  </a:cubicBezTo>
                  <a:lnTo>
                    <a:pt x="5876" y="11834"/>
                  </a:lnTo>
                  <a:cubicBezTo>
                    <a:pt x="5675" y="11818"/>
                    <a:pt x="5474" y="11801"/>
                    <a:pt x="5290" y="1178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4"/>
            <p:cNvSpPr/>
            <p:nvPr/>
          </p:nvSpPr>
          <p:spPr>
            <a:xfrm>
              <a:off x="5281836" y="834299"/>
              <a:ext cx="566131" cy="559753"/>
            </a:xfrm>
            <a:custGeom>
              <a:avLst/>
              <a:gdLst/>
              <a:ahLst/>
              <a:cxnLst/>
              <a:rect l="l" t="t" r="r" b="b"/>
              <a:pathLst>
                <a:path w="25209" h="24925" extrusionOk="0">
                  <a:moveTo>
                    <a:pt x="15350" y="51"/>
                  </a:moveTo>
                  <a:lnTo>
                    <a:pt x="15701" y="134"/>
                  </a:lnTo>
                  <a:lnTo>
                    <a:pt x="15517" y="871"/>
                  </a:lnTo>
                  <a:cubicBezTo>
                    <a:pt x="15400" y="837"/>
                    <a:pt x="15299" y="821"/>
                    <a:pt x="15182" y="787"/>
                  </a:cubicBezTo>
                  <a:lnTo>
                    <a:pt x="15350" y="51"/>
                  </a:lnTo>
                  <a:close/>
                  <a:moveTo>
                    <a:pt x="15299" y="0"/>
                  </a:moveTo>
                  <a:lnTo>
                    <a:pt x="15115" y="837"/>
                  </a:lnTo>
                  <a:lnTo>
                    <a:pt x="15149" y="837"/>
                  </a:lnTo>
                  <a:lnTo>
                    <a:pt x="15534" y="938"/>
                  </a:lnTo>
                  <a:lnTo>
                    <a:pt x="15567" y="938"/>
                  </a:lnTo>
                  <a:lnTo>
                    <a:pt x="15768" y="101"/>
                  </a:lnTo>
                  <a:lnTo>
                    <a:pt x="15751" y="101"/>
                  </a:lnTo>
                  <a:cubicBezTo>
                    <a:pt x="15617" y="51"/>
                    <a:pt x="15467" y="17"/>
                    <a:pt x="15333" y="0"/>
                  </a:cubicBezTo>
                  <a:close/>
                  <a:moveTo>
                    <a:pt x="9407" y="168"/>
                  </a:moveTo>
                  <a:lnTo>
                    <a:pt x="9592" y="904"/>
                  </a:lnTo>
                  <a:cubicBezTo>
                    <a:pt x="9474" y="938"/>
                    <a:pt x="9357" y="971"/>
                    <a:pt x="9240" y="1005"/>
                  </a:cubicBezTo>
                  <a:lnTo>
                    <a:pt x="9022" y="268"/>
                  </a:lnTo>
                  <a:lnTo>
                    <a:pt x="9039" y="268"/>
                  </a:lnTo>
                  <a:cubicBezTo>
                    <a:pt x="9156" y="235"/>
                    <a:pt x="9290" y="184"/>
                    <a:pt x="9407" y="168"/>
                  </a:cubicBezTo>
                  <a:close/>
                  <a:moveTo>
                    <a:pt x="9424" y="101"/>
                  </a:moveTo>
                  <a:cubicBezTo>
                    <a:pt x="9290" y="134"/>
                    <a:pt x="9156" y="168"/>
                    <a:pt x="9006" y="218"/>
                  </a:cubicBezTo>
                  <a:lnTo>
                    <a:pt x="8956" y="235"/>
                  </a:lnTo>
                  <a:lnTo>
                    <a:pt x="9207" y="1072"/>
                  </a:lnTo>
                  <a:lnTo>
                    <a:pt x="9257" y="1055"/>
                  </a:lnTo>
                  <a:lnTo>
                    <a:pt x="9642" y="938"/>
                  </a:lnTo>
                  <a:lnTo>
                    <a:pt x="9659" y="938"/>
                  </a:lnTo>
                  <a:lnTo>
                    <a:pt x="9458" y="101"/>
                  </a:lnTo>
                  <a:close/>
                  <a:moveTo>
                    <a:pt x="16572" y="385"/>
                  </a:moveTo>
                  <a:lnTo>
                    <a:pt x="16588" y="402"/>
                  </a:lnTo>
                  <a:cubicBezTo>
                    <a:pt x="16689" y="452"/>
                    <a:pt x="16806" y="469"/>
                    <a:pt x="16923" y="519"/>
                  </a:cubicBezTo>
                  <a:lnTo>
                    <a:pt x="16655" y="1222"/>
                  </a:lnTo>
                  <a:lnTo>
                    <a:pt x="16337" y="1105"/>
                  </a:lnTo>
                  <a:lnTo>
                    <a:pt x="16572" y="385"/>
                  </a:lnTo>
                  <a:close/>
                  <a:moveTo>
                    <a:pt x="16538" y="318"/>
                  </a:moveTo>
                  <a:lnTo>
                    <a:pt x="16270" y="1139"/>
                  </a:lnTo>
                  <a:lnTo>
                    <a:pt x="16287" y="1139"/>
                  </a:lnTo>
                  <a:cubicBezTo>
                    <a:pt x="16404" y="1189"/>
                    <a:pt x="16538" y="1239"/>
                    <a:pt x="16655" y="1272"/>
                  </a:cubicBezTo>
                  <a:lnTo>
                    <a:pt x="16689" y="1272"/>
                  </a:lnTo>
                  <a:lnTo>
                    <a:pt x="16990" y="469"/>
                  </a:lnTo>
                  <a:lnTo>
                    <a:pt x="16957" y="469"/>
                  </a:lnTo>
                  <a:cubicBezTo>
                    <a:pt x="16839" y="419"/>
                    <a:pt x="16705" y="369"/>
                    <a:pt x="16572" y="318"/>
                  </a:cubicBezTo>
                  <a:close/>
                  <a:moveTo>
                    <a:pt x="8169" y="553"/>
                  </a:moveTo>
                  <a:lnTo>
                    <a:pt x="8437" y="1272"/>
                  </a:lnTo>
                  <a:cubicBezTo>
                    <a:pt x="8319" y="1306"/>
                    <a:pt x="8219" y="1356"/>
                    <a:pt x="8119" y="1406"/>
                  </a:cubicBezTo>
                  <a:lnTo>
                    <a:pt x="7834" y="687"/>
                  </a:lnTo>
                  <a:lnTo>
                    <a:pt x="8169" y="553"/>
                  </a:lnTo>
                  <a:close/>
                  <a:moveTo>
                    <a:pt x="8202" y="486"/>
                  </a:moveTo>
                  <a:lnTo>
                    <a:pt x="8186" y="503"/>
                  </a:lnTo>
                  <a:cubicBezTo>
                    <a:pt x="8052" y="553"/>
                    <a:pt x="7918" y="603"/>
                    <a:pt x="7784" y="653"/>
                  </a:cubicBezTo>
                  <a:lnTo>
                    <a:pt x="7767" y="653"/>
                  </a:lnTo>
                  <a:lnTo>
                    <a:pt x="8085" y="1473"/>
                  </a:lnTo>
                  <a:lnTo>
                    <a:pt x="8119" y="1440"/>
                  </a:lnTo>
                  <a:cubicBezTo>
                    <a:pt x="8236" y="1390"/>
                    <a:pt x="8353" y="1339"/>
                    <a:pt x="8487" y="1306"/>
                  </a:cubicBezTo>
                  <a:lnTo>
                    <a:pt x="8504" y="1306"/>
                  </a:lnTo>
                  <a:lnTo>
                    <a:pt x="8202" y="486"/>
                  </a:lnTo>
                  <a:close/>
                  <a:moveTo>
                    <a:pt x="17760" y="854"/>
                  </a:moveTo>
                  <a:lnTo>
                    <a:pt x="18095" y="1021"/>
                  </a:lnTo>
                  <a:lnTo>
                    <a:pt x="17760" y="1708"/>
                  </a:lnTo>
                  <a:lnTo>
                    <a:pt x="17459" y="1557"/>
                  </a:lnTo>
                  <a:lnTo>
                    <a:pt x="17442" y="1557"/>
                  </a:lnTo>
                  <a:lnTo>
                    <a:pt x="17760" y="854"/>
                  </a:lnTo>
                  <a:close/>
                  <a:moveTo>
                    <a:pt x="17727" y="787"/>
                  </a:moveTo>
                  <a:lnTo>
                    <a:pt x="17375" y="1574"/>
                  </a:lnTo>
                  <a:lnTo>
                    <a:pt x="17392" y="1591"/>
                  </a:lnTo>
                  <a:cubicBezTo>
                    <a:pt x="17509" y="1641"/>
                    <a:pt x="17643" y="1691"/>
                    <a:pt x="17760" y="1758"/>
                  </a:cubicBezTo>
                  <a:lnTo>
                    <a:pt x="17777" y="1775"/>
                  </a:lnTo>
                  <a:lnTo>
                    <a:pt x="18162" y="988"/>
                  </a:lnTo>
                  <a:lnTo>
                    <a:pt x="18145" y="971"/>
                  </a:lnTo>
                  <a:cubicBezTo>
                    <a:pt x="18011" y="904"/>
                    <a:pt x="17877" y="854"/>
                    <a:pt x="17760" y="787"/>
                  </a:cubicBezTo>
                  <a:close/>
                  <a:moveTo>
                    <a:pt x="7014" y="1055"/>
                  </a:moveTo>
                  <a:lnTo>
                    <a:pt x="7349" y="1741"/>
                  </a:lnTo>
                  <a:cubicBezTo>
                    <a:pt x="7248" y="1791"/>
                    <a:pt x="7131" y="1858"/>
                    <a:pt x="7031" y="1909"/>
                  </a:cubicBezTo>
                  <a:lnTo>
                    <a:pt x="6679" y="1239"/>
                  </a:lnTo>
                  <a:lnTo>
                    <a:pt x="6679" y="1222"/>
                  </a:lnTo>
                  <a:cubicBezTo>
                    <a:pt x="6796" y="1172"/>
                    <a:pt x="6897" y="1105"/>
                    <a:pt x="7014" y="1055"/>
                  </a:cubicBezTo>
                  <a:close/>
                  <a:moveTo>
                    <a:pt x="7031" y="988"/>
                  </a:moveTo>
                  <a:lnTo>
                    <a:pt x="6997" y="1005"/>
                  </a:lnTo>
                  <a:cubicBezTo>
                    <a:pt x="6880" y="1072"/>
                    <a:pt x="6746" y="1139"/>
                    <a:pt x="6612" y="1206"/>
                  </a:cubicBezTo>
                  <a:lnTo>
                    <a:pt x="6595" y="1206"/>
                  </a:lnTo>
                  <a:lnTo>
                    <a:pt x="7014" y="1976"/>
                  </a:lnTo>
                  <a:lnTo>
                    <a:pt x="7031" y="1959"/>
                  </a:lnTo>
                  <a:cubicBezTo>
                    <a:pt x="7148" y="1909"/>
                    <a:pt x="7265" y="1842"/>
                    <a:pt x="7382" y="1775"/>
                  </a:cubicBezTo>
                  <a:lnTo>
                    <a:pt x="7399" y="1775"/>
                  </a:lnTo>
                  <a:lnTo>
                    <a:pt x="7031" y="988"/>
                  </a:lnTo>
                  <a:close/>
                  <a:moveTo>
                    <a:pt x="18881" y="1440"/>
                  </a:moveTo>
                  <a:lnTo>
                    <a:pt x="19200" y="1624"/>
                  </a:lnTo>
                  <a:lnTo>
                    <a:pt x="18798" y="2277"/>
                  </a:lnTo>
                  <a:cubicBezTo>
                    <a:pt x="18697" y="2210"/>
                    <a:pt x="18597" y="2160"/>
                    <a:pt x="18513" y="2093"/>
                  </a:cubicBezTo>
                  <a:lnTo>
                    <a:pt x="18881" y="1440"/>
                  </a:lnTo>
                  <a:close/>
                  <a:moveTo>
                    <a:pt x="18865" y="1356"/>
                  </a:moveTo>
                  <a:lnTo>
                    <a:pt x="18430" y="2109"/>
                  </a:lnTo>
                  <a:lnTo>
                    <a:pt x="18463" y="2126"/>
                  </a:lnTo>
                  <a:cubicBezTo>
                    <a:pt x="18563" y="2193"/>
                    <a:pt x="18681" y="2260"/>
                    <a:pt x="18798" y="2327"/>
                  </a:cubicBezTo>
                  <a:lnTo>
                    <a:pt x="18815" y="2344"/>
                  </a:lnTo>
                  <a:lnTo>
                    <a:pt x="19283" y="1591"/>
                  </a:lnTo>
                  <a:lnTo>
                    <a:pt x="19250" y="1574"/>
                  </a:lnTo>
                  <a:cubicBezTo>
                    <a:pt x="19133" y="1507"/>
                    <a:pt x="19015" y="1440"/>
                    <a:pt x="18898" y="1373"/>
                  </a:cubicBezTo>
                  <a:lnTo>
                    <a:pt x="18865" y="1356"/>
                  </a:lnTo>
                  <a:close/>
                  <a:moveTo>
                    <a:pt x="5909" y="1674"/>
                  </a:moveTo>
                  <a:lnTo>
                    <a:pt x="6294" y="2327"/>
                  </a:lnTo>
                  <a:cubicBezTo>
                    <a:pt x="6194" y="2394"/>
                    <a:pt x="6093" y="2444"/>
                    <a:pt x="6010" y="2511"/>
                  </a:cubicBezTo>
                  <a:lnTo>
                    <a:pt x="5591" y="1892"/>
                  </a:lnTo>
                  <a:lnTo>
                    <a:pt x="5591" y="1875"/>
                  </a:lnTo>
                  <a:cubicBezTo>
                    <a:pt x="5708" y="1808"/>
                    <a:pt x="5792" y="1741"/>
                    <a:pt x="5909" y="1674"/>
                  </a:cubicBezTo>
                  <a:close/>
                  <a:moveTo>
                    <a:pt x="5926" y="1607"/>
                  </a:moveTo>
                  <a:lnTo>
                    <a:pt x="5892" y="1624"/>
                  </a:lnTo>
                  <a:cubicBezTo>
                    <a:pt x="5775" y="1708"/>
                    <a:pt x="5658" y="1775"/>
                    <a:pt x="5541" y="1858"/>
                  </a:cubicBezTo>
                  <a:lnTo>
                    <a:pt x="5524" y="1875"/>
                  </a:lnTo>
                  <a:lnTo>
                    <a:pt x="6010" y="2595"/>
                  </a:lnTo>
                  <a:lnTo>
                    <a:pt x="6026" y="2578"/>
                  </a:lnTo>
                  <a:lnTo>
                    <a:pt x="6361" y="2360"/>
                  </a:lnTo>
                  <a:lnTo>
                    <a:pt x="6378" y="2344"/>
                  </a:lnTo>
                  <a:lnTo>
                    <a:pt x="5926" y="1607"/>
                  </a:lnTo>
                  <a:close/>
                  <a:moveTo>
                    <a:pt x="19953" y="2126"/>
                  </a:moveTo>
                  <a:cubicBezTo>
                    <a:pt x="20053" y="2210"/>
                    <a:pt x="20154" y="2277"/>
                    <a:pt x="20254" y="2344"/>
                  </a:cubicBezTo>
                  <a:lnTo>
                    <a:pt x="19785" y="2963"/>
                  </a:lnTo>
                  <a:cubicBezTo>
                    <a:pt x="19702" y="2879"/>
                    <a:pt x="19601" y="2812"/>
                    <a:pt x="19518" y="2745"/>
                  </a:cubicBezTo>
                  <a:lnTo>
                    <a:pt x="19953" y="2126"/>
                  </a:lnTo>
                  <a:close/>
                  <a:moveTo>
                    <a:pt x="19953" y="2059"/>
                  </a:moveTo>
                  <a:lnTo>
                    <a:pt x="19434" y="2779"/>
                  </a:lnTo>
                  <a:lnTo>
                    <a:pt x="19451" y="2779"/>
                  </a:lnTo>
                  <a:cubicBezTo>
                    <a:pt x="19568" y="2863"/>
                    <a:pt x="19668" y="2946"/>
                    <a:pt x="19769" y="3030"/>
                  </a:cubicBezTo>
                  <a:lnTo>
                    <a:pt x="19802" y="3047"/>
                  </a:lnTo>
                  <a:lnTo>
                    <a:pt x="20321" y="2344"/>
                  </a:lnTo>
                  <a:lnTo>
                    <a:pt x="20304" y="2327"/>
                  </a:lnTo>
                  <a:cubicBezTo>
                    <a:pt x="20204" y="2243"/>
                    <a:pt x="20087" y="2160"/>
                    <a:pt x="19969" y="2076"/>
                  </a:cubicBezTo>
                  <a:lnTo>
                    <a:pt x="19953" y="2059"/>
                  </a:lnTo>
                  <a:close/>
                  <a:moveTo>
                    <a:pt x="4871" y="2411"/>
                  </a:moveTo>
                  <a:lnTo>
                    <a:pt x="5340" y="3030"/>
                  </a:lnTo>
                  <a:cubicBezTo>
                    <a:pt x="5240" y="3097"/>
                    <a:pt x="5156" y="3164"/>
                    <a:pt x="5072" y="3231"/>
                  </a:cubicBezTo>
                  <a:lnTo>
                    <a:pt x="4587" y="2645"/>
                  </a:lnTo>
                  <a:lnTo>
                    <a:pt x="4570" y="2645"/>
                  </a:lnTo>
                  <a:cubicBezTo>
                    <a:pt x="4670" y="2561"/>
                    <a:pt x="4771" y="2494"/>
                    <a:pt x="4871" y="2411"/>
                  </a:cubicBezTo>
                  <a:close/>
                  <a:moveTo>
                    <a:pt x="4871" y="2344"/>
                  </a:moveTo>
                  <a:lnTo>
                    <a:pt x="4855" y="2360"/>
                  </a:lnTo>
                  <a:cubicBezTo>
                    <a:pt x="4737" y="2444"/>
                    <a:pt x="4637" y="2528"/>
                    <a:pt x="4520" y="2628"/>
                  </a:cubicBezTo>
                  <a:lnTo>
                    <a:pt x="4503" y="2645"/>
                  </a:lnTo>
                  <a:lnTo>
                    <a:pt x="5055" y="3315"/>
                  </a:lnTo>
                  <a:lnTo>
                    <a:pt x="5089" y="3298"/>
                  </a:lnTo>
                  <a:cubicBezTo>
                    <a:pt x="5173" y="3214"/>
                    <a:pt x="5290" y="3130"/>
                    <a:pt x="5390" y="3047"/>
                  </a:cubicBezTo>
                  <a:lnTo>
                    <a:pt x="5407" y="3030"/>
                  </a:lnTo>
                  <a:lnTo>
                    <a:pt x="4871" y="2344"/>
                  </a:lnTo>
                  <a:close/>
                  <a:moveTo>
                    <a:pt x="20940" y="2930"/>
                  </a:moveTo>
                  <a:cubicBezTo>
                    <a:pt x="21041" y="3013"/>
                    <a:pt x="21124" y="3097"/>
                    <a:pt x="21225" y="3181"/>
                  </a:cubicBezTo>
                  <a:lnTo>
                    <a:pt x="20689" y="3733"/>
                  </a:lnTo>
                  <a:cubicBezTo>
                    <a:pt x="20606" y="3666"/>
                    <a:pt x="20522" y="3582"/>
                    <a:pt x="20438" y="3499"/>
                  </a:cubicBezTo>
                  <a:lnTo>
                    <a:pt x="20940" y="2930"/>
                  </a:lnTo>
                  <a:close/>
                  <a:moveTo>
                    <a:pt x="20940" y="2863"/>
                  </a:moveTo>
                  <a:lnTo>
                    <a:pt x="20371" y="3515"/>
                  </a:lnTo>
                  <a:lnTo>
                    <a:pt x="20388" y="3532"/>
                  </a:lnTo>
                  <a:cubicBezTo>
                    <a:pt x="20488" y="3616"/>
                    <a:pt x="20589" y="3700"/>
                    <a:pt x="20673" y="3800"/>
                  </a:cubicBezTo>
                  <a:lnTo>
                    <a:pt x="20706" y="3817"/>
                  </a:lnTo>
                  <a:lnTo>
                    <a:pt x="21292" y="3181"/>
                  </a:lnTo>
                  <a:lnTo>
                    <a:pt x="21275" y="3164"/>
                  </a:lnTo>
                  <a:cubicBezTo>
                    <a:pt x="21175" y="3064"/>
                    <a:pt x="21074" y="2963"/>
                    <a:pt x="20957" y="2879"/>
                  </a:cubicBezTo>
                  <a:lnTo>
                    <a:pt x="20940" y="2863"/>
                  </a:lnTo>
                  <a:close/>
                  <a:moveTo>
                    <a:pt x="3900" y="3248"/>
                  </a:moveTo>
                  <a:lnTo>
                    <a:pt x="4419" y="3800"/>
                  </a:lnTo>
                  <a:cubicBezTo>
                    <a:pt x="4336" y="3884"/>
                    <a:pt x="4269" y="3967"/>
                    <a:pt x="4185" y="4034"/>
                  </a:cubicBezTo>
                  <a:lnTo>
                    <a:pt x="3633" y="3515"/>
                  </a:lnTo>
                  <a:lnTo>
                    <a:pt x="3900" y="3248"/>
                  </a:lnTo>
                  <a:close/>
                  <a:moveTo>
                    <a:pt x="3900" y="3181"/>
                  </a:moveTo>
                  <a:lnTo>
                    <a:pt x="3884" y="3197"/>
                  </a:lnTo>
                  <a:cubicBezTo>
                    <a:pt x="3783" y="3281"/>
                    <a:pt x="3666" y="3382"/>
                    <a:pt x="3566" y="3499"/>
                  </a:cubicBezTo>
                  <a:lnTo>
                    <a:pt x="3549" y="3515"/>
                  </a:lnTo>
                  <a:lnTo>
                    <a:pt x="4185" y="4118"/>
                  </a:lnTo>
                  <a:lnTo>
                    <a:pt x="4202" y="4101"/>
                  </a:lnTo>
                  <a:cubicBezTo>
                    <a:pt x="4285" y="4001"/>
                    <a:pt x="4386" y="3917"/>
                    <a:pt x="4470" y="3817"/>
                  </a:cubicBezTo>
                  <a:lnTo>
                    <a:pt x="4503" y="3800"/>
                  </a:lnTo>
                  <a:lnTo>
                    <a:pt x="3900" y="3181"/>
                  </a:lnTo>
                  <a:close/>
                  <a:moveTo>
                    <a:pt x="21861" y="3833"/>
                  </a:moveTo>
                  <a:cubicBezTo>
                    <a:pt x="21928" y="3917"/>
                    <a:pt x="22012" y="4001"/>
                    <a:pt x="22095" y="4101"/>
                  </a:cubicBezTo>
                  <a:lnTo>
                    <a:pt x="21526" y="4603"/>
                  </a:lnTo>
                  <a:cubicBezTo>
                    <a:pt x="21442" y="4520"/>
                    <a:pt x="21376" y="4436"/>
                    <a:pt x="21292" y="4336"/>
                  </a:cubicBezTo>
                  <a:lnTo>
                    <a:pt x="21861" y="3833"/>
                  </a:lnTo>
                  <a:close/>
                  <a:moveTo>
                    <a:pt x="21861" y="3750"/>
                  </a:moveTo>
                  <a:lnTo>
                    <a:pt x="21225" y="4336"/>
                  </a:lnTo>
                  <a:lnTo>
                    <a:pt x="21242" y="4352"/>
                  </a:lnTo>
                  <a:cubicBezTo>
                    <a:pt x="21325" y="4453"/>
                    <a:pt x="21409" y="4553"/>
                    <a:pt x="21493" y="4654"/>
                  </a:cubicBezTo>
                  <a:lnTo>
                    <a:pt x="21509" y="4670"/>
                  </a:lnTo>
                  <a:lnTo>
                    <a:pt x="22179" y="4101"/>
                  </a:lnTo>
                  <a:lnTo>
                    <a:pt x="22162" y="4085"/>
                  </a:lnTo>
                  <a:cubicBezTo>
                    <a:pt x="22062" y="3984"/>
                    <a:pt x="21961" y="3867"/>
                    <a:pt x="21878" y="3767"/>
                  </a:cubicBezTo>
                  <a:lnTo>
                    <a:pt x="21861" y="3750"/>
                  </a:lnTo>
                  <a:close/>
                  <a:moveTo>
                    <a:pt x="3013" y="4168"/>
                  </a:moveTo>
                  <a:lnTo>
                    <a:pt x="3599" y="4670"/>
                  </a:lnTo>
                  <a:cubicBezTo>
                    <a:pt x="3532" y="4754"/>
                    <a:pt x="3465" y="4838"/>
                    <a:pt x="3398" y="4938"/>
                  </a:cubicBezTo>
                  <a:lnTo>
                    <a:pt x="2796" y="4453"/>
                  </a:lnTo>
                  <a:cubicBezTo>
                    <a:pt x="2879" y="4352"/>
                    <a:pt x="2946" y="4269"/>
                    <a:pt x="3013" y="4168"/>
                  </a:cubicBezTo>
                  <a:close/>
                  <a:moveTo>
                    <a:pt x="3030" y="4101"/>
                  </a:moveTo>
                  <a:lnTo>
                    <a:pt x="3013" y="4118"/>
                  </a:lnTo>
                  <a:cubicBezTo>
                    <a:pt x="2913" y="4218"/>
                    <a:pt x="2829" y="4336"/>
                    <a:pt x="2729" y="4436"/>
                  </a:cubicBezTo>
                  <a:lnTo>
                    <a:pt x="2712" y="4470"/>
                  </a:lnTo>
                  <a:lnTo>
                    <a:pt x="3398" y="5005"/>
                  </a:lnTo>
                  <a:lnTo>
                    <a:pt x="3415" y="4988"/>
                  </a:lnTo>
                  <a:cubicBezTo>
                    <a:pt x="3499" y="4888"/>
                    <a:pt x="3582" y="4771"/>
                    <a:pt x="3666" y="4670"/>
                  </a:cubicBezTo>
                  <a:lnTo>
                    <a:pt x="3683" y="4654"/>
                  </a:lnTo>
                  <a:lnTo>
                    <a:pt x="3030" y="4101"/>
                  </a:lnTo>
                  <a:close/>
                  <a:moveTo>
                    <a:pt x="22681" y="4804"/>
                  </a:moveTo>
                  <a:cubicBezTo>
                    <a:pt x="22748" y="4888"/>
                    <a:pt x="22815" y="5005"/>
                    <a:pt x="22882" y="5106"/>
                  </a:cubicBezTo>
                  <a:lnTo>
                    <a:pt x="22263" y="5541"/>
                  </a:lnTo>
                  <a:cubicBezTo>
                    <a:pt x="22179" y="5440"/>
                    <a:pt x="22112" y="5357"/>
                    <a:pt x="22045" y="5256"/>
                  </a:cubicBezTo>
                  <a:lnTo>
                    <a:pt x="22681" y="4804"/>
                  </a:lnTo>
                  <a:close/>
                  <a:moveTo>
                    <a:pt x="22681" y="4737"/>
                  </a:moveTo>
                  <a:lnTo>
                    <a:pt x="21978" y="5256"/>
                  </a:lnTo>
                  <a:lnTo>
                    <a:pt x="21995" y="5273"/>
                  </a:lnTo>
                  <a:cubicBezTo>
                    <a:pt x="22079" y="5373"/>
                    <a:pt x="22145" y="5474"/>
                    <a:pt x="22229" y="5591"/>
                  </a:cubicBezTo>
                  <a:lnTo>
                    <a:pt x="22246" y="5608"/>
                  </a:lnTo>
                  <a:lnTo>
                    <a:pt x="22949" y="5122"/>
                  </a:lnTo>
                  <a:lnTo>
                    <a:pt x="22932" y="5089"/>
                  </a:lnTo>
                  <a:cubicBezTo>
                    <a:pt x="22849" y="4972"/>
                    <a:pt x="22765" y="4855"/>
                    <a:pt x="22698" y="4754"/>
                  </a:cubicBezTo>
                  <a:lnTo>
                    <a:pt x="22681" y="4737"/>
                  </a:lnTo>
                  <a:close/>
                  <a:moveTo>
                    <a:pt x="2260" y="5189"/>
                  </a:moveTo>
                  <a:lnTo>
                    <a:pt x="2879" y="5625"/>
                  </a:lnTo>
                  <a:cubicBezTo>
                    <a:pt x="2812" y="5708"/>
                    <a:pt x="2762" y="5809"/>
                    <a:pt x="2695" y="5909"/>
                  </a:cubicBezTo>
                  <a:lnTo>
                    <a:pt x="2059" y="5491"/>
                  </a:lnTo>
                  <a:cubicBezTo>
                    <a:pt x="2126" y="5390"/>
                    <a:pt x="2193" y="5273"/>
                    <a:pt x="2260" y="5189"/>
                  </a:cubicBezTo>
                  <a:close/>
                  <a:moveTo>
                    <a:pt x="2243" y="5106"/>
                  </a:moveTo>
                  <a:lnTo>
                    <a:pt x="2227" y="5122"/>
                  </a:lnTo>
                  <a:cubicBezTo>
                    <a:pt x="2143" y="5240"/>
                    <a:pt x="2076" y="5357"/>
                    <a:pt x="1992" y="5474"/>
                  </a:cubicBezTo>
                  <a:lnTo>
                    <a:pt x="1976" y="5507"/>
                  </a:lnTo>
                  <a:lnTo>
                    <a:pt x="2712" y="5976"/>
                  </a:lnTo>
                  <a:lnTo>
                    <a:pt x="2729" y="5943"/>
                  </a:lnTo>
                  <a:cubicBezTo>
                    <a:pt x="2796" y="5825"/>
                    <a:pt x="2863" y="5725"/>
                    <a:pt x="2946" y="5625"/>
                  </a:cubicBezTo>
                  <a:lnTo>
                    <a:pt x="2963" y="5591"/>
                  </a:lnTo>
                  <a:lnTo>
                    <a:pt x="2243" y="5106"/>
                  </a:lnTo>
                  <a:close/>
                  <a:moveTo>
                    <a:pt x="23367" y="5859"/>
                  </a:moveTo>
                  <a:cubicBezTo>
                    <a:pt x="23434" y="5976"/>
                    <a:pt x="23501" y="6076"/>
                    <a:pt x="23552" y="6177"/>
                  </a:cubicBezTo>
                  <a:lnTo>
                    <a:pt x="22882" y="6562"/>
                  </a:lnTo>
                  <a:cubicBezTo>
                    <a:pt x="22832" y="6445"/>
                    <a:pt x="22782" y="6344"/>
                    <a:pt x="22715" y="6261"/>
                  </a:cubicBezTo>
                  <a:lnTo>
                    <a:pt x="23367" y="5859"/>
                  </a:lnTo>
                  <a:close/>
                  <a:moveTo>
                    <a:pt x="23384" y="5792"/>
                  </a:moveTo>
                  <a:lnTo>
                    <a:pt x="22631" y="6244"/>
                  </a:lnTo>
                  <a:lnTo>
                    <a:pt x="22648" y="6261"/>
                  </a:lnTo>
                  <a:cubicBezTo>
                    <a:pt x="22731" y="6378"/>
                    <a:pt x="22798" y="6478"/>
                    <a:pt x="22849" y="6595"/>
                  </a:cubicBezTo>
                  <a:lnTo>
                    <a:pt x="22865" y="6629"/>
                  </a:lnTo>
                  <a:lnTo>
                    <a:pt x="23618" y="6210"/>
                  </a:lnTo>
                  <a:lnTo>
                    <a:pt x="23602" y="6177"/>
                  </a:lnTo>
                  <a:cubicBezTo>
                    <a:pt x="23535" y="6060"/>
                    <a:pt x="23468" y="5926"/>
                    <a:pt x="23384" y="5809"/>
                  </a:cubicBezTo>
                  <a:lnTo>
                    <a:pt x="23384" y="5792"/>
                  </a:lnTo>
                  <a:close/>
                  <a:moveTo>
                    <a:pt x="1591" y="6261"/>
                  </a:moveTo>
                  <a:lnTo>
                    <a:pt x="2260" y="6629"/>
                  </a:lnTo>
                  <a:cubicBezTo>
                    <a:pt x="2210" y="6729"/>
                    <a:pt x="2143" y="6830"/>
                    <a:pt x="2093" y="6930"/>
                  </a:cubicBezTo>
                  <a:lnTo>
                    <a:pt x="1429" y="6582"/>
                  </a:lnTo>
                  <a:lnTo>
                    <a:pt x="1429" y="6582"/>
                  </a:lnTo>
                  <a:cubicBezTo>
                    <a:pt x="1477" y="6469"/>
                    <a:pt x="1526" y="6357"/>
                    <a:pt x="1591" y="6261"/>
                  </a:cubicBezTo>
                  <a:close/>
                  <a:moveTo>
                    <a:pt x="1574" y="6194"/>
                  </a:moveTo>
                  <a:lnTo>
                    <a:pt x="1557" y="6210"/>
                  </a:lnTo>
                  <a:cubicBezTo>
                    <a:pt x="1473" y="6328"/>
                    <a:pt x="1406" y="6461"/>
                    <a:pt x="1339" y="6579"/>
                  </a:cubicBezTo>
                  <a:lnTo>
                    <a:pt x="1339" y="6612"/>
                  </a:lnTo>
                  <a:lnTo>
                    <a:pt x="2126" y="6997"/>
                  </a:lnTo>
                  <a:lnTo>
                    <a:pt x="2126" y="6980"/>
                  </a:lnTo>
                  <a:cubicBezTo>
                    <a:pt x="2193" y="6863"/>
                    <a:pt x="2260" y="6746"/>
                    <a:pt x="2310" y="6629"/>
                  </a:cubicBezTo>
                  <a:lnTo>
                    <a:pt x="2327" y="6612"/>
                  </a:lnTo>
                  <a:lnTo>
                    <a:pt x="1574" y="6194"/>
                  </a:lnTo>
                  <a:close/>
                  <a:moveTo>
                    <a:pt x="1038" y="7416"/>
                  </a:moveTo>
                  <a:lnTo>
                    <a:pt x="1741" y="7717"/>
                  </a:lnTo>
                  <a:lnTo>
                    <a:pt x="1607" y="8035"/>
                  </a:lnTo>
                  <a:lnTo>
                    <a:pt x="904" y="7750"/>
                  </a:lnTo>
                  <a:cubicBezTo>
                    <a:pt x="938" y="7633"/>
                    <a:pt x="988" y="7516"/>
                    <a:pt x="1038" y="7416"/>
                  </a:cubicBezTo>
                  <a:close/>
                  <a:moveTo>
                    <a:pt x="1005" y="7349"/>
                  </a:moveTo>
                  <a:lnTo>
                    <a:pt x="988" y="7365"/>
                  </a:lnTo>
                  <a:cubicBezTo>
                    <a:pt x="938" y="7499"/>
                    <a:pt x="871" y="7633"/>
                    <a:pt x="821" y="7767"/>
                  </a:cubicBezTo>
                  <a:lnTo>
                    <a:pt x="821" y="7784"/>
                  </a:lnTo>
                  <a:lnTo>
                    <a:pt x="1641" y="8102"/>
                  </a:lnTo>
                  <a:lnTo>
                    <a:pt x="1641" y="8068"/>
                  </a:lnTo>
                  <a:cubicBezTo>
                    <a:pt x="1691" y="7951"/>
                    <a:pt x="1741" y="7834"/>
                    <a:pt x="1791" y="7700"/>
                  </a:cubicBezTo>
                  <a:lnTo>
                    <a:pt x="1791" y="7683"/>
                  </a:lnTo>
                  <a:lnTo>
                    <a:pt x="1005" y="7349"/>
                  </a:lnTo>
                  <a:close/>
                  <a:moveTo>
                    <a:pt x="603" y="8604"/>
                  </a:moveTo>
                  <a:lnTo>
                    <a:pt x="1323" y="8838"/>
                  </a:lnTo>
                  <a:cubicBezTo>
                    <a:pt x="1289" y="8955"/>
                    <a:pt x="1256" y="9056"/>
                    <a:pt x="1222" y="9173"/>
                  </a:cubicBezTo>
                  <a:lnTo>
                    <a:pt x="486" y="8955"/>
                  </a:lnTo>
                  <a:cubicBezTo>
                    <a:pt x="519" y="8838"/>
                    <a:pt x="553" y="8721"/>
                    <a:pt x="603" y="8604"/>
                  </a:cubicBezTo>
                  <a:close/>
                  <a:moveTo>
                    <a:pt x="553" y="8537"/>
                  </a:moveTo>
                  <a:lnTo>
                    <a:pt x="553" y="8570"/>
                  </a:lnTo>
                  <a:cubicBezTo>
                    <a:pt x="503" y="8704"/>
                    <a:pt x="469" y="8838"/>
                    <a:pt x="436" y="8972"/>
                  </a:cubicBezTo>
                  <a:lnTo>
                    <a:pt x="436" y="9006"/>
                  </a:lnTo>
                  <a:lnTo>
                    <a:pt x="1273" y="9223"/>
                  </a:lnTo>
                  <a:lnTo>
                    <a:pt x="1273" y="9207"/>
                  </a:lnTo>
                  <a:cubicBezTo>
                    <a:pt x="1306" y="9073"/>
                    <a:pt x="1339" y="8955"/>
                    <a:pt x="1390" y="8822"/>
                  </a:cubicBezTo>
                  <a:lnTo>
                    <a:pt x="1390" y="8805"/>
                  </a:lnTo>
                  <a:lnTo>
                    <a:pt x="553" y="8537"/>
                  </a:lnTo>
                  <a:close/>
                  <a:moveTo>
                    <a:pt x="285" y="9843"/>
                  </a:moveTo>
                  <a:lnTo>
                    <a:pt x="1021" y="9993"/>
                  </a:lnTo>
                  <a:cubicBezTo>
                    <a:pt x="1005" y="10094"/>
                    <a:pt x="988" y="10211"/>
                    <a:pt x="971" y="10328"/>
                  </a:cubicBezTo>
                  <a:lnTo>
                    <a:pt x="218" y="10194"/>
                  </a:lnTo>
                  <a:cubicBezTo>
                    <a:pt x="235" y="10077"/>
                    <a:pt x="251" y="9960"/>
                    <a:pt x="285" y="9843"/>
                  </a:cubicBezTo>
                  <a:close/>
                  <a:moveTo>
                    <a:pt x="235" y="9776"/>
                  </a:moveTo>
                  <a:lnTo>
                    <a:pt x="235" y="9792"/>
                  </a:lnTo>
                  <a:cubicBezTo>
                    <a:pt x="201" y="9943"/>
                    <a:pt x="168" y="10077"/>
                    <a:pt x="151" y="10211"/>
                  </a:cubicBezTo>
                  <a:lnTo>
                    <a:pt x="151" y="10244"/>
                  </a:lnTo>
                  <a:lnTo>
                    <a:pt x="1005" y="10395"/>
                  </a:lnTo>
                  <a:lnTo>
                    <a:pt x="1005" y="10362"/>
                  </a:lnTo>
                  <a:cubicBezTo>
                    <a:pt x="1038" y="10228"/>
                    <a:pt x="1055" y="10110"/>
                    <a:pt x="1088" y="9977"/>
                  </a:cubicBezTo>
                  <a:lnTo>
                    <a:pt x="1088" y="9943"/>
                  </a:lnTo>
                  <a:lnTo>
                    <a:pt x="235" y="9776"/>
                  </a:lnTo>
                  <a:close/>
                  <a:moveTo>
                    <a:pt x="25041" y="10629"/>
                  </a:moveTo>
                  <a:cubicBezTo>
                    <a:pt x="25058" y="10763"/>
                    <a:pt x="25075" y="10880"/>
                    <a:pt x="25091" y="10998"/>
                  </a:cubicBezTo>
                  <a:lnTo>
                    <a:pt x="24338" y="11081"/>
                  </a:lnTo>
                  <a:cubicBezTo>
                    <a:pt x="24322" y="10964"/>
                    <a:pt x="24305" y="10847"/>
                    <a:pt x="24288" y="10730"/>
                  </a:cubicBezTo>
                  <a:lnTo>
                    <a:pt x="25041" y="10629"/>
                  </a:lnTo>
                  <a:close/>
                  <a:moveTo>
                    <a:pt x="25108" y="10579"/>
                  </a:moveTo>
                  <a:lnTo>
                    <a:pt x="24238" y="10696"/>
                  </a:lnTo>
                  <a:lnTo>
                    <a:pt x="24238" y="10730"/>
                  </a:lnTo>
                  <a:cubicBezTo>
                    <a:pt x="24255" y="10847"/>
                    <a:pt x="24271" y="10981"/>
                    <a:pt x="24288" y="11115"/>
                  </a:cubicBezTo>
                  <a:lnTo>
                    <a:pt x="24288" y="11131"/>
                  </a:lnTo>
                  <a:lnTo>
                    <a:pt x="25158" y="11048"/>
                  </a:lnTo>
                  <a:lnTo>
                    <a:pt x="25158" y="11014"/>
                  </a:lnTo>
                  <a:cubicBezTo>
                    <a:pt x="25142" y="10880"/>
                    <a:pt x="25125" y="10747"/>
                    <a:pt x="25108" y="10596"/>
                  </a:cubicBezTo>
                  <a:lnTo>
                    <a:pt x="25108" y="10579"/>
                  </a:lnTo>
                  <a:close/>
                  <a:moveTo>
                    <a:pt x="101" y="11098"/>
                  </a:moveTo>
                  <a:lnTo>
                    <a:pt x="854" y="11165"/>
                  </a:lnTo>
                  <a:cubicBezTo>
                    <a:pt x="837" y="11282"/>
                    <a:pt x="821" y="11399"/>
                    <a:pt x="821" y="11516"/>
                  </a:cubicBezTo>
                  <a:lnTo>
                    <a:pt x="67" y="11466"/>
                  </a:lnTo>
                  <a:cubicBezTo>
                    <a:pt x="67" y="11349"/>
                    <a:pt x="84" y="11215"/>
                    <a:pt x="101" y="11098"/>
                  </a:cubicBezTo>
                  <a:close/>
                  <a:moveTo>
                    <a:pt x="34" y="11048"/>
                  </a:moveTo>
                  <a:lnTo>
                    <a:pt x="34" y="11065"/>
                  </a:lnTo>
                  <a:cubicBezTo>
                    <a:pt x="34" y="11198"/>
                    <a:pt x="0" y="11349"/>
                    <a:pt x="0" y="11483"/>
                  </a:cubicBezTo>
                  <a:lnTo>
                    <a:pt x="0" y="11516"/>
                  </a:lnTo>
                  <a:lnTo>
                    <a:pt x="871" y="11583"/>
                  </a:lnTo>
                  <a:lnTo>
                    <a:pt x="871" y="11550"/>
                  </a:lnTo>
                  <a:cubicBezTo>
                    <a:pt x="888" y="11416"/>
                    <a:pt x="888" y="11282"/>
                    <a:pt x="904" y="11148"/>
                  </a:cubicBezTo>
                  <a:lnTo>
                    <a:pt x="904" y="11131"/>
                  </a:lnTo>
                  <a:lnTo>
                    <a:pt x="34" y="11048"/>
                  </a:lnTo>
                  <a:close/>
                  <a:moveTo>
                    <a:pt x="25158" y="11901"/>
                  </a:moveTo>
                  <a:lnTo>
                    <a:pt x="25158" y="12270"/>
                  </a:lnTo>
                  <a:lnTo>
                    <a:pt x="24388" y="12270"/>
                  </a:lnTo>
                  <a:lnTo>
                    <a:pt x="24388" y="11918"/>
                  </a:lnTo>
                  <a:lnTo>
                    <a:pt x="25158" y="11901"/>
                  </a:lnTo>
                  <a:close/>
                  <a:moveTo>
                    <a:pt x="25209" y="11851"/>
                  </a:moveTo>
                  <a:lnTo>
                    <a:pt x="24355" y="11885"/>
                  </a:lnTo>
                  <a:lnTo>
                    <a:pt x="24355" y="11901"/>
                  </a:lnTo>
                  <a:lnTo>
                    <a:pt x="24355" y="12303"/>
                  </a:lnTo>
                  <a:lnTo>
                    <a:pt x="24355" y="12320"/>
                  </a:lnTo>
                  <a:lnTo>
                    <a:pt x="25209" y="12320"/>
                  </a:lnTo>
                  <a:lnTo>
                    <a:pt x="25209" y="12286"/>
                  </a:lnTo>
                  <a:lnTo>
                    <a:pt x="25209" y="11868"/>
                  </a:lnTo>
                  <a:lnTo>
                    <a:pt x="25209" y="11851"/>
                  </a:lnTo>
                  <a:close/>
                  <a:moveTo>
                    <a:pt x="804" y="12370"/>
                  </a:moveTo>
                  <a:lnTo>
                    <a:pt x="804" y="12722"/>
                  </a:lnTo>
                  <a:lnTo>
                    <a:pt x="34" y="12738"/>
                  </a:lnTo>
                  <a:lnTo>
                    <a:pt x="34" y="12370"/>
                  </a:lnTo>
                  <a:close/>
                  <a:moveTo>
                    <a:pt x="0" y="12320"/>
                  </a:moveTo>
                  <a:lnTo>
                    <a:pt x="0" y="12353"/>
                  </a:lnTo>
                  <a:lnTo>
                    <a:pt x="0" y="12772"/>
                  </a:lnTo>
                  <a:lnTo>
                    <a:pt x="0" y="12789"/>
                  </a:lnTo>
                  <a:lnTo>
                    <a:pt x="854" y="12772"/>
                  </a:lnTo>
                  <a:lnTo>
                    <a:pt x="854" y="12738"/>
                  </a:lnTo>
                  <a:lnTo>
                    <a:pt x="854" y="12353"/>
                  </a:lnTo>
                  <a:lnTo>
                    <a:pt x="854" y="12320"/>
                  </a:lnTo>
                  <a:close/>
                  <a:moveTo>
                    <a:pt x="24372" y="13107"/>
                  </a:moveTo>
                  <a:lnTo>
                    <a:pt x="25125" y="13174"/>
                  </a:lnTo>
                  <a:cubicBezTo>
                    <a:pt x="25125" y="13291"/>
                    <a:pt x="25108" y="13408"/>
                    <a:pt x="25091" y="13542"/>
                  </a:cubicBezTo>
                  <a:lnTo>
                    <a:pt x="24338" y="13458"/>
                  </a:lnTo>
                  <a:cubicBezTo>
                    <a:pt x="24338" y="13341"/>
                    <a:pt x="24372" y="13224"/>
                    <a:pt x="24372" y="13107"/>
                  </a:cubicBezTo>
                  <a:close/>
                  <a:moveTo>
                    <a:pt x="24305" y="13056"/>
                  </a:moveTo>
                  <a:lnTo>
                    <a:pt x="24305" y="13090"/>
                  </a:lnTo>
                  <a:cubicBezTo>
                    <a:pt x="24305" y="13224"/>
                    <a:pt x="24288" y="13358"/>
                    <a:pt x="24271" y="13475"/>
                  </a:cubicBezTo>
                  <a:lnTo>
                    <a:pt x="24271" y="13508"/>
                  </a:lnTo>
                  <a:lnTo>
                    <a:pt x="25142" y="13592"/>
                  </a:lnTo>
                  <a:lnTo>
                    <a:pt x="25142" y="13559"/>
                  </a:lnTo>
                  <a:cubicBezTo>
                    <a:pt x="25158" y="13425"/>
                    <a:pt x="25158" y="13274"/>
                    <a:pt x="25175" y="13140"/>
                  </a:cubicBezTo>
                  <a:lnTo>
                    <a:pt x="25175" y="13123"/>
                  </a:lnTo>
                  <a:lnTo>
                    <a:pt x="24305" y="13056"/>
                  </a:lnTo>
                  <a:close/>
                  <a:moveTo>
                    <a:pt x="837" y="13559"/>
                  </a:moveTo>
                  <a:cubicBezTo>
                    <a:pt x="854" y="13676"/>
                    <a:pt x="871" y="13793"/>
                    <a:pt x="888" y="13910"/>
                  </a:cubicBezTo>
                  <a:lnTo>
                    <a:pt x="134" y="14011"/>
                  </a:lnTo>
                  <a:cubicBezTo>
                    <a:pt x="118" y="13893"/>
                    <a:pt x="101" y="13776"/>
                    <a:pt x="84" y="13642"/>
                  </a:cubicBezTo>
                  <a:lnTo>
                    <a:pt x="837" y="13559"/>
                  </a:lnTo>
                  <a:close/>
                  <a:moveTo>
                    <a:pt x="888" y="13508"/>
                  </a:moveTo>
                  <a:lnTo>
                    <a:pt x="34" y="13592"/>
                  </a:lnTo>
                  <a:lnTo>
                    <a:pt x="34" y="13626"/>
                  </a:lnTo>
                  <a:cubicBezTo>
                    <a:pt x="51" y="13759"/>
                    <a:pt x="67" y="13910"/>
                    <a:pt x="84" y="14044"/>
                  </a:cubicBezTo>
                  <a:lnTo>
                    <a:pt x="84" y="14061"/>
                  </a:lnTo>
                  <a:lnTo>
                    <a:pt x="938" y="13944"/>
                  </a:lnTo>
                  <a:lnTo>
                    <a:pt x="938" y="13927"/>
                  </a:lnTo>
                  <a:cubicBezTo>
                    <a:pt x="921" y="13793"/>
                    <a:pt x="904" y="13659"/>
                    <a:pt x="888" y="13525"/>
                  </a:cubicBezTo>
                  <a:lnTo>
                    <a:pt x="888" y="13508"/>
                  </a:lnTo>
                  <a:close/>
                  <a:moveTo>
                    <a:pt x="24221" y="14312"/>
                  </a:moveTo>
                  <a:lnTo>
                    <a:pt x="24974" y="14446"/>
                  </a:lnTo>
                  <a:cubicBezTo>
                    <a:pt x="24958" y="14563"/>
                    <a:pt x="24941" y="14680"/>
                    <a:pt x="24907" y="14814"/>
                  </a:cubicBezTo>
                  <a:lnTo>
                    <a:pt x="24154" y="14647"/>
                  </a:lnTo>
                  <a:cubicBezTo>
                    <a:pt x="24188" y="14546"/>
                    <a:pt x="24204" y="14429"/>
                    <a:pt x="24221" y="14312"/>
                  </a:cubicBezTo>
                  <a:close/>
                  <a:moveTo>
                    <a:pt x="24171" y="14245"/>
                  </a:moveTo>
                  <a:lnTo>
                    <a:pt x="24171" y="14278"/>
                  </a:lnTo>
                  <a:cubicBezTo>
                    <a:pt x="24154" y="14412"/>
                    <a:pt x="24121" y="14546"/>
                    <a:pt x="24104" y="14663"/>
                  </a:cubicBezTo>
                  <a:lnTo>
                    <a:pt x="24104" y="14697"/>
                  </a:lnTo>
                  <a:lnTo>
                    <a:pt x="24941" y="14864"/>
                  </a:lnTo>
                  <a:lnTo>
                    <a:pt x="24941" y="14847"/>
                  </a:lnTo>
                  <a:cubicBezTo>
                    <a:pt x="24974" y="14697"/>
                    <a:pt x="25008" y="14563"/>
                    <a:pt x="25025" y="14429"/>
                  </a:cubicBezTo>
                  <a:lnTo>
                    <a:pt x="25025" y="14396"/>
                  </a:lnTo>
                  <a:lnTo>
                    <a:pt x="24171" y="14245"/>
                  </a:lnTo>
                  <a:close/>
                  <a:moveTo>
                    <a:pt x="1038" y="14747"/>
                  </a:moveTo>
                  <a:cubicBezTo>
                    <a:pt x="1055" y="14864"/>
                    <a:pt x="1088" y="14965"/>
                    <a:pt x="1122" y="15082"/>
                  </a:cubicBezTo>
                  <a:lnTo>
                    <a:pt x="369" y="15266"/>
                  </a:lnTo>
                  <a:cubicBezTo>
                    <a:pt x="335" y="15149"/>
                    <a:pt x="318" y="15032"/>
                    <a:pt x="285" y="14898"/>
                  </a:cubicBezTo>
                  <a:lnTo>
                    <a:pt x="1038" y="14747"/>
                  </a:lnTo>
                  <a:close/>
                  <a:moveTo>
                    <a:pt x="1105" y="14680"/>
                  </a:moveTo>
                  <a:lnTo>
                    <a:pt x="235" y="14847"/>
                  </a:lnTo>
                  <a:lnTo>
                    <a:pt x="235" y="14881"/>
                  </a:lnTo>
                  <a:cubicBezTo>
                    <a:pt x="268" y="15015"/>
                    <a:pt x="302" y="15165"/>
                    <a:pt x="335" y="15299"/>
                  </a:cubicBezTo>
                  <a:lnTo>
                    <a:pt x="335" y="15316"/>
                  </a:lnTo>
                  <a:lnTo>
                    <a:pt x="1189" y="15115"/>
                  </a:lnTo>
                  <a:lnTo>
                    <a:pt x="1189" y="15082"/>
                  </a:lnTo>
                  <a:cubicBezTo>
                    <a:pt x="1155" y="14948"/>
                    <a:pt x="1122" y="14831"/>
                    <a:pt x="1105" y="14697"/>
                  </a:cubicBezTo>
                  <a:lnTo>
                    <a:pt x="1105" y="14680"/>
                  </a:lnTo>
                  <a:close/>
                  <a:moveTo>
                    <a:pt x="23970" y="15467"/>
                  </a:moveTo>
                  <a:lnTo>
                    <a:pt x="24706" y="15668"/>
                  </a:lnTo>
                  <a:cubicBezTo>
                    <a:pt x="24673" y="15785"/>
                    <a:pt x="24640" y="15919"/>
                    <a:pt x="24606" y="16036"/>
                  </a:cubicBezTo>
                  <a:lnTo>
                    <a:pt x="23870" y="15802"/>
                  </a:lnTo>
                  <a:cubicBezTo>
                    <a:pt x="23903" y="15684"/>
                    <a:pt x="23937" y="15584"/>
                    <a:pt x="23970" y="15467"/>
                  </a:cubicBezTo>
                  <a:close/>
                  <a:moveTo>
                    <a:pt x="23920" y="15400"/>
                  </a:moveTo>
                  <a:lnTo>
                    <a:pt x="23920" y="15433"/>
                  </a:lnTo>
                  <a:cubicBezTo>
                    <a:pt x="23886" y="15550"/>
                    <a:pt x="23836" y="15684"/>
                    <a:pt x="23803" y="15802"/>
                  </a:cubicBezTo>
                  <a:lnTo>
                    <a:pt x="23803" y="15835"/>
                  </a:lnTo>
                  <a:lnTo>
                    <a:pt x="24623" y="16103"/>
                  </a:lnTo>
                  <a:lnTo>
                    <a:pt x="24623" y="16086"/>
                  </a:lnTo>
                  <a:cubicBezTo>
                    <a:pt x="24673" y="15935"/>
                    <a:pt x="24723" y="15802"/>
                    <a:pt x="24757" y="15668"/>
                  </a:cubicBezTo>
                  <a:lnTo>
                    <a:pt x="24757" y="15634"/>
                  </a:lnTo>
                  <a:lnTo>
                    <a:pt x="23920" y="15400"/>
                  </a:lnTo>
                  <a:close/>
                  <a:moveTo>
                    <a:pt x="1339" y="15902"/>
                  </a:moveTo>
                  <a:cubicBezTo>
                    <a:pt x="1373" y="16019"/>
                    <a:pt x="1406" y="16120"/>
                    <a:pt x="1457" y="16220"/>
                  </a:cubicBezTo>
                  <a:lnTo>
                    <a:pt x="737" y="16488"/>
                  </a:lnTo>
                  <a:cubicBezTo>
                    <a:pt x="687" y="16371"/>
                    <a:pt x="653" y="16237"/>
                    <a:pt x="620" y="16120"/>
                  </a:cubicBezTo>
                  <a:lnTo>
                    <a:pt x="1339" y="15902"/>
                  </a:lnTo>
                  <a:close/>
                  <a:moveTo>
                    <a:pt x="1406" y="15835"/>
                  </a:moveTo>
                  <a:lnTo>
                    <a:pt x="570" y="16086"/>
                  </a:lnTo>
                  <a:lnTo>
                    <a:pt x="570" y="16120"/>
                  </a:lnTo>
                  <a:cubicBezTo>
                    <a:pt x="603" y="16253"/>
                    <a:pt x="653" y="16387"/>
                    <a:pt x="703" y="16521"/>
                  </a:cubicBezTo>
                  <a:lnTo>
                    <a:pt x="703" y="16538"/>
                  </a:lnTo>
                  <a:lnTo>
                    <a:pt x="1524" y="16253"/>
                  </a:lnTo>
                  <a:lnTo>
                    <a:pt x="1524" y="16237"/>
                  </a:lnTo>
                  <a:cubicBezTo>
                    <a:pt x="1473" y="16103"/>
                    <a:pt x="1440" y="15986"/>
                    <a:pt x="1406" y="15852"/>
                  </a:cubicBezTo>
                  <a:lnTo>
                    <a:pt x="1406" y="15835"/>
                  </a:lnTo>
                  <a:close/>
                  <a:moveTo>
                    <a:pt x="23602" y="16605"/>
                  </a:moveTo>
                  <a:lnTo>
                    <a:pt x="24305" y="16890"/>
                  </a:lnTo>
                  <a:cubicBezTo>
                    <a:pt x="24255" y="17007"/>
                    <a:pt x="24221" y="17124"/>
                    <a:pt x="24171" y="17224"/>
                  </a:cubicBezTo>
                  <a:lnTo>
                    <a:pt x="23468" y="16923"/>
                  </a:lnTo>
                  <a:cubicBezTo>
                    <a:pt x="23501" y="16823"/>
                    <a:pt x="23552" y="16722"/>
                    <a:pt x="23602" y="16605"/>
                  </a:cubicBezTo>
                  <a:close/>
                  <a:moveTo>
                    <a:pt x="23535" y="16538"/>
                  </a:moveTo>
                  <a:lnTo>
                    <a:pt x="23535" y="16572"/>
                  </a:lnTo>
                  <a:cubicBezTo>
                    <a:pt x="23485" y="16689"/>
                    <a:pt x="23434" y="16806"/>
                    <a:pt x="23384" y="16940"/>
                  </a:cubicBezTo>
                  <a:lnTo>
                    <a:pt x="23384" y="16957"/>
                  </a:lnTo>
                  <a:lnTo>
                    <a:pt x="24171" y="17308"/>
                  </a:lnTo>
                  <a:lnTo>
                    <a:pt x="24171" y="17275"/>
                  </a:lnTo>
                  <a:cubicBezTo>
                    <a:pt x="24238" y="17141"/>
                    <a:pt x="24288" y="17007"/>
                    <a:pt x="24338" y="16890"/>
                  </a:cubicBezTo>
                  <a:lnTo>
                    <a:pt x="24338" y="16856"/>
                  </a:lnTo>
                  <a:lnTo>
                    <a:pt x="23535" y="16538"/>
                  </a:lnTo>
                  <a:close/>
                  <a:moveTo>
                    <a:pt x="21007" y="20589"/>
                  </a:moveTo>
                  <a:lnTo>
                    <a:pt x="21543" y="21124"/>
                  </a:lnTo>
                  <a:cubicBezTo>
                    <a:pt x="21459" y="21208"/>
                    <a:pt x="21376" y="21292"/>
                    <a:pt x="21275" y="21392"/>
                  </a:cubicBezTo>
                  <a:lnTo>
                    <a:pt x="20756" y="20840"/>
                  </a:lnTo>
                  <a:lnTo>
                    <a:pt x="20773" y="20823"/>
                  </a:lnTo>
                  <a:cubicBezTo>
                    <a:pt x="20840" y="20756"/>
                    <a:pt x="20924" y="20672"/>
                    <a:pt x="21007" y="20589"/>
                  </a:cubicBezTo>
                  <a:close/>
                  <a:moveTo>
                    <a:pt x="21007" y="20522"/>
                  </a:moveTo>
                  <a:lnTo>
                    <a:pt x="20974" y="20539"/>
                  </a:lnTo>
                  <a:cubicBezTo>
                    <a:pt x="20890" y="20639"/>
                    <a:pt x="20790" y="20723"/>
                    <a:pt x="20706" y="20823"/>
                  </a:cubicBezTo>
                  <a:lnTo>
                    <a:pt x="20689" y="20840"/>
                  </a:lnTo>
                  <a:lnTo>
                    <a:pt x="21275" y="21459"/>
                  </a:lnTo>
                  <a:lnTo>
                    <a:pt x="21309" y="21442"/>
                  </a:lnTo>
                  <a:cubicBezTo>
                    <a:pt x="21392" y="21359"/>
                    <a:pt x="21509" y="21242"/>
                    <a:pt x="21610" y="21141"/>
                  </a:cubicBezTo>
                  <a:lnTo>
                    <a:pt x="21627" y="21124"/>
                  </a:lnTo>
                  <a:lnTo>
                    <a:pt x="21007" y="20522"/>
                  </a:lnTo>
                  <a:close/>
                  <a:moveTo>
                    <a:pt x="20103" y="21409"/>
                  </a:moveTo>
                  <a:lnTo>
                    <a:pt x="20589" y="21995"/>
                  </a:lnTo>
                  <a:cubicBezTo>
                    <a:pt x="20488" y="22079"/>
                    <a:pt x="20388" y="22145"/>
                    <a:pt x="20304" y="22229"/>
                  </a:cubicBezTo>
                  <a:lnTo>
                    <a:pt x="19836" y="21627"/>
                  </a:lnTo>
                  <a:lnTo>
                    <a:pt x="19852" y="21610"/>
                  </a:lnTo>
                  <a:cubicBezTo>
                    <a:pt x="19936" y="21543"/>
                    <a:pt x="20036" y="21476"/>
                    <a:pt x="20103" y="21409"/>
                  </a:cubicBezTo>
                  <a:close/>
                  <a:moveTo>
                    <a:pt x="20103" y="21342"/>
                  </a:moveTo>
                  <a:lnTo>
                    <a:pt x="20087" y="21359"/>
                  </a:lnTo>
                  <a:cubicBezTo>
                    <a:pt x="19986" y="21442"/>
                    <a:pt x="19886" y="21509"/>
                    <a:pt x="19769" y="21593"/>
                  </a:cubicBezTo>
                  <a:lnTo>
                    <a:pt x="19752" y="21610"/>
                  </a:lnTo>
                  <a:lnTo>
                    <a:pt x="20288" y="22296"/>
                  </a:lnTo>
                  <a:lnTo>
                    <a:pt x="20304" y="22279"/>
                  </a:lnTo>
                  <a:cubicBezTo>
                    <a:pt x="20438" y="22196"/>
                    <a:pt x="20539" y="22112"/>
                    <a:pt x="20639" y="22012"/>
                  </a:cubicBezTo>
                  <a:lnTo>
                    <a:pt x="20656" y="21995"/>
                  </a:lnTo>
                  <a:lnTo>
                    <a:pt x="20103" y="21342"/>
                  </a:lnTo>
                  <a:close/>
                  <a:moveTo>
                    <a:pt x="6395" y="22346"/>
                  </a:moveTo>
                  <a:lnTo>
                    <a:pt x="6696" y="22514"/>
                  </a:lnTo>
                  <a:lnTo>
                    <a:pt x="6311" y="23183"/>
                  </a:lnTo>
                  <a:cubicBezTo>
                    <a:pt x="6194" y="23116"/>
                    <a:pt x="6093" y="23049"/>
                    <a:pt x="5993" y="22982"/>
                  </a:cubicBezTo>
                  <a:lnTo>
                    <a:pt x="6395" y="22346"/>
                  </a:lnTo>
                  <a:close/>
                  <a:moveTo>
                    <a:pt x="6378" y="22279"/>
                  </a:moveTo>
                  <a:lnTo>
                    <a:pt x="5926" y="23016"/>
                  </a:lnTo>
                  <a:lnTo>
                    <a:pt x="5943" y="23033"/>
                  </a:lnTo>
                  <a:cubicBezTo>
                    <a:pt x="6060" y="23100"/>
                    <a:pt x="6177" y="23167"/>
                    <a:pt x="6311" y="23233"/>
                  </a:cubicBezTo>
                  <a:lnTo>
                    <a:pt x="6328" y="23250"/>
                  </a:lnTo>
                  <a:lnTo>
                    <a:pt x="6763" y="22514"/>
                  </a:lnTo>
                  <a:lnTo>
                    <a:pt x="6746" y="22497"/>
                  </a:lnTo>
                  <a:lnTo>
                    <a:pt x="6395" y="22296"/>
                  </a:lnTo>
                  <a:lnTo>
                    <a:pt x="6378" y="22279"/>
                  </a:lnTo>
                  <a:close/>
                  <a:moveTo>
                    <a:pt x="7449" y="22915"/>
                  </a:moveTo>
                  <a:cubicBezTo>
                    <a:pt x="7549" y="22966"/>
                    <a:pt x="7650" y="23016"/>
                    <a:pt x="7750" y="23066"/>
                  </a:cubicBezTo>
                  <a:lnTo>
                    <a:pt x="7449" y="23769"/>
                  </a:lnTo>
                  <a:lnTo>
                    <a:pt x="7114" y="23602"/>
                  </a:lnTo>
                  <a:lnTo>
                    <a:pt x="7449" y="22915"/>
                  </a:lnTo>
                  <a:close/>
                  <a:moveTo>
                    <a:pt x="7416" y="22865"/>
                  </a:moveTo>
                  <a:lnTo>
                    <a:pt x="7031" y="23635"/>
                  </a:lnTo>
                  <a:lnTo>
                    <a:pt x="7064" y="23635"/>
                  </a:lnTo>
                  <a:cubicBezTo>
                    <a:pt x="7165" y="23685"/>
                    <a:pt x="7282" y="23752"/>
                    <a:pt x="7399" y="23803"/>
                  </a:cubicBezTo>
                  <a:lnTo>
                    <a:pt x="7449" y="23819"/>
                  </a:lnTo>
                  <a:lnTo>
                    <a:pt x="7466" y="23836"/>
                  </a:lnTo>
                  <a:lnTo>
                    <a:pt x="7817" y="23033"/>
                  </a:lnTo>
                  <a:lnTo>
                    <a:pt x="7801" y="23033"/>
                  </a:lnTo>
                  <a:cubicBezTo>
                    <a:pt x="7683" y="22982"/>
                    <a:pt x="7566" y="22932"/>
                    <a:pt x="7449" y="22865"/>
                  </a:cubicBezTo>
                  <a:close/>
                  <a:moveTo>
                    <a:pt x="8537" y="23384"/>
                  </a:moveTo>
                  <a:cubicBezTo>
                    <a:pt x="8654" y="23418"/>
                    <a:pt x="8755" y="23468"/>
                    <a:pt x="8872" y="23501"/>
                  </a:cubicBezTo>
                  <a:lnTo>
                    <a:pt x="8621" y="24221"/>
                  </a:lnTo>
                  <a:cubicBezTo>
                    <a:pt x="8520" y="24188"/>
                    <a:pt x="8386" y="24137"/>
                    <a:pt x="8269" y="24104"/>
                  </a:cubicBezTo>
                  <a:lnTo>
                    <a:pt x="8537" y="23384"/>
                  </a:lnTo>
                  <a:close/>
                  <a:moveTo>
                    <a:pt x="8504" y="23317"/>
                  </a:moveTo>
                  <a:lnTo>
                    <a:pt x="8202" y="24137"/>
                  </a:lnTo>
                  <a:lnTo>
                    <a:pt x="8236" y="24154"/>
                  </a:lnTo>
                  <a:lnTo>
                    <a:pt x="8637" y="24305"/>
                  </a:lnTo>
                  <a:lnTo>
                    <a:pt x="8654" y="24305"/>
                  </a:lnTo>
                  <a:lnTo>
                    <a:pt x="8939" y="23451"/>
                  </a:lnTo>
                  <a:lnTo>
                    <a:pt x="8905" y="23451"/>
                  </a:lnTo>
                  <a:cubicBezTo>
                    <a:pt x="8788" y="23401"/>
                    <a:pt x="8654" y="23367"/>
                    <a:pt x="8537" y="23317"/>
                  </a:cubicBezTo>
                  <a:close/>
                  <a:moveTo>
                    <a:pt x="15919" y="23635"/>
                  </a:moveTo>
                  <a:lnTo>
                    <a:pt x="16136" y="24355"/>
                  </a:lnTo>
                  <a:lnTo>
                    <a:pt x="15768" y="24455"/>
                  </a:lnTo>
                  <a:lnTo>
                    <a:pt x="15584" y="23719"/>
                  </a:lnTo>
                  <a:lnTo>
                    <a:pt x="15601" y="23719"/>
                  </a:lnTo>
                  <a:cubicBezTo>
                    <a:pt x="15701" y="23685"/>
                    <a:pt x="15818" y="23652"/>
                    <a:pt x="15919" y="23635"/>
                  </a:cubicBezTo>
                  <a:close/>
                  <a:moveTo>
                    <a:pt x="15919" y="23585"/>
                  </a:moveTo>
                  <a:cubicBezTo>
                    <a:pt x="15802" y="23618"/>
                    <a:pt x="15668" y="23652"/>
                    <a:pt x="15551" y="23685"/>
                  </a:cubicBezTo>
                  <a:lnTo>
                    <a:pt x="15534" y="23685"/>
                  </a:lnTo>
                  <a:lnTo>
                    <a:pt x="15735" y="24522"/>
                  </a:lnTo>
                  <a:lnTo>
                    <a:pt x="15768" y="24539"/>
                  </a:lnTo>
                  <a:cubicBezTo>
                    <a:pt x="15902" y="24506"/>
                    <a:pt x="16036" y="24472"/>
                    <a:pt x="16170" y="24422"/>
                  </a:cubicBezTo>
                  <a:lnTo>
                    <a:pt x="16203" y="24422"/>
                  </a:lnTo>
                  <a:lnTo>
                    <a:pt x="15969" y="23585"/>
                  </a:lnTo>
                  <a:close/>
                  <a:moveTo>
                    <a:pt x="9675" y="23736"/>
                  </a:moveTo>
                  <a:cubicBezTo>
                    <a:pt x="9792" y="23769"/>
                    <a:pt x="9910" y="23803"/>
                    <a:pt x="10027" y="23819"/>
                  </a:cubicBezTo>
                  <a:lnTo>
                    <a:pt x="9859" y="24573"/>
                  </a:lnTo>
                  <a:lnTo>
                    <a:pt x="9491" y="24472"/>
                  </a:lnTo>
                  <a:lnTo>
                    <a:pt x="9675" y="23736"/>
                  </a:lnTo>
                  <a:close/>
                  <a:moveTo>
                    <a:pt x="9642" y="23685"/>
                  </a:moveTo>
                  <a:lnTo>
                    <a:pt x="9424" y="24522"/>
                  </a:lnTo>
                  <a:lnTo>
                    <a:pt x="9441" y="24522"/>
                  </a:lnTo>
                  <a:lnTo>
                    <a:pt x="9859" y="24623"/>
                  </a:lnTo>
                  <a:lnTo>
                    <a:pt x="9876" y="24623"/>
                  </a:lnTo>
                  <a:lnTo>
                    <a:pt x="10077" y="23769"/>
                  </a:lnTo>
                  <a:lnTo>
                    <a:pt x="10044" y="23769"/>
                  </a:lnTo>
                  <a:cubicBezTo>
                    <a:pt x="9910" y="23736"/>
                    <a:pt x="9792" y="23719"/>
                    <a:pt x="9659" y="23685"/>
                  </a:cubicBezTo>
                  <a:close/>
                  <a:moveTo>
                    <a:pt x="14747" y="23903"/>
                  </a:moveTo>
                  <a:lnTo>
                    <a:pt x="14898" y="24656"/>
                  </a:lnTo>
                  <a:cubicBezTo>
                    <a:pt x="14781" y="24690"/>
                    <a:pt x="14647" y="24706"/>
                    <a:pt x="14529" y="24723"/>
                  </a:cubicBezTo>
                  <a:lnTo>
                    <a:pt x="14412" y="23970"/>
                  </a:lnTo>
                  <a:lnTo>
                    <a:pt x="14429" y="23953"/>
                  </a:lnTo>
                  <a:cubicBezTo>
                    <a:pt x="14546" y="23936"/>
                    <a:pt x="14663" y="23920"/>
                    <a:pt x="14747" y="23903"/>
                  </a:cubicBezTo>
                  <a:close/>
                  <a:moveTo>
                    <a:pt x="10847" y="23987"/>
                  </a:moveTo>
                  <a:lnTo>
                    <a:pt x="11198" y="24037"/>
                  </a:lnTo>
                  <a:lnTo>
                    <a:pt x="11115" y="24790"/>
                  </a:lnTo>
                  <a:cubicBezTo>
                    <a:pt x="10981" y="24773"/>
                    <a:pt x="10864" y="24757"/>
                    <a:pt x="10747" y="24740"/>
                  </a:cubicBezTo>
                  <a:lnTo>
                    <a:pt x="10847" y="23987"/>
                  </a:lnTo>
                  <a:close/>
                  <a:moveTo>
                    <a:pt x="14764" y="23853"/>
                  </a:moveTo>
                  <a:cubicBezTo>
                    <a:pt x="14647" y="23886"/>
                    <a:pt x="14513" y="23903"/>
                    <a:pt x="14379" y="23920"/>
                  </a:cubicBezTo>
                  <a:lnTo>
                    <a:pt x="14345" y="23920"/>
                  </a:lnTo>
                  <a:lnTo>
                    <a:pt x="14479" y="24790"/>
                  </a:lnTo>
                  <a:lnTo>
                    <a:pt x="14513" y="24790"/>
                  </a:lnTo>
                  <a:lnTo>
                    <a:pt x="14931" y="24706"/>
                  </a:lnTo>
                  <a:lnTo>
                    <a:pt x="14965" y="24706"/>
                  </a:lnTo>
                  <a:lnTo>
                    <a:pt x="14797" y="23853"/>
                  </a:lnTo>
                  <a:close/>
                  <a:moveTo>
                    <a:pt x="10814" y="23920"/>
                  </a:moveTo>
                  <a:lnTo>
                    <a:pt x="10680" y="24790"/>
                  </a:lnTo>
                  <a:lnTo>
                    <a:pt x="10730" y="24790"/>
                  </a:lnTo>
                  <a:cubicBezTo>
                    <a:pt x="10864" y="24807"/>
                    <a:pt x="10998" y="24824"/>
                    <a:pt x="11148" y="24840"/>
                  </a:cubicBezTo>
                  <a:lnTo>
                    <a:pt x="11249" y="23970"/>
                  </a:lnTo>
                  <a:lnTo>
                    <a:pt x="11232" y="23970"/>
                  </a:lnTo>
                  <a:cubicBezTo>
                    <a:pt x="11098" y="23953"/>
                    <a:pt x="10964" y="23936"/>
                    <a:pt x="10830" y="23920"/>
                  </a:cubicBezTo>
                  <a:close/>
                  <a:moveTo>
                    <a:pt x="13575" y="24070"/>
                  </a:moveTo>
                  <a:lnTo>
                    <a:pt x="13642" y="24824"/>
                  </a:lnTo>
                  <a:lnTo>
                    <a:pt x="13274" y="24857"/>
                  </a:lnTo>
                  <a:lnTo>
                    <a:pt x="13224" y="24087"/>
                  </a:lnTo>
                  <a:lnTo>
                    <a:pt x="13241" y="24087"/>
                  </a:lnTo>
                  <a:cubicBezTo>
                    <a:pt x="13358" y="24087"/>
                    <a:pt x="13475" y="24087"/>
                    <a:pt x="13575" y="24070"/>
                  </a:cubicBezTo>
                  <a:close/>
                  <a:moveTo>
                    <a:pt x="12387" y="24104"/>
                  </a:moveTo>
                  <a:lnTo>
                    <a:pt x="12387" y="24874"/>
                  </a:lnTo>
                  <a:cubicBezTo>
                    <a:pt x="12253" y="24874"/>
                    <a:pt x="12136" y="24857"/>
                    <a:pt x="12002" y="24857"/>
                  </a:cubicBezTo>
                  <a:lnTo>
                    <a:pt x="12052" y="24104"/>
                  </a:lnTo>
                  <a:close/>
                  <a:moveTo>
                    <a:pt x="13609" y="24020"/>
                  </a:moveTo>
                  <a:cubicBezTo>
                    <a:pt x="13475" y="24020"/>
                    <a:pt x="13341" y="24037"/>
                    <a:pt x="13207" y="24037"/>
                  </a:cubicBezTo>
                  <a:lnTo>
                    <a:pt x="13190" y="24037"/>
                  </a:lnTo>
                  <a:lnTo>
                    <a:pt x="13224" y="24907"/>
                  </a:lnTo>
                  <a:lnTo>
                    <a:pt x="13257" y="24907"/>
                  </a:lnTo>
                  <a:cubicBezTo>
                    <a:pt x="13391" y="24907"/>
                    <a:pt x="13542" y="24891"/>
                    <a:pt x="13676" y="24874"/>
                  </a:cubicBezTo>
                  <a:lnTo>
                    <a:pt x="13709" y="24874"/>
                  </a:lnTo>
                  <a:lnTo>
                    <a:pt x="13626" y="24020"/>
                  </a:lnTo>
                  <a:close/>
                  <a:moveTo>
                    <a:pt x="12002" y="24037"/>
                  </a:moveTo>
                  <a:lnTo>
                    <a:pt x="11952" y="24907"/>
                  </a:lnTo>
                  <a:lnTo>
                    <a:pt x="11985" y="24907"/>
                  </a:lnTo>
                  <a:lnTo>
                    <a:pt x="12404" y="24924"/>
                  </a:lnTo>
                  <a:lnTo>
                    <a:pt x="12437" y="24924"/>
                  </a:lnTo>
                  <a:lnTo>
                    <a:pt x="12437" y="24054"/>
                  </a:lnTo>
                  <a:lnTo>
                    <a:pt x="12420" y="24054"/>
                  </a:lnTo>
                  <a:cubicBezTo>
                    <a:pt x="12286" y="24037"/>
                    <a:pt x="12153" y="24037"/>
                    <a:pt x="12019" y="2403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24"/>
          <p:cNvGrpSpPr/>
          <p:nvPr/>
        </p:nvGrpSpPr>
        <p:grpSpPr>
          <a:xfrm rot="-5400000" flipH="1">
            <a:off x="66202" y="481683"/>
            <a:ext cx="465355" cy="267299"/>
            <a:chOff x="5170200" y="1827055"/>
            <a:chExt cx="336458" cy="193247"/>
          </a:xfrm>
        </p:grpSpPr>
        <p:sp>
          <p:nvSpPr>
            <p:cNvPr id="743" name="Google Shape;743;p24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4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4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4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4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4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4"/>
            <p:cNvSpPr/>
            <p:nvPr/>
          </p:nvSpPr>
          <p:spPr>
            <a:xfrm flipH="1">
              <a:off x="5331652" y="1832505"/>
              <a:ext cx="747" cy="124276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5467914" y="1829519"/>
              <a:ext cx="1548" cy="122937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24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754" name="Google Shape;754;p24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755" name="Google Shape;755;p24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6" name="Google Shape;756;p24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7" name="Google Shape;757;p24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58" name="Google Shape;758;p24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59" name="Google Shape;759;p24"/>
          <p:cNvSpPr txBox="1">
            <a:spLocks noGrp="1"/>
          </p:cNvSpPr>
          <p:nvPr>
            <p:ph type="subTitle" idx="1"/>
          </p:nvPr>
        </p:nvSpPr>
        <p:spPr>
          <a:xfrm>
            <a:off x="1762601" y="1708925"/>
            <a:ext cx="25509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0" name="Google Shape;760;p24"/>
          <p:cNvSpPr txBox="1">
            <a:spLocks noGrp="1"/>
          </p:cNvSpPr>
          <p:nvPr>
            <p:ph type="subTitle" idx="2"/>
          </p:nvPr>
        </p:nvSpPr>
        <p:spPr>
          <a:xfrm>
            <a:off x="1762600" y="2071575"/>
            <a:ext cx="255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24"/>
          <p:cNvSpPr txBox="1">
            <a:spLocks noGrp="1"/>
          </p:cNvSpPr>
          <p:nvPr>
            <p:ph type="subTitle" idx="3"/>
          </p:nvPr>
        </p:nvSpPr>
        <p:spPr>
          <a:xfrm>
            <a:off x="5578100" y="1708925"/>
            <a:ext cx="25509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4"/>
          <p:cNvSpPr txBox="1">
            <a:spLocks noGrp="1"/>
          </p:cNvSpPr>
          <p:nvPr>
            <p:ph type="subTitle" idx="4"/>
          </p:nvPr>
        </p:nvSpPr>
        <p:spPr>
          <a:xfrm>
            <a:off x="5578100" y="2071575"/>
            <a:ext cx="255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3" name="Google Shape;763;p24"/>
          <p:cNvSpPr txBox="1">
            <a:spLocks noGrp="1"/>
          </p:cNvSpPr>
          <p:nvPr>
            <p:ph type="subTitle" idx="5"/>
          </p:nvPr>
        </p:nvSpPr>
        <p:spPr>
          <a:xfrm>
            <a:off x="1762601" y="3254725"/>
            <a:ext cx="25509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4" name="Google Shape;764;p24"/>
          <p:cNvSpPr txBox="1">
            <a:spLocks noGrp="1"/>
          </p:cNvSpPr>
          <p:nvPr>
            <p:ph type="subTitle" idx="6"/>
          </p:nvPr>
        </p:nvSpPr>
        <p:spPr>
          <a:xfrm>
            <a:off x="1762600" y="3617375"/>
            <a:ext cx="255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24"/>
          <p:cNvSpPr txBox="1">
            <a:spLocks noGrp="1"/>
          </p:cNvSpPr>
          <p:nvPr>
            <p:ph type="subTitle" idx="7"/>
          </p:nvPr>
        </p:nvSpPr>
        <p:spPr>
          <a:xfrm>
            <a:off x="5578100" y="3254725"/>
            <a:ext cx="25509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6" name="Google Shape;766;p24"/>
          <p:cNvSpPr txBox="1">
            <a:spLocks noGrp="1"/>
          </p:cNvSpPr>
          <p:nvPr>
            <p:ph type="subTitle" idx="8"/>
          </p:nvPr>
        </p:nvSpPr>
        <p:spPr>
          <a:xfrm>
            <a:off x="5578100" y="3617375"/>
            <a:ext cx="255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3"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5"/>
          <p:cNvSpPr/>
          <p:nvPr/>
        </p:nvSpPr>
        <p:spPr>
          <a:xfrm>
            <a:off x="-1294062" y="-1088687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25"/>
          <p:cNvSpPr/>
          <p:nvPr/>
        </p:nvSpPr>
        <p:spPr>
          <a:xfrm>
            <a:off x="6842575" y="2862113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1" name="Google Shape;771;p25"/>
          <p:cNvGrpSpPr/>
          <p:nvPr/>
        </p:nvGrpSpPr>
        <p:grpSpPr>
          <a:xfrm flipH="1">
            <a:off x="8403476" y="4363958"/>
            <a:ext cx="488062" cy="482563"/>
            <a:chOff x="5281836" y="834299"/>
            <a:chExt cx="566131" cy="559753"/>
          </a:xfrm>
        </p:grpSpPr>
        <p:sp>
          <p:nvSpPr>
            <p:cNvPr id="772" name="Google Shape;772;p25"/>
            <p:cNvSpPr/>
            <p:nvPr/>
          </p:nvSpPr>
          <p:spPr>
            <a:xfrm>
              <a:off x="5435198" y="972637"/>
              <a:ext cx="272567" cy="272162"/>
            </a:xfrm>
            <a:custGeom>
              <a:avLst/>
              <a:gdLst/>
              <a:ahLst/>
              <a:cxnLst/>
              <a:rect l="l" t="t" r="r" b="b"/>
              <a:pathLst>
                <a:path w="12137" h="12119" extrusionOk="0">
                  <a:moveTo>
                    <a:pt x="5876" y="0"/>
                  </a:moveTo>
                  <a:cubicBezTo>
                    <a:pt x="5658" y="0"/>
                    <a:pt x="5457" y="17"/>
                    <a:pt x="5257" y="50"/>
                  </a:cubicBezTo>
                  <a:lnTo>
                    <a:pt x="5290" y="335"/>
                  </a:lnTo>
                  <a:lnTo>
                    <a:pt x="5290" y="352"/>
                  </a:lnTo>
                  <a:cubicBezTo>
                    <a:pt x="5491" y="318"/>
                    <a:pt x="5675" y="301"/>
                    <a:pt x="5876" y="301"/>
                  </a:cubicBezTo>
                  <a:lnTo>
                    <a:pt x="5876" y="0"/>
                  </a:lnTo>
                  <a:close/>
                  <a:moveTo>
                    <a:pt x="6646" y="17"/>
                  </a:moveTo>
                  <a:lnTo>
                    <a:pt x="6612" y="318"/>
                  </a:lnTo>
                  <a:cubicBezTo>
                    <a:pt x="6813" y="335"/>
                    <a:pt x="6997" y="368"/>
                    <a:pt x="7198" y="402"/>
                  </a:cubicBezTo>
                  <a:lnTo>
                    <a:pt x="7249" y="101"/>
                  </a:lnTo>
                  <a:cubicBezTo>
                    <a:pt x="7048" y="67"/>
                    <a:pt x="6847" y="34"/>
                    <a:pt x="6646" y="17"/>
                  </a:cubicBezTo>
                  <a:close/>
                  <a:moveTo>
                    <a:pt x="4503" y="201"/>
                  </a:moveTo>
                  <a:cubicBezTo>
                    <a:pt x="4303" y="251"/>
                    <a:pt x="4102" y="318"/>
                    <a:pt x="3918" y="385"/>
                  </a:cubicBezTo>
                  <a:lnTo>
                    <a:pt x="4018" y="670"/>
                  </a:lnTo>
                  <a:cubicBezTo>
                    <a:pt x="4202" y="603"/>
                    <a:pt x="4386" y="536"/>
                    <a:pt x="4570" y="486"/>
                  </a:cubicBezTo>
                  <a:lnTo>
                    <a:pt x="4503" y="201"/>
                  </a:lnTo>
                  <a:close/>
                  <a:moveTo>
                    <a:pt x="8002" y="318"/>
                  </a:moveTo>
                  <a:lnTo>
                    <a:pt x="7901" y="603"/>
                  </a:lnTo>
                  <a:cubicBezTo>
                    <a:pt x="8085" y="653"/>
                    <a:pt x="8270" y="737"/>
                    <a:pt x="8454" y="804"/>
                  </a:cubicBezTo>
                  <a:lnTo>
                    <a:pt x="8571" y="536"/>
                  </a:lnTo>
                  <a:cubicBezTo>
                    <a:pt x="8387" y="452"/>
                    <a:pt x="8203" y="385"/>
                    <a:pt x="8002" y="318"/>
                  </a:cubicBezTo>
                  <a:close/>
                  <a:moveTo>
                    <a:pt x="3215" y="703"/>
                  </a:moveTo>
                  <a:cubicBezTo>
                    <a:pt x="3030" y="804"/>
                    <a:pt x="2846" y="904"/>
                    <a:pt x="2679" y="1021"/>
                  </a:cubicBezTo>
                  <a:lnTo>
                    <a:pt x="2846" y="1272"/>
                  </a:lnTo>
                  <a:cubicBezTo>
                    <a:pt x="3014" y="1155"/>
                    <a:pt x="3181" y="1055"/>
                    <a:pt x="3348" y="971"/>
                  </a:cubicBezTo>
                  <a:lnTo>
                    <a:pt x="3215" y="703"/>
                  </a:lnTo>
                  <a:close/>
                  <a:moveTo>
                    <a:pt x="9257" y="887"/>
                  </a:moveTo>
                  <a:lnTo>
                    <a:pt x="9090" y="1138"/>
                  </a:lnTo>
                  <a:cubicBezTo>
                    <a:pt x="9257" y="1256"/>
                    <a:pt x="9425" y="1356"/>
                    <a:pt x="9575" y="1473"/>
                  </a:cubicBezTo>
                  <a:lnTo>
                    <a:pt x="9759" y="1239"/>
                  </a:lnTo>
                  <a:cubicBezTo>
                    <a:pt x="9609" y="1122"/>
                    <a:pt x="9425" y="1004"/>
                    <a:pt x="9257" y="887"/>
                  </a:cubicBezTo>
                  <a:close/>
                  <a:moveTo>
                    <a:pt x="2076" y="1473"/>
                  </a:moveTo>
                  <a:cubicBezTo>
                    <a:pt x="1909" y="1607"/>
                    <a:pt x="1775" y="1758"/>
                    <a:pt x="1624" y="1908"/>
                  </a:cubicBezTo>
                  <a:lnTo>
                    <a:pt x="1842" y="2126"/>
                  </a:lnTo>
                  <a:cubicBezTo>
                    <a:pt x="1976" y="1975"/>
                    <a:pt x="2127" y="1841"/>
                    <a:pt x="2277" y="1707"/>
                  </a:cubicBezTo>
                  <a:lnTo>
                    <a:pt x="2076" y="1473"/>
                  </a:lnTo>
                  <a:close/>
                  <a:moveTo>
                    <a:pt x="10328" y="1758"/>
                  </a:moveTo>
                  <a:lnTo>
                    <a:pt x="10128" y="1959"/>
                  </a:lnTo>
                  <a:cubicBezTo>
                    <a:pt x="10261" y="2092"/>
                    <a:pt x="10395" y="2243"/>
                    <a:pt x="10513" y="2394"/>
                  </a:cubicBezTo>
                  <a:lnTo>
                    <a:pt x="10747" y="2210"/>
                  </a:lnTo>
                  <a:cubicBezTo>
                    <a:pt x="10613" y="2042"/>
                    <a:pt x="10479" y="1892"/>
                    <a:pt x="10328" y="1758"/>
                  </a:cubicBezTo>
                  <a:close/>
                  <a:moveTo>
                    <a:pt x="1122" y="2511"/>
                  </a:moveTo>
                  <a:cubicBezTo>
                    <a:pt x="1005" y="2678"/>
                    <a:pt x="888" y="2846"/>
                    <a:pt x="787" y="3030"/>
                  </a:cubicBezTo>
                  <a:lnTo>
                    <a:pt x="1055" y="3180"/>
                  </a:lnTo>
                  <a:cubicBezTo>
                    <a:pt x="1156" y="3013"/>
                    <a:pt x="1256" y="2846"/>
                    <a:pt x="1373" y="2678"/>
                  </a:cubicBezTo>
                  <a:lnTo>
                    <a:pt x="1122" y="2511"/>
                  </a:lnTo>
                  <a:close/>
                  <a:moveTo>
                    <a:pt x="11199" y="2829"/>
                  </a:moveTo>
                  <a:lnTo>
                    <a:pt x="10948" y="2996"/>
                  </a:lnTo>
                  <a:cubicBezTo>
                    <a:pt x="11048" y="3164"/>
                    <a:pt x="11149" y="3331"/>
                    <a:pt x="11232" y="3499"/>
                  </a:cubicBezTo>
                  <a:lnTo>
                    <a:pt x="11500" y="3381"/>
                  </a:lnTo>
                  <a:cubicBezTo>
                    <a:pt x="11416" y="3197"/>
                    <a:pt x="11316" y="3013"/>
                    <a:pt x="11199" y="2829"/>
                  </a:cubicBezTo>
                  <a:close/>
                  <a:moveTo>
                    <a:pt x="453" y="3716"/>
                  </a:moveTo>
                  <a:cubicBezTo>
                    <a:pt x="369" y="3917"/>
                    <a:pt x="302" y="4101"/>
                    <a:pt x="235" y="4302"/>
                  </a:cubicBezTo>
                  <a:lnTo>
                    <a:pt x="536" y="4386"/>
                  </a:lnTo>
                  <a:lnTo>
                    <a:pt x="536" y="4402"/>
                  </a:lnTo>
                  <a:cubicBezTo>
                    <a:pt x="587" y="4202"/>
                    <a:pt x="654" y="4017"/>
                    <a:pt x="737" y="3833"/>
                  </a:cubicBezTo>
                  <a:lnTo>
                    <a:pt x="453" y="3716"/>
                  </a:lnTo>
                  <a:close/>
                  <a:moveTo>
                    <a:pt x="11801" y="4084"/>
                  </a:moveTo>
                  <a:lnTo>
                    <a:pt x="11517" y="4185"/>
                  </a:lnTo>
                  <a:cubicBezTo>
                    <a:pt x="11584" y="4369"/>
                    <a:pt x="11634" y="4553"/>
                    <a:pt x="11684" y="4754"/>
                  </a:cubicBezTo>
                  <a:lnTo>
                    <a:pt x="11969" y="4687"/>
                  </a:lnTo>
                  <a:cubicBezTo>
                    <a:pt x="11919" y="4469"/>
                    <a:pt x="11868" y="4285"/>
                    <a:pt x="11801" y="4084"/>
                  </a:cubicBezTo>
                  <a:close/>
                  <a:moveTo>
                    <a:pt x="68" y="5055"/>
                  </a:moveTo>
                  <a:cubicBezTo>
                    <a:pt x="34" y="5256"/>
                    <a:pt x="17" y="5474"/>
                    <a:pt x="1" y="5675"/>
                  </a:cubicBezTo>
                  <a:lnTo>
                    <a:pt x="302" y="5691"/>
                  </a:lnTo>
                  <a:cubicBezTo>
                    <a:pt x="319" y="5490"/>
                    <a:pt x="336" y="5306"/>
                    <a:pt x="369" y="5105"/>
                  </a:cubicBezTo>
                  <a:lnTo>
                    <a:pt x="68" y="5055"/>
                  </a:lnTo>
                  <a:close/>
                  <a:moveTo>
                    <a:pt x="12103" y="5440"/>
                  </a:moveTo>
                  <a:lnTo>
                    <a:pt x="11801" y="5474"/>
                  </a:lnTo>
                  <a:cubicBezTo>
                    <a:pt x="11835" y="5675"/>
                    <a:pt x="11835" y="5859"/>
                    <a:pt x="11835" y="6060"/>
                  </a:cubicBezTo>
                  <a:cubicBezTo>
                    <a:pt x="11835" y="6260"/>
                    <a:pt x="11818" y="6444"/>
                    <a:pt x="11801" y="6645"/>
                  </a:cubicBezTo>
                  <a:lnTo>
                    <a:pt x="12103" y="6679"/>
                  </a:lnTo>
                  <a:cubicBezTo>
                    <a:pt x="12119" y="6478"/>
                    <a:pt x="12119" y="6260"/>
                    <a:pt x="12119" y="6060"/>
                  </a:cubicBezTo>
                  <a:cubicBezTo>
                    <a:pt x="12136" y="5859"/>
                    <a:pt x="12119" y="5658"/>
                    <a:pt x="12103" y="5440"/>
                  </a:cubicBezTo>
                  <a:close/>
                  <a:moveTo>
                    <a:pt x="302" y="6428"/>
                  </a:moveTo>
                  <a:lnTo>
                    <a:pt x="1" y="6444"/>
                  </a:lnTo>
                  <a:cubicBezTo>
                    <a:pt x="17" y="6645"/>
                    <a:pt x="34" y="6846"/>
                    <a:pt x="68" y="7064"/>
                  </a:cubicBezTo>
                  <a:lnTo>
                    <a:pt x="369" y="7014"/>
                  </a:lnTo>
                  <a:cubicBezTo>
                    <a:pt x="336" y="6813"/>
                    <a:pt x="319" y="6612"/>
                    <a:pt x="302" y="6428"/>
                  </a:cubicBezTo>
                  <a:close/>
                  <a:moveTo>
                    <a:pt x="11684" y="7365"/>
                  </a:moveTo>
                  <a:cubicBezTo>
                    <a:pt x="11634" y="7566"/>
                    <a:pt x="11584" y="7750"/>
                    <a:pt x="11517" y="7934"/>
                  </a:cubicBezTo>
                  <a:lnTo>
                    <a:pt x="11801" y="8035"/>
                  </a:lnTo>
                  <a:cubicBezTo>
                    <a:pt x="11868" y="7834"/>
                    <a:pt x="11919" y="7633"/>
                    <a:pt x="11969" y="7432"/>
                  </a:cubicBezTo>
                  <a:lnTo>
                    <a:pt x="11684" y="7365"/>
                  </a:lnTo>
                  <a:close/>
                  <a:moveTo>
                    <a:pt x="536" y="7717"/>
                  </a:moveTo>
                  <a:lnTo>
                    <a:pt x="235" y="7817"/>
                  </a:lnTo>
                  <a:cubicBezTo>
                    <a:pt x="302" y="8001"/>
                    <a:pt x="369" y="8202"/>
                    <a:pt x="453" y="8386"/>
                  </a:cubicBezTo>
                  <a:lnTo>
                    <a:pt x="720" y="8269"/>
                  </a:lnTo>
                  <a:cubicBezTo>
                    <a:pt x="654" y="8102"/>
                    <a:pt x="587" y="7901"/>
                    <a:pt x="536" y="7717"/>
                  </a:cubicBezTo>
                  <a:close/>
                  <a:moveTo>
                    <a:pt x="11232" y="8604"/>
                  </a:moveTo>
                  <a:cubicBezTo>
                    <a:pt x="11149" y="8788"/>
                    <a:pt x="11048" y="8955"/>
                    <a:pt x="10948" y="9123"/>
                  </a:cubicBezTo>
                  <a:lnTo>
                    <a:pt x="11199" y="9273"/>
                  </a:lnTo>
                  <a:lnTo>
                    <a:pt x="11199" y="9290"/>
                  </a:lnTo>
                  <a:cubicBezTo>
                    <a:pt x="11316" y="9106"/>
                    <a:pt x="11416" y="8939"/>
                    <a:pt x="11500" y="8738"/>
                  </a:cubicBezTo>
                  <a:lnTo>
                    <a:pt x="11232" y="8604"/>
                  </a:lnTo>
                  <a:close/>
                  <a:moveTo>
                    <a:pt x="1055" y="8939"/>
                  </a:moveTo>
                  <a:lnTo>
                    <a:pt x="787" y="9089"/>
                  </a:lnTo>
                  <a:cubicBezTo>
                    <a:pt x="888" y="9257"/>
                    <a:pt x="1005" y="9441"/>
                    <a:pt x="1122" y="9608"/>
                  </a:cubicBezTo>
                  <a:lnTo>
                    <a:pt x="1373" y="9424"/>
                  </a:lnTo>
                  <a:cubicBezTo>
                    <a:pt x="1256" y="9273"/>
                    <a:pt x="1156" y="9106"/>
                    <a:pt x="1055" y="8939"/>
                  </a:cubicBezTo>
                  <a:close/>
                  <a:moveTo>
                    <a:pt x="10529" y="9725"/>
                  </a:moveTo>
                  <a:cubicBezTo>
                    <a:pt x="10395" y="9876"/>
                    <a:pt x="10261" y="10027"/>
                    <a:pt x="10128" y="10160"/>
                  </a:cubicBezTo>
                  <a:lnTo>
                    <a:pt x="10328" y="10361"/>
                  </a:lnTo>
                  <a:cubicBezTo>
                    <a:pt x="10479" y="10227"/>
                    <a:pt x="10613" y="10060"/>
                    <a:pt x="10747" y="9909"/>
                  </a:cubicBezTo>
                  <a:lnTo>
                    <a:pt x="10529" y="9725"/>
                  </a:lnTo>
                  <a:close/>
                  <a:moveTo>
                    <a:pt x="1842" y="9993"/>
                  </a:moveTo>
                  <a:lnTo>
                    <a:pt x="1608" y="10194"/>
                  </a:lnTo>
                  <a:cubicBezTo>
                    <a:pt x="1758" y="10345"/>
                    <a:pt x="1909" y="10495"/>
                    <a:pt x="2060" y="10629"/>
                  </a:cubicBezTo>
                  <a:lnTo>
                    <a:pt x="2260" y="10412"/>
                  </a:lnTo>
                  <a:cubicBezTo>
                    <a:pt x="2110" y="10278"/>
                    <a:pt x="1976" y="10144"/>
                    <a:pt x="1842" y="9993"/>
                  </a:cubicBezTo>
                  <a:close/>
                  <a:moveTo>
                    <a:pt x="9575" y="10629"/>
                  </a:moveTo>
                  <a:cubicBezTo>
                    <a:pt x="9408" y="10763"/>
                    <a:pt x="9257" y="10863"/>
                    <a:pt x="9090" y="10964"/>
                  </a:cubicBezTo>
                  <a:lnTo>
                    <a:pt x="9240" y="11232"/>
                  </a:lnTo>
                  <a:cubicBezTo>
                    <a:pt x="9425" y="11115"/>
                    <a:pt x="9592" y="10997"/>
                    <a:pt x="9759" y="10880"/>
                  </a:cubicBezTo>
                  <a:lnTo>
                    <a:pt x="9575" y="10629"/>
                  </a:lnTo>
                  <a:close/>
                  <a:moveTo>
                    <a:pt x="2846" y="10847"/>
                  </a:moveTo>
                  <a:lnTo>
                    <a:pt x="2679" y="11098"/>
                  </a:lnTo>
                  <a:cubicBezTo>
                    <a:pt x="2846" y="11215"/>
                    <a:pt x="3014" y="11315"/>
                    <a:pt x="3198" y="11416"/>
                  </a:cubicBezTo>
                  <a:lnTo>
                    <a:pt x="3348" y="11148"/>
                  </a:lnTo>
                  <a:cubicBezTo>
                    <a:pt x="3164" y="11064"/>
                    <a:pt x="2997" y="10964"/>
                    <a:pt x="2846" y="10847"/>
                  </a:cubicBezTo>
                  <a:close/>
                  <a:moveTo>
                    <a:pt x="8437" y="11315"/>
                  </a:moveTo>
                  <a:cubicBezTo>
                    <a:pt x="8270" y="11399"/>
                    <a:pt x="8085" y="11466"/>
                    <a:pt x="7901" y="11533"/>
                  </a:cubicBezTo>
                  <a:lnTo>
                    <a:pt x="7985" y="11818"/>
                  </a:lnTo>
                  <a:cubicBezTo>
                    <a:pt x="8186" y="11751"/>
                    <a:pt x="8387" y="11667"/>
                    <a:pt x="8571" y="11600"/>
                  </a:cubicBezTo>
                  <a:lnTo>
                    <a:pt x="8437" y="11315"/>
                  </a:lnTo>
                  <a:close/>
                  <a:moveTo>
                    <a:pt x="4018" y="11449"/>
                  </a:moveTo>
                  <a:lnTo>
                    <a:pt x="3901" y="11734"/>
                  </a:lnTo>
                  <a:cubicBezTo>
                    <a:pt x="4102" y="11818"/>
                    <a:pt x="4286" y="11868"/>
                    <a:pt x="4487" y="11918"/>
                  </a:cubicBezTo>
                  <a:lnTo>
                    <a:pt x="4570" y="11633"/>
                  </a:lnTo>
                  <a:cubicBezTo>
                    <a:pt x="4386" y="11583"/>
                    <a:pt x="4185" y="11516"/>
                    <a:pt x="4018" y="11449"/>
                  </a:cubicBezTo>
                  <a:close/>
                  <a:moveTo>
                    <a:pt x="7182" y="11717"/>
                  </a:moveTo>
                  <a:cubicBezTo>
                    <a:pt x="6997" y="11751"/>
                    <a:pt x="6797" y="11784"/>
                    <a:pt x="6612" y="11801"/>
                  </a:cubicBezTo>
                  <a:lnTo>
                    <a:pt x="6629" y="12102"/>
                  </a:lnTo>
                  <a:cubicBezTo>
                    <a:pt x="6847" y="12085"/>
                    <a:pt x="7048" y="12052"/>
                    <a:pt x="7249" y="12018"/>
                  </a:cubicBezTo>
                  <a:lnTo>
                    <a:pt x="7182" y="11717"/>
                  </a:lnTo>
                  <a:close/>
                  <a:moveTo>
                    <a:pt x="5290" y="11784"/>
                  </a:moveTo>
                  <a:lnTo>
                    <a:pt x="5240" y="12069"/>
                  </a:lnTo>
                  <a:cubicBezTo>
                    <a:pt x="5457" y="12102"/>
                    <a:pt x="5658" y="12119"/>
                    <a:pt x="5859" y="12119"/>
                  </a:cubicBezTo>
                  <a:lnTo>
                    <a:pt x="5876" y="11834"/>
                  </a:lnTo>
                  <a:cubicBezTo>
                    <a:pt x="5675" y="11818"/>
                    <a:pt x="5474" y="11801"/>
                    <a:pt x="5290" y="1178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5"/>
            <p:cNvSpPr/>
            <p:nvPr/>
          </p:nvSpPr>
          <p:spPr>
            <a:xfrm>
              <a:off x="5281836" y="834299"/>
              <a:ext cx="566131" cy="559753"/>
            </a:xfrm>
            <a:custGeom>
              <a:avLst/>
              <a:gdLst/>
              <a:ahLst/>
              <a:cxnLst/>
              <a:rect l="l" t="t" r="r" b="b"/>
              <a:pathLst>
                <a:path w="25209" h="24925" extrusionOk="0">
                  <a:moveTo>
                    <a:pt x="15350" y="51"/>
                  </a:moveTo>
                  <a:lnTo>
                    <a:pt x="15701" y="134"/>
                  </a:lnTo>
                  <a:lnTo>
                    <a:pt x="15517" y="871"/>
                  </a:lnTo>
                  <a:cubicBezTo>
                    <a:pt x="15400" y="837"/>
                    <a:pt x="15299" y="821"/>
                    <a:pt x="15182" y="787"/>
                  </a:cubicBezTo>
                  <a:lnTo>
                    <a:pt x="15350" y="51"/>
                  </a:lnTo>
                  <a:close/>
                  <a:moveTo>
                    <a:pt x="15299" y="0"/>
                  </a:moveTo>
                  <a:lnTo>
                    <a:pt x="15115" y="837"/>
                  </a:lnTo>
                  <a:lnTo>
                    <a:pt x="15149" y="837"/>
                  </a:lnTo>
                  <a:lnTo>
                    <a:pt x="15534" y="938"/>
                  </a:lnTo>
                  <a:lnTo>
                    <a:pt x="15567" y="938"/>
                  </a:lnTo>
                  <a:lnTo>
                    <a:pt x="15768" y="101"/>
                  </a:lnTo>
                  <a:lnTo>
                    <a:pt x="15751" y="101"/>
                  </a:lnTo>
                  <a:cubicBezTo>
                    <a:pt x="15617" y="51"/>
                    <a:pt x="15467" y="17"/>
                    <a:pt x="15333" y="0"/>
                  </a:cubicBezTo>
                  <a:close/>
                  <a:moveTo>
                    <a:pt x="9407" y="168"/>
                  </a:moveTo>
                  <a:lnTo>
                    <a:pt x="9592" y="904"/>
                  </a:lnTo>
                  <a:cubicBezTo>
                    <a:pt x="9474" y="938"/>
                    <a:pt x="9357" y="971"/>
                    <a:pt x="9240" y="1005"/>
                  </a:cubicBezTo>
                  <a:lnTo>
                    <a:pt x="9022" y="268"/>
                  </a:lnTo>
                  <a:lnTo>
                    <a:pt x="9039" y="268"/>
                  </a:lnTo>
                  <a:cubicBezTo>
                    <a:pt x="9156" y="235"/>
                    <a:pt x="9290" y="184"/>
                    <a:pt x="9407" y="168"/>
                  </a:cubicBezTo>
                  <a:close/>
                  <a:moveTo>
                    <a:pt x="9424" y="101"/>
                  </a:moveTo>
                  <a:cubicBezTo>
                    <a:pt x="9290" y="134"/>
                    <a:pt x="9156" y="168"/>
                    <a:pt x="9006" y="218"/>
                  </a:cubicBezTo>
                  <a:lnTo>
                    <a:pt x="8956" y="235"/>
                  </a:lnTo>
                  <a:lnTo>
                    <a:pt x="9207" y="1072"/>
                  </a:lnTo>
                  <a:lnTo>
                    <a:pt x="9257" y="1055"/>
                  </a:lnTo>
                  <a:lnTo>
                    <a:pt x="9642" y="938"/>
                  </a:lnTo>
                  <a:lnTo>
                    <a:pt x="9659" y="938"/>
                  </a:lnTo>
                  <a:lnTo>
                    <a:pt x="9458" y="101"/>
                  </a:lnTo>
                  <a:close/>
                  <a:moveTo>
                    <a:pt x="16572" y="385"/>
                  </a:moveTo>
                  <a:lnTo>
                    <a:pt x="16588" y="402"/>
                  </a:lnTo>
                  <a:cubicBezTo>
                    <a:pt x="16689" y="452"/>
                    <a:pt x="16806" y="469"/>
                    <a:pt x="16923" y="519"/>
                  </a:cubicBezTo>
                  <a:lnTo>
                    <a:pt x="16655" y="1222"/>
                  </a:lnTo>
                  <a:lnTo>
                    <a:pt x="16337" y="1105"/>
                  </a:lnTo>
                  <a:lnTo>
                    <a:pt x="16572" y="385"/>
                  </a:lnTo>
                  <a:close/>
                  <a:moveTo>
                    <a:pt x="16538" y="318"/>
                  </a:moveTo>
                  <a:lnTo>
                    <a:pt x="16270" y="1139"/>
                  </a:lnTo>
                  <a:lnTo>
                    <a:pt x="16287" y="1139"/>
                  </a:lnTo>
                  <a:cubicBezTo>
                    <a:pt x="16404" y="1189"/>
                    <a:pt x="16538" y="1239"/>
                    <a:pt x="16655" y="1272"/>
                  </a:cubicBezTo>
                  <a:lnTo>
                    <a:pt x="16689" y="1272"/>
                  </a:lnTo>
                  <a:lnTo>
                    <a:pt x="16990" y="469"/>
                  </a:lnTo>
                  <a:lnTo>
                    <a:pt x="16957" y="469"/>
                  </a:lnTo>
                  <a:cubicBezTo>
                    <a:pt x="16839" y="419"/>
                    <a:pt x="16705" y="369"/>
                    <a:pt x="16572" y="318"/>
                  </a:cubicBezTo>
                  <a:close/>
                  <a:moveTo>
                    <a:pt x="8169" y="553"/>
                  </a:moveTo>
                  <a:lnTo>
                    <a:pt x="8437" y="1272"/>
                  </a:lnTo>
                  <a:cubicBezTo>
                    <a:pt x="8319" y="1306"/>
                    <a:pt x="8219" y="1356"/>
                    <a:pt x="8119" y="1406"/>
                  </a:cubicBezTo>
                  <a:lnTo>
                    <a:pt x="7834" y="687"/>
                  </a:lnTo>
                  <a:lnTo>
                    <a:pt x="8169" y="553"/>
                  </a:lnTo>
                  <a:close/>
                  <a:moveTo>
                    <a:pt x="8202" y="486"/>
                  </a:moveTo>
                  <a:lnTo>
                    <a:pt x="8186" y="503"/>
                  </a:lnTo>
                  <a:cubicBezTo>
                    <a:pt x="8052" y="553"/>
                    <a:pt x="7918" y="603"/>
                    <a:pt x="7784" y="653"/>
                  </a:cubicBezTo>
                  <a:lnTo>
                    <a:pt x="7767" y="653"/>
                  </a:lnTo>
                  <a:lnTo>
                    <a:pt x="8085" y="1473"/>
                  </a:lnTo>
                  <a:lnTo>
                    <a:pt x="8119" y="1440"/>
                  </a:lnTo>
                  <a:cubicBezTo>
                    <a:pt x="8236" y="1390"/>
                    <a:pt x="8353" y="1339"/>
                    <a:pt x="8487" y="1306"/>
                  </a:cubicBezTo>
                  <a:lnTo>
                    <a:pt x="8504" y="1306"/>
                  </a:lnTo>
                  <a:lnTo>
                    <a:pt x="8202" y="486"/>
                  </a:lnTo>
                  <a:close/>
                  <a:moveTo>
                    <a:pt x="17760" y="854"/>
                  </a:moveTo>
                  <a:lnTo>
                    <a:pt x="18095" y="1021"/>
                  </a:lnTo>
                  <a:lnTo>
                    <a:pt x="17760" y="1708"/>
                  </a:lnTo>
                  <a:lnTo>
                    <a:pt x="17459" y="1557"/>
                  </a:lnTo>
                  <a:lnTo>
                    <a:pt x="17442" y="1557"/>
                  </a:lnTo>
                  <a:lnTo>
                    <a:pt x="17760" y="854"/>
                  </a:lnTo>
                  <a:close/>
                  <a:moveTo>
                    <a:pt x="17727" y="787"/>
                  </a:moveTo>
                  <a:lnTo>
                    <a:pt x="17375" y="1574"/>
                  </a:lnTo>
                  <a:lnTo>
                    <a:pt x="17392" y="1591"/>
                  </a:lnTo>
                  <a:cubicBezTo>
                    <a:pt x="17509" y="1641"/>
                    <a:pt x="17643" y="1691"/>
                    <a:pt x="17760" y="1758"/>
                  </a:cubicBezTo>
                  <a:lnTo>
                    <a:pt x="17777" y="1775"/>
                  </a:lnTo>
                  <a:lnTo>
                    <a:pt x="18162" y="988"/>
                  </a:lnTo>
                  <a:lnTo>
                    <a:pt x="18145" y="971"/>
                  </a:lnTo>
                  <a:cubicBezTo>
                    <a:pt x="18011" y="904"/>
                    <a:pt x="17877" y="854"/>
                    <a:pt x="17760" y="787"/>
                  </a:cubicBezTo>
                  <a:close/>
                  <a:moveTo>
                    <a:pt x="7014" y="1055"/>
                  </a:moveTo>
                  <a:lnTo>
                    <a:pt x="7349" y="1741"/>
                  </a:lnTo>
                  <a:cubicBezTo>
                    <a:pt x="7248" y="1791"/>
                    <a:pt x="7131" y="1858"/>
                    <a:pt x="7031" y="1909"/>
                  </a:cubicBezTo>
                  <a:lnTo>
                    <a:pt x="6679" y="1239"/>
                  </a:lnTo>
                  <a:lnTo>
                    <a:pt x="6679" y="1222"/>
                  </a:lnTo>
                  <a:cubicBezTo>
                    <a:pt x="6796" y="1172"/>
                    <a:pt x="6897" y="1105"/>
                    <a:pt x="7014" y="1055"/>
                  </a:cubicBezTo>
                  <a:close/>
                  <a:moveTo>
                    <a:pt x="7031" y="988"/>
                  </a:moveTo>
                  <a:lnTo>
                    <a:pt x="6997" y="1005"/>
                  </a:lnTo>
                  <a:cubicBezTo>
                    <a:pt x="6880" y="1072"/>
                    <a:pt x="6746" y="1139"/>
                    <a:pt x="6612" y="1206"/>
                  </a:cubicBezTo>
                  <a:lnTo>
                    <a:pt x="6595" y="1206"/>
                  </a:lnTo>
                  <a:lnTo>
                    <a:pt x="7014" y="1976"/>
                  </a:lnTo>
                  <a:lnTo>
                    <a:pt x="7031" y="1959"/>
                  </a:lnTo>
                  <a:cubicBezTo>
                    <a:pt x="7148" y="1909"/>
                    <a:pt x="7265" y="1842"/>
                    <a:pt x="7382" y="1775"/>
                  </a:cubicBezTo>
                  <a:lnTo>
                    <a:pt x="7399" y="1775"/>
                  </a:lnTo>
                  <a:lnTo>
                    <a:pt x="7031" y="988"/>
                  </a:lnTo>
                  <a:close/>
                  <a:moveTo>
                    <a:pt x="18881" y="1440"/>
                  </a:moveTo>
                  <a:lnTo>
                    <a:pt x="19200" y="1624"/>
                  </a:lnTo>
                  <a:lnTo>
                    <a:pt x="18798" y="2277"/>
                  </a:lnTo>
                  <a:cubicBezTo>
                    <a:pt x="18697" y="2210"/>
                    <a:pt x="18597" y="2160"/>
                    <a:pt x="18513" y="2093"/>
                  </a:cubicBezTo>
                  <a:lnTo>
                    <a:pt x="18881" y="1440"/>
                  </a:lnTo>
                  <a:close/>
                  <a:moveTo>
                    <a:pt x="18865" y="1356"/>
                  </a:moveTo>
                  <a:lnTo>
                    <a:pt x="18430" y="2109"/>
                  </a:lnTo>
                  <a:lnTo>
                    <a:pt x="18463" y="2126"/>
                  </a:lnTo>
                  <a:cubicBezTo>
                    <a:pt x="18563" y="2193"/>
                    <a:pt x="18681" y="2260"/>
                    <a:pt x="18798" y="2327"/>
                  </a:cubicBezTo>
                  <a:lnTo>
                    <a:pt x="18815" y="2344"/>
                  </a:lnTo>
                  <a:lnTo>
                    <a:pt x="19283" y="1591"/>
                  </a:lnTo>
                  <a:lnTo>
                    <a:pt x="19250" y="1574"/>
                  </a:lnTo>
                  <a:cubicBezTo>
                    <a:pt x="19133" y="1507"/>
                    <a:pt x="19015" y="1440"/>
                    <a:pt x="18898" y="1373"/>
                  </a:cubicBezTo>
                  <a:lnTo>
                    <a:pt x="18865" y="1356"/>
                  </a:lnTo>
                  <a:close/>
                  <a:moveTo>
                    <a:pt x="5909" y="1674"/>
                  </a:moveTo>
                  <a:lnTo>
                    <a:pt x="6294" y="2327"/>
                  </a:lnTo>
                  <a:cubicBezTo>
                    <a:pt x="6194" y="2394"/>
                    <a:pt x="6093" y="2444"/>
                    <a:pt x="6010" y="2511"/>
                  </a:cubicBezTo>
                  <a:lnTo>
                    <a:pt x="5591" y="1892"/>
                  </a:lnTo>
                  <a:lnTo>
                    <a:pt x="5591" y="1875"/>
                  </a:lnTo>
                  <a:cubicBezTo>
                    <a:pt x="5708" y="1808"/>
                    <a:pt x="5792" y="1741"/>
                    <a:pt x="5909" y="1674"/>
                  </a:cubicBezTo>
                  <a:close/>
                  <a:moveTo>
                    <a:pt x="5926" y="1607"/>
                  </a:moveTo>
                  <a:lnTo>
                    <a:pt x="5892" y="1624"/>
                  </a:lnTo>
                  <a:cubicBezTo>
                    <a:pt x="5775" y="1708"/>
                    <a:pt x="5658" y="1775"/>
                    <a:pt x="5541" y="1858"/>
                  </a:cubicBezTo>
                  <a:lnTo>
                    <a:pt x="5524" y="1875"/>
                  </a:lnTo>
                  <a:lnTo>
                    <a:pt x="6010" y="2595"/>
                  </a:lnTo>
                  <a:lnTo>
                    <a:pt x="6026" y="2578"/>
                  </a:lnTo>
                  <a:lnTo>
                    <a:pt x="6361" y="2360"/>
                  </a:lnTo>
                  <a:lnTo>
                    <a:pt x="6378" y="2344"/>
                  </a:lnTo>
                  <a:lnTo>
                    <a:pt x="5926" y="1607"/>
                  </a:lnTo>
                  <a:close/>
                  <a:moveTo>
                    <a:pt x="19953" y="2126"/>
                  </a:moveTo>
                  <a:cubicBezTo>
                    <a:pt x="20053" y="2210"/>
                    <a:pt x="20154" y="2277"/>
                    <a:pt x="20254" y="2344"/>
                  </a:cubicBezTo>
                  <a:lnTo>
                    <a:pt x="19785" y="2963"/>
                  </a:lnTo>
                  <a:cubicBezTo>
                    <a:pt x="19702" y="2879"/>
                    <a:pt x="19601" y="2812"/>
                    <a:pt x="19518" y="2745"/>
                  </a:cubicBezTo>
                  <a:lnTo>
                    <a:pt x="19953" y="2126"/>
                  </a:lnTo>
                  <a:close/>
                  <a:moveTo>
                    <a:pt x="19953" y="2059"/>
                  </a:moveTo>
                  <a:lnTo>
                    <a:pt x="19434" y="2779"/>
                  </a:lnTo>
                  <a:lnTo>
                    <a:pt x="19451" y="2779"/>
                  </a:lnTo>
                  <a:cubicBezTo>
                    <a:pt x="19568" y="2863"/>
                    <a:pt x="19668" y="2946"/>
                    <a:pt x="19769" y="3030"/>
                  </a:cubicBezTo>
                  <a:lnTo>
                    <a:pt x="19802" y="3047"/>
                  </a:lnTo>
                  <a:lnTo>
                    <a:pt x="20321" y="2344"/>
                  </a:lnTo>
                  <a:lnTo>
                    <a:pt x="20304" y="2327"/>
                  </a:lnTo>
                  <a:cubicBezTo>
                    <a:pt x="20204" y="2243"/>
                    <a:pt x="20087" y="2160"/>
                    <a:pt x="19969" y="2076"/>
                  </a:cubicBezTo>
                  <a:lnTo>
                    <a:pt x="19953" y="2059"/>
                  </a:lnTo>
                  <a:close/>
                  <a:moveTo>
                    <a:pt x="4871" y="2411"/>
                  </a:moveTo>
                  <a:lnTo>
                    <a:pt x="5340" y="3030"/>
                  </a:lnTo>
                  <a:cubicBezTo>
                    <a:pt x="5240" y="3097"/>
                    <a:pt x="5156" y="3164"/>
                    <a:pt x="5072" y="3231"/>
                  </a:cubicBezTo>
                  <a:lnTo>
                    <a:pt x="4587" y="2645"/>
                  </a:lnTo>
                  <a:lnTo>
                    <a:pt x="4570" y="2645"/>
                  </a:lnTo>
                  <a:cubicBezTo>
                    <a:pt x="4670" y="2561"/>
                    <a:pt x="4771" y="2494"/>
                    <a:pt x="4871" y="2411"/>
                  </a:cubicBezTo>
                  <a:close/>
                  <a:moveTo>
                    <a:pt x="4871" y="2344"/>
                  </a:moveTo>
                  <a:lnTo>
                    <a:pt x="4855" y="2360"/>
                  </a:lnTo>
                  <a:cubicBezTo>
                    <a:pt x="4737" y="2444"/>
                    <a:pt x="4637" y="2528"/>
                    <a:pt x="4520" y="2628"/>
                  </a:cubicBezTo>
                  <a:lnTo>
                    <a:pt x="4503" y="2645"/>
                  </a:lnTo>
                  <a:lnTo>
                    <a:pt x="5055" y="3315"/>
                  </a:lnTo>
                  <a:lnTo>
                    <a:pt x="5089" y="3298"/>
                  </a:lnTo>
                  <a:cubicBezTo>
                    <a:pt x="5173" y="3214"/>
                    <a:pt x="5290" y="3130"/>
                    <a:pt x="5390" y="3047"/>
                  </a:cubicBezTo>
                  <a:lnTo>
                    <a:pt x="5407" y="3030"/>
                  </a:lnTo>
                  <a:lnTo>
                    <a:pt x="4871" y="2344"/>
                  </a:lnTo>
                  <a:close/>
                  <a:moveTo>
                    <a:pt x="20940" y="2930"/>
                  </a:moveTo>
                  <a:cubicBezTo>
                    <a:pt x="21041" y="3013"/>
                    <a:pt x="21124" y="3097"/>
                    <a:pt x="21225" y="3181"/>
                  </a:cubicBezTo>
                  <a:lnTo>
                    <a:pt x="20689" y="3733"/>
                  </a:lnTo>
                  <a:cubicBezTo>
                    <a:pt x="20606" y="3666"/>
                    <a:pt x="20522" y="3582"/>
                    <a:pt x="20438" y="3499"/>
                  </a:cubicBezTo>
                  <a:lnTo>
                    <a:pt x="20940" y="2930"/>
                  </a:lnTo>
                  <a:close/>
                  <a:moveTo>
                    <a:pt x="20940" y="2863"/>
                  </a:moveTo>
                  <a:lnTo>
                    <a:pt x="20371" y="3515"/>
                  </a:lnTo>
                  <a:lnTo>
                    <a:pt x="20388" y="3532"/>
                  </a:lnTo>
                  <a:cubicBezTo>
                    <a:pt x="20488" y="3616"/>
                    <a:pt x="20589" y="3700"/>
                    <a:pt x="20673" y="3800"/>
                  </a:cubicBezTo>
                  <a:lnTo>
                    <a:pt x="20706" y="3817"/>
                  </a:lnTo>
                  <a:lnTo>
                    <a:pt x="21292" y="3181"/>
                  </a:lnTo>
                  <a:lnTo>
                    <a:pt x="21275" y="3164"/>
                  </a:lnTo>
                  <a:cubicBezTo>
                    <a:pt x="21175" y="3064"/>
                    <a:pt x="21074" y="2963"/>
                    <a:pt x="20957" y="2879"/>
                  </a:cubicBezTo>
                  <a:lnTo>
                    <a:pt x="20940" y="2863"/>
                  </a:lnTo>
                  <a:close/>
                  <a:moveTo>
                    <a:pt x="3900" y="3248"/>
                  </a:moveTo>
                  <a:lnTo>
                    <a:pt x="4419" y="3800"/>
                  </a:lnTo>
                  <a:cubicBezTo>
                    <a:pt x="4336" y="3884"/>
                    <a:pt x="4269" y="3967"/>
                    <a:pt x="4185" y="4034"/>
                  </a:cubicBezTo>
                  <a:lnTo>
                    <a:pt x="3633" y="3515"/>
                  </a:lnTo>
                  <a:lnTo>
                    <a:pt x="3900" y="3248"/>
                  </a:lnTo>
                  <a:close/>
                  <a:moveTo>
                    <a:pt x="3900" y="3181"/>
                  </a:moveTo>
                  <a:lnTo>
                    <a:pt x="3884" y="3197"/>
                  </a:lnTo>
                  <a:cubicBezTo>
                    <a:pt x="3783" y="3281"/>
                    <a:pt x="3666" y="3382"/>
                    <a:pt x="3566" y="3499"/>
                  </a:cubicBezTo>
                  <a:lnTo>
                    <a:pt x="3549" y="3515"/>
                  </a:lnTo>
                  <a:lnTo>
                    <a:pt x="4185" y="4118"/>
                  </a:lnTo>
                  <a:lnTo>
                    <a:pt x="4202" y="4101"/>
                  </a:lnTo>
                  <a:cubicBezTo>
                    <a:pt x="4285" y="4001"/>
                    <a:pt x="4386" y="3917"/>
                    <a:pt x="4470" y="3817"/>
                  </a:cubicBezTo>
                  <a:lnTo>
                    <a:pt x="4503" y="3800"/>
                  </a:lnTo>
                  <a:lnTo>
                    <a:pt x="3900" y="3181"/>
                  </a:lnTo>
                  <a:close/>
                  <a:moveTo>
                    <a:pt x="21861" y="3833"/>
                  </a:moveTo>
                  <a:cubicBezTo>
                    <a:pt x="21928" y="3917"/>
                    <a:pt x="22012" y="4001"/>
                    <a:pt x="22095" y="4101"/>
                  </a:cubicBezTo>
                  <a:lnTo>
                    <a:pt x="21526" y="4603"/>
                  </a:lnTo>
                  <a:cubicBezTo>
                    <a:pt x="21442" y="4520"/>
                    <a:pt x="21376" y="4436"/>
                    <a:pt x="21292" y="4336"/>
                  </a:cubicBezTo>
                  <a:lnTo>
                    <a:pt x="21861" y="3833"/>
                  </a:lnTo>
                  <a:close/>
                  <a:moveTo>
                    <a:pt x="21861" y="3750"/>
                  </a:moveTo>
                  <a:lnTo>
                    <a:pt x="21225" y="4336"/>
                  </a:lnTo>
                  <a:lnTo>
                    <a:pt x="21242" y="4352"/>
                  </a:lnTo>
                  <a:cubicBezTo>
                    <a:pt x="21325" y="4453"/>
                    <a:pt x="21409" y="4553"/>
                    <a:pt x="21493" y="4654"/>
                  </a:cubicBezTo>
                  <a:lnTo>
                    <a:pt x="21509" y="4670"/>
                  </a:lnTo>
                  <a:lnTo>
                    <a:pt x="22179" y="4101"/>
                  </a:lnTo>
                  <a:lnTo>
                    <a:pt x="22162" y="4085"/>
                  </a:lnTo>
                  <a:cubicBezTo>
                    <a:pt x="22062" y="3984"/>
                    <a:pt x="21961" y="3867"/>
                    <a:pt x="21878" y="3767"/>
                  </a:cubicBezTo>
                  <a:lnTo>
                    <a:pt x="21861" y="3750"/>
                  </a:lnTo>
                  <a:close/>
                  <a:moveTo>
                    <a:pt x="3013" y="4168"/>
                  </a:moveTo>
                  <a:lnTo>
                    <a:pt x="3599" y="4670"/>
                  </a:lnTo>
                  <a:cubicBezTo>
                    <a:pt x="3532" y="4754"/>
                    <a:pt x="3465" y="4838"/>
                    <a:pt x="3398" y="4938"/>
                  </a:cubicBezTo>
                  <a:lnTo>
                    <a:pt x="2796" y="4453"/>
                  </a:lnTo>
                  <a:cubicBezTo>
                    <a:pt x="2879" y="4352"/>
                    <a:pt x="2946" y="4269"/>
                    <a:pt x="3013" y="4168"/>
                  </a:cubicBezTo>
                  <a:close/>
                  <a:moveTo>
                    <a:pt x="3030" y="4101"/>
                  </a:moveTo>
                  <a:lnTo>
                    <a:pt x="3013" y="4118"/>
                  </a:lnTo>
                  <a:cubicBezTo>
                    <a:pt x="2913" y="4218"/>
                    <a:pt x="2829" y="4336"/>
                    <a:pt x="2729" y="4436"/>
                  </a:cubicBezTo>
                  <a:lnTo>
                    <a:pt x="2712" y="4470"/>
                  </a:lnTo>
                  <a:lnTo>
                    <a:pt x="3398" y="5005"/>
                  </a:lnTo>
                  <a:lnTo>
                    <a:pt x="3415" y="4988"/>
                  </a:lnTo>
                  <a:cubicBezTo>
                    <a:pt x="3499" y="4888"/>
                    <a:pt x="3582" y="4771"/>
                    <a:pt x="3666" y="4670"/>
                  </a:cubicBezTo>
                  <a:lnTo>
                    <a:pt x="3683" y="4654"/>
                  </a:lnTo>
                  <a:lnTo>
                    <a:pt x="3030" y="4101"/>
                  </a:lnTo>
                  <a:close/>
                  <a:moveTo>
                    <a:pt x="22681" y="4804"/>
                  </a:moveTo>
                  <a:cubicBezTo>
                    <a:pt x="22748" y="4888"/>
                    <a:pt x="22815" y="5005"/>
                    <a:pt x="22882" y="5106"/>
                  </a:cubicBezTo>
                  <a:lnTo>
                    <a:pt x="22263" y="5541"/>
                  </a:lnTo>
                  <a:cubicBezTo>
                    <a:pt x="22179" y="5440"/>
                    <a:pt x="22112" y="5357"/>
                    <a:pt x="22045" y="5256"/>
                  </a:cubicBezTo>
                  <a:lnTo>
                    <a:pt x="22681" y="4804"/>
                  </a:lnTo>
                  <a:close/>
                  <a:moveTo>
                    <a:pt x="22681" y="4737"/>
                  </a:moveTo>
                  <a:lnTo>
                    <a:pt x="21978" y="5256"/>
                  </a:lnTo>
                  <a:lnTo>
                    <a:pt x="21995" y="5273"/>
                  </a:lnTo>
                  <a:cubicBezTo>
                    <a:pt x="22079" y="5373"/>
                    <a:pt x="22145" y="5474"/>
                    <a:pt x="22229" y="5591"/>
                  </a:cubicBezTo>
                  <a:lnTo>
                    <a:pt x="22246" y="5608"/>
                  </a:lnTo>
                  <a:lnTo>
                    <a:pt x="22949" y="5122"/>
                  </a:lnTo>
                  <a:lnTo>
                    <a:pt x="22932" y="5089"/>
                  </a:lnTo>
                  <a:cubicBezTo>
                    <a:pt x="22849" y="4972"/>
                    <a:pt x="22765" y="4855"/>
                    <a:pt x="22698" y="4754"/>
                  </a:cubicBezTo>
                  <a:lnTo>
                    <a:pt x="22681" y="4737"/>
                  </a:lnTo>
                  <a:close/>
                  <a:moveTo>
                    <a:pt x="2260" y="5189"/>
                  </a:moveTo>
                  <a:lnTo>
                    <a:pt x="2879" y="5625"/>
                  </a:lnTo>
                  <a:cubicBezTo>
                    <a:pt x="2812" y="5708"/>
                    <a:pt x="2762" y="5809"/>
                    <a:pt x="2695" y="5909"/>
                  </a:cubicBezTo>
                  <a:lnTo>
                    <a:pt x="2059" y="5491"/>
                  </a:lnTo>
                  <a:cubicBezTo>
                    <a:pt x="2126" y="5390"/>
                    <a:pt x="2193" y="5273"/>
                    <a:pt x="2260" y="5189"/>
                  </a:cubicBezTo>
                  <a:close/>
                  <a:moveTo>
                    <a:pt x="2243" y="5106"/>
                  </a:moveTo>
                  <a:lnTo>
                    <a:pt x="2227" y="5122"/>
                  </a:lnTo>
                  <a:cubicBezTo>
                    <a:pt x="2143" y="5240"/>
                    <a:pt x="2076" y="5357"/>
                    <a:pt x="1992" y="5474"/>
                  </a:cubicBezTo>
                  <a:lnTo>
                    <a:pt x="1976" y="5507"/>
                  </a:lnTo>
                  <a:lnTo>
                    <a:pt x="2712" y="5976"/>
                  </a:lnTo>
                  <a:lnTo>
                    <a:pt x="2729" y="5943"/>
                  </a:lnTo>
                  <a:cubicBezTo>
                    <a:pt x="2796" y="5825"/>
                    <a:pt x="2863" y="5725"/>
                    <a:pt x="2946" y="5625"/>
                  </a:cubicBezTo>
                  <a:lnTo>
                    <a:pt x="2963" y="5591"/>
                  </a:lnTo>
                  <a:lnTo>
                    <a:pt x="2243" y="5106"/>
                  </a:lnTo>
                  <a:close/>
                  <a:moveTo>
                    <a:pt x="23367" y="5859"/>
                  </a:moveTo>
                  <a:cubicBezTo>
                    <a:pt x="23434" y="5976"/>
                    <a:pt x="23501" y="6076"/>
                    <a:pt x="23552" y="6177"/>
                  </a:cubicBezTo>
                  <a:lnTo>
                    <a:pt x="22882" y="6562"/>
                  </a:lnTo>
                  <a:cubicBezTo>
                    <a:pt x="22832" y="6445"/>
                    <a:pt x="22782" y="6344"/>
                    <a:pt x="22715" y="6261"/>
                  </a:cubicBezTo>
                  <a:lnTo>
                    <a:pt x="23367" y="5859"/>
                  </a:lnTo>
                  <a:close/>
                  <a:moveTo>
                    <a:pt x="23384" y="5792"/>
                  </a:moveTo>
                  <a:lnTo>
                    <a:pt x="22631" y="6244"/>
                  </a:lnTo>
                  <a:lnTo>
                    <a:pt x="22648" y="6261"/>
                  </a:lnTo>
                  <a:cubicBezTo>
                    <a:pt x="22731" y="6378"/>
                    <a:pt x="22798" y="6478"/>
                    <a:pt x="22849" y="6595"/>
                  </a:cubicBezTo>
                  <a:lnTo>
                    <a:pt x="22865" y="6629"/>
                  </a:lnTo>
                  <a:lnTo>
                    <a:pt x="23618" y="6210"/>
                  </a:lnTo>
                  <a:lnTo>
                    <a:pt x="23602" y="6177"/>
                  </a:lnTo>
                  <a:cubicBezTo>
                    <a:pt x="23535" y="6060"/>
                    <a:pt x="23468" y="5926"/>
                    <a:pt x="23384" y="5809"/>
                  </a:cubicBezTo>
                  <a:lnTo>
                    <a:pt x="23384" y="5792"/>
                  </a:lnTo>
                  <a:close/>
                  <a:moveTo>
                    <a:pt x="1591" y="6261"/>
                  </a:moveTo>
                  <a:lnTo>
                    <a:pt x="2260" y="6629"/>
                  </a:lnTo>
                  <a:cubicBezTo>
                    <a:pt x="2210" y="6729"/>
                    <a:pt x="2143" y="6830"/>
                    <a:pt x="2093" y="6930"/>
                  </a:cubicBezTo>
                  <a:lnTo>
                    <a:pt x="1429" y="6582"/>
                  </a:lnTo>
                  <a:lnTo>
                    <a:pt x="1429" y="6582"/>
                  </a:lnTo>
                  <a:cubicBezTo>
                    <a:pt x="1477" y="6469"/>
                    <a:pt x="1526" y="6357"/>
                    <a:pt x="1591" y="6261"/>
                  </a:cubicBezTo>
                  <a:close/>
                  <a:moveTo>
                    <a:pt x="1574" y="6194"/>
                  </a:moveTo>
                  <a:lnTo>
                    <a:pt x="1557" y="6210"/>
                  </a:lnTo>
                  <a:cubicBezTo>
                    <a:pt x="1473" y="6328"/>
                    <a:pt x="1406" y="6461"/>
                    <a:pt x="1339" y="6579"/>
                  </a:cubicBezTo>
                  <a:lnTo>
                    <a:pt x="1339" y="6612"/>
                  </a:lnTo>
                  <a:lnTo>
                    <a:pt x="2126" y="6997"/>
                  </a:lnTo>
                  <a:lnTo>
                    <a:pt x="2126" y="6980"/>
                  </a:lnTo>
                  <a:cubicBezTo>
                    <a:pt x="2193" y="6863"/>
                    <a:pt x="2260" y="6746"/>
                    <a:pt x="2310" y="6629"/>
                  </a:cubicBezTo>
                  <a:lnTo>
                    <a:pt x="2327" y="6612"/>
                  </a:lnTo>
                  <a:lnTo>
                    <a:pt x="1574" y="6194"/>
                  </a:lnTo>
                  <a:close/>
                  <a:moveTo>
                    <a:pt x="1038" y="7416"/>
                  </a:moveTo>
                  <a:lnTo>
                    <a:pt x="1741" y="7717"/>
                  </a:lnTo>
                  <a:lnTo>
                    <a:pt x="1607" y="8035"/>
                  </a:lnTo>
                  <a:lnTo>
                    <a:pt x="904" y="7750"/>
                  </a:lnTo>
                  <a:cubicBezTo>
                    <a:pt x="938" y="7633"/>
                    <a:pt x="988" y="7516"/>
                    <a:pt x="1038" y="7416"/>
                  </a:cubicBezTo>
                  <a:close/>
                  <a:moveTo>
                    <a:pt x="1005" y="7349"/>
                  </a:moveTo>
                  <a:lnTo>
                    <a:pt x="988" y="7365"/>
                  </a:lnTo>
                  <a:cubicBezTo>
                    <a:pt x="938" y="7499"/>
                    <a:pt x="871" y="7633"/>
                    <a:pt x="821" y="7767"/>
                  </a:cubicBezTo>
                  <a:lnTo>
                    <a:pt x="821" y="7784"/>
                  </a:lnTo>
                  <a:lnTo>
                    <a:pt x="1641" y="8102"/>
                  </a:lnTo>
                  <a:lnTo>
                    <a:pt x="1641" y="8068"/>
                  </a:lnTo>
                  <a:cubicBezTo>
                    <a:pt x="1691" y="7951"/>
                    <a:pt x="1741" y="7834"/>
                    <a:pt x="1791" y="7700"/>
                  </a:cubicBezTo>
                  <a:lnTo>
                    <a:pt x="1791" y="7683"/>
                  </a:lnTo>
                  <a:lnTo>
                    <a:pt x="1005" y="7349"/>
                  </a:lnTo>
                  <a:close/>
                  <a:moveTo>
                    <a:pt x="603" y="8604"/>
                  </a:moveTo>
                  <a:lnTo>
                    <a:pt x="1323" y="8838"/>
                  </a:lnTo>
                  <a:cubicBezTo>
                    <a:pt x="1289" y="8955"/>
                    <a:pt x="1256" y="9056"/>
                    <a:pt x="1222" y="9173"/>
                  </a:cubicBezTo>
                  <a:lnTo>
                    <a:pt x="486" y="8955"/>
                  </a:lnTo>
                  <a:cubicBezTo>
                    <a:pt x="519" y="8838"/>
                    <a:pt x="553" y="8721"/>
                    <a:pt x="603" y="8604"/>
                  </a:cubicBezTo>
                  <a:close/>
                  <a:moveTo>
                    <a:pt x="553" y="8537"/>
                  </a:moveTo>
                  <a:lnTo>
                    <a:pt x="553" y="8570"/>
                  </a:lnTo>
                  <a:cubicBezTo>
                    <a:pt x="503" y="8704"/>
                    <a:pt x="469" y="8838"/>
                    <a:pt x="436" y="8972"/>
                  </a:cubicBezTo>
                  <a:lnTo>
                    <a:pt x="436" y="9006"/>
                  </a:lnTo>
                  <a:lnTo>
                    <a:pt x="1273" y="9223"/>
                  </a:lnTo>
                  <a:lnTo>
                    <a:pt x="1273" y="9207"/>
                  </a:lnTo>
                  <a:cubicBezTo>
                    <a:pt x="1306" y="9073"/>
                    <a:pt x="1339" y="8955"/>
                    <a:pt x="1390" y="8822"/>
                  </a:cubicBezTo>
                  <a:lnTo>
                    <a:pt x="1390" y="8805"/>
                  </a:lnTo>
                  <a:lnTo>
                    <a:pt x="553" y="8537"/>
                  </a:lnTo>
                  <a:close/>
                  <a:moveTo>
                    <a:pt x="285" y="9843"/>
                  </a:moveTo>
                  <a:lnTo>
                    <a:pt x="1021" y="9993"/>
                  </a:lnTo>
                  <a:cubicBezTo>
                    <a:pt x="1005" y="10094"/>
                    <a:pt x="988" y="10211"/>
                    <a:pt x="971" y="10328"/>
                  </a:cubicBezTo>
                  <a:lnTo>
                    <a:pt x="218" y="10194"/>
                  </a:lnTo>
                  <a:cubicBezTo>
                    <a:pt x="235" y="10077"/>
                    <a:pt x="251" y="9960"/>
                    <a:pt x="285" y="9843"/>
                  </a:cubicBezTo>
                  <a:close/>
                  <a:moveTo>
                    <a:pt x="235" y="9776"/>
                  </a:moveTo>
                  <a:lnTo>
                    <a:pt x="235" y="9792"/>
                  </a:lnTo>
                  <a:cubicBezTo>
                    <a:pt x="201" y="9943"/>
                    <a:pt x="168" y="10077"/>
                    <a:pt x="151" y="10211"/>
                  </a:cubicBezTo>
                  <a:lnTo>
                    <a:pt x="151" y="10244"/>
                  </a:lnTo>
                  <a:lnTo>
                    <a:pt x="1005" y="10395"/>
                  </a:lnTo>
                  <a:lnTo>
                    <a:pt x="1005" y="10362"/>
                  </a:lnTo>
                  <a:cubicBezTo>
                    <a:pt x="1038" y="10228"/>
                    <a:pt x="1055" y="10110"/>
                    <a:pt x="1088" y="9977"/>
                  </a:cubicBezTo>
                  <a:lnTo>
                    <a:pt x="1088" y="9943"/>
                  </a:lnTo>
                  <a:lnTo>
                    <a:pt x="235" y="9776"/>
                  </a:lnTo>
                  <a:close/>
                  <a:moveTo>
                    <a:pt x="25041" y="10629"/>
                  </a:moveTo>
                  <a:cubicBezTo>
                    <a:pt x="25058" y="10763"/>
                    <a:pt x="25075" y="10880"/>
                    <a:pt x="25091" y="10998"/>
                  </a:cubicBezTo>
                  <a:lnTo>
                    <a:pt x="24338" y="11081"/>
                  </a:lnTo>
                  <a:cubicBezTo>
                    <a:pt x="24322" y="10964"/>
                    <a:pt x="24305" y="10847"/>
                    <a:pt x="24288" y="10730"/>
                  </a:cubicBezTo>
                  <a:lnTo>
                    <a:pt x="25041" y="10629"/>
                  </a:lnTo>
                  <a:close/>
                  <a:moveTo>
                    <a:pt x="25108" y="10579"/>
                  </a:moveTo>
                  <a:lnTo>
                    <a:pt x="24238" y="10696"/>
                  </a:lnTo>
                  <a:lnTo>
                    <a:pt x="24238" y="10730"/>
                  </a:lnTo>
                  <a:cubicBezTo>
                    <a:pt x="24255" y="10847"/>
                    <a:pt x="24271" y="10981"/>
                    <a:pt x="24288" y="11115"/>
                  </a:cubicBezTo>
                  <a:lnTo>
                    <a:pt x="24288" y="11131"/>
                  </a:lnTo>
                  <a:lnTo>
                    <a:pt x="25158" y="11048"/>
                  </a:lnTo>
                  <a:lnTo>
                    <a:pt x="25158" y="11014"/>
                  </a:lnTo>
                  <a:cubicBezTo>
                    <a:pt x="25142" y="10880"/>
                    <a:pt x="25125" y="10747"/>
                    <a:pt x="25108" y="10596"/>
                  </a:cubicBezTo>
                  <a:lnTo>
                    <a:pt x="25108" y="10579"/>
                  </a:lnTo>
                  <a:close/>
                  <a:moveTo>
                    <a:pt x="101" y="11098"/>
                  </a:moveTo>
                  <a:lnTo>
                    <a:pt x="854" y="11165"/>
                  </a:lnTo>
                  <a:cubicBezTo>
                    <a:pt x="837" y="11282"/>
                    <a:pt x="821" y="11399"/>
                    <a:pt x="821" y="11516"/>
                  </a:cubicBezTo>
                  <a:lnTo>
                    <a:pt x="67" y="11466"/>
                  </a:lnTo>
                  <a:cubicBezTo>
                    <a:pt x="67" y="11349"/>
                    <a:pt x="84" y="11215"/>
                    <a:pt x="101" y="11098"/>
                  </a:cubicBezTo>
                  <a:close/>
                  <a:moveTo>
                    <a:pt x="34" y="11048"/>
                  </a:moveTo>
                  <a:lnTo>
                    <a:pt x="34" y="11065"/>
                  </a:lnTo>
                  <a:cubicBezTo>
                    <a:pt x="34" y="11198"/>
                    <a:pt x="0" y="11349"/>
                    <a:pt x="0" y="11483"/>
                  </a:cubicBezTo>
                  <a:lnTo>
                    <a:pt x="0" y="11516"/>
                  </a:lnTo>
                  <a:lnTo>
                    <a:pt x="871" y="11583"/>
                  </a:lnTo>
                  <a:lnTo>
                    <a:pt x="871" y="11550"/>
                  </a:lnTo>
                  <a:cubicBezTo>
                    <a:pt x="888" y="11416"/>
                    <a:pt x="888" y="11282"/>
                    <a:pt x="904" y="11148"/>
                  </a:cubicBezTo>
                  <a:lnTo>
                    <a:pt x="904" y="11131"/>
                  </a:lnTo>
                  <a:lnTo>
                    <a:pt x="34" y="11048"/>
                  </a:lnTo>
                  <a:close/>
                  <a:moveTo>
                    <a:pt x="25158" y="11901"/>
                  </a:moveTo>
                  <a:lnTo>
                    <a:pt x="25158" y="12270"/>
                  </a:lnTo>
                  <a:lnTo>
                    <a:pt x="24388" y="12270"/>
                  </a:lnTo>
                  <a:lnTo>
                    <a:pt x="24388" y="11918"/>
                  </a:lnTo>
                  <a:lnTo>
                    <a:pt x="25158" y="11901"/>
                  </a:lnTo>
                  <a:close/>
                  <a:moveTo>
                    <a:pt x="25209" y="11851"/>
                  </a:moveTo>
                  <a:lnTo>
                    <a:pt x="24355" y="11885"/>
                  </a:lnTo>
                  <a:lnTo>
                    <a:pt x="24355" y="11901"/>
                  </a:lnTo>
                  <a:lnTo>
                    <a:pt x="24355" y="12303"/>
                  </a:lnTo>
                  <a:lnTo>
                    <a:pt x="24355" y="12320"/>
                  </a:lnTo>
                  <a:lnTo>
                    <a:pt x="25209" y="12320"/>
                  </a:lnTo>
                  <a:lnTo>
                    <a:pt x="25209" y="12286"/>
                  </a:lnTo>
                  <a:lnTo>
                    <a:pt x="25209" y="11868"/>
                  </a:lnTo>
                  <a:lnTo>
                    <a:pt x="25209" y="11851"/>
                  </a:lnTo>
                  <a:close/>
                  <a:moveTo>
                    <a:pt x="804" y="12370"/>
                  </a:moveTo>
                  <a:lnTo>
                    <a:pt x="804" y="12722"/>
                  </a:lnTo>
                  <a:lnTo>
                    <a:pt x="34" y="12738"/>
                  </a:lnTo>
                  <a:lnTo>
                    <a:pt x="34" y="12370"/>
                  </a:lnTo>
                  <a:close/>
                  <a:moveTo>
                    <a:pt x="0" y="12320"/>
                  </a:moveTo>
                  <a:lnTo>
                    <a:pt x="0" y="12353"/>
                  </a:lnTo>
                  <a:lnTo>
                    <a:pt x="0" y="12772"/>
                  </a:lnTo>
                  <a:lnTo>
                    <a:pt x="0" y="12789"/>
                  </a:lnTo>
                  <a:lnTo>
                    <a:pt x="854" y="12772"/>
                  </a:lnTo>
                  <a:lnTo>
                    <a:pt x="854" y="12738"/>
                  </a:lnTo>
                  <a:lnTo>
                    <a:pt x="854" y="12353"/>
                  </a:lnTo>
                  <a:lnTo>
                    <a:pt x="854" y="12320"/>
                  </a:lnTo>
                  <a:close/>
                  <a:moveTo>
                    <a:pt x="24372" y="13107"/>
                  </a:moveTo>
                  <a:lnTo>
                    <a:pt x="25125" y="13174"/>
                  </a:lnTo>
                  <a:cubicBezTo>
                    <a:pt x="25125" y="13291"/>
                    <a:pt x="25108" y="13408"/>
                    <a:pt x="25091" y="13542"/>
                  </a:cubicBezTo>
                  <a:lnTo>
                    <a:pt x="24338" y="13458"/>
                  </a:lnTo>
                  <a:cubicBezTo>
                    <a:pt x="24338" y="13341"/>
                    <a:pt x="24372" y="13224"/>
                    <a:pt x="24372" y="13107"/>
                  </a:cubicBezTo>
                  <a:close/>
                  <a:moveTo>
                    <a:pt x="24305" y="13056"/>
                  </a:moveTo>
                  <a:lnTo>
                    <a:pt x="24305" y="13090"/>
                  </a:lnTo>
                  <a:cubicBezTo>
                    <a:pt x="24305" y="13224"/>
                    <a:pt x="24288" y="13358"/>
                    <a:pt x="24271" y="13475"/>
                  </a:cubicBezTo>
                  <a:lnTo>
                    <a:pt x="24271" y="13508"/>
                  </a:lnTo>
                  <a:lnTo>
                    <a:pt x="25142" y="13592"/>
                  </a:lnTo>
                  <a:lnTo>
                    <a:pt x="25142" y="13559"/>
                  </a:lnTo>
                  <a:cubicBezTo>
                    <a:pt x="25158" y="13425"/>
                    <a:pt x="25158" y="13274"/>
                    <a:pt x="25175" y="13140"/>
                  </a:cubicBezTo>
                  <a:lnTo>
                    <a:pt x="25175" y="13123"/>
                  </a:lnTo>
                  <a:lnTo>
                    <a:pt x="24305" y="13056"/>
                  </a:lnTo>
                  <a:close/>
                  <a:moveTo>
                    <a:pt x="837" y="13559"/>
                  </a:moveTo>
                  <a:cubicBezTo>
                    <a:pt x="854" y="13676"/>
                    <a:pt x="871" y="13793"/>
                    <a:pt x="888" y="13910"/>
                  </a:cubicBezTo>
                  <a:lnTo>
                    <a:pt x="134" y="14011"/>
                  </a:lnTo>
                  <a:cubicBezTo>
                    <a:pt x="118" y="13893"/>
                    <a:pt x="101" y="13776"/>
                    <a:pt x="84" y="13642"/>
                  </a:cubicBezTo>
                  <a:lnTo>
                    <a:pt x="837" y="13559"/>
                  </a:lnTo>
                  <a:close/>
                  <a:moveTo>
                    <a:pt x="888" y="13508"/>
                  </a:moveTo>
                  <a:lnTo>
                    <a:pt x="34" y="13592"/>
                  </a:lnTo>
                  <a:lnTo>
                    <a:pt x="34" y="13626"/>
                  </a:lnTo>
                  <a:cubicBezTo>
                    <a:pt x="51" y="13759"/>
                    <a:pt x="67" y="13910"/>
                    <a:pt x="84" y="14044"/>
                  </a:cubicBezTo>
                  <a:lnTo>
                    <a:pt x="84" y="14061"/>
                  </a:lnTo>
                  <a:lnTo>
                    <a:pt x="938" y="13944"/>
                  </a:lnTo>
                  <a:lnTo>
                    <a:pt x="938" y="13927"/>
                  </a:lnTo>
                  <a:cubicBezTo>
                    <a:pt x="921" y="13793"/>
                    <a:pt x="904" y="13659"/>
                    <a:pt x="888" y="13525"/>
                  </a:cubicBezTo>
                  <a:lnTo>
                    <a:pt x="888" y="13508"/>
                  </a:lnTo>
                  <a:close/>
                  <a:moveTo>
                    <a:pt x="24221" y="14312"/>
                  </a:moveTo>
                  <a:lnTo>
                    <a:pt x="24974" y="14446"/>
                  </a:lnTo>
                  <a:cubicBezTo>
                    <a:pt x="24958" y="14563"/>
                    <a:pt x="24941" y="14680"/>
                    <a:pt x="24907" y="14814"/>
                  </a:cubicBezTo>
                  <a:lnTo>
                    <a:pt x="24154" y="14647"/>
                  </a:lnTo>
                  <a:cubicBezTo>
                    <a:pt x="24188" y="14546"/>
                    <a:pt x="24204" y="14429"/>
                    <a:pt x="24221" y="14312"/>
                  </a:cubicBezTo>
                  <a:close/>
                  <a:moveTo>
                    <a:pt x="24171" y="14245"/>
                  </a:moveTo>
                  <a:lnTo>
                    <a:pt x="24171" y="14278"/>
                  </a:lnTo>
                  <a:cubicBezTo>
                    <a:pt x="24154" y="14412"/>
                    <a:pt x="24121" y="14546"/>
                    <a:pt x="24104" y="14663"/>
                  </a:cubicBezTo>
                  <a:lnTo>
                    <a:pt x="24104" y="14697"/>
                  </a:lnTo>
                  <a:lnTo>
                    <a:pt x="24941" y="14864"/>
                  </a:lnTo>
                  <a:lnTo>
                    <a:pt x="24941" y="14847"/>
                  </a:lnTo>
                  <a:cubicBezTo>
                    <a:pt x="24974" y="14697"/>
                    <a:pt x="25008" y="14563"/>
                    <a:pt x="25025" y="14429"/>
                  </a:cubicBezTo>
                  <a:lnTo>
                    <a:pt x="25025" y="14396"/>
                  </a:lnTo>
                  <a:lnTo>
                    <a:pt x="24171" y="14245"/>
                  </a:lnTo>
                  <a:close/>
                  <a:moveTo>
                    <a:pt x="1038" y="14747"/>
                  </a:moveTo>
                  <a:cubicBezTo>
                    <a:pt x="1055" y="14864"/>
                    <a:pt x="1088" y="14965"/>
                    <a:pt x="1122" y="15082"/>
                  </a:cubicBezTo>
                  <a:lnTo>
                    <a:pt x="369" y="15266"/>
                  </a:lnTo>
                  <a:cubicBezTo>
                    <a:pt x="335" y="15149"/>
                    <a:pt x="318" y="15032"/>
                    <a:pt x="285" y="14898"/>
                  </a:cubicBezTo>
                  <a:lnTo>
                    <a:pt x="1038" y="14747"/>
                  </a:lnTo>
                  <a:close/>
                  <a:moveTo>
                    <a:pt x="1105" y="14680"/>
                  </a:moveTo>
                  <a:lnTo>
                    <a:pt x="235" y="14847"/>
                  </a:lnTo>
                  <a:lnTo>
                    <a:pt x="235" y="14881"/>
                  </a:lnTo>
                  <a:cubicBezTo>
                    <a:pt x="268" y="15015"/>
                    <a:pt x="302" y="15165"/>
                    <a:pt x="335" y="15299"/>
                  </a:cubicBezTo>
                  <a:lnTo>
                    <a:pt x="335" y="15316"/>
                  </a:lnTo>
                  <a:lnTo>
                    <a:pt x="1189" y="15115"/>
                  </a:lnTo>
                  <a:lnTo>
                    <a:pt x="1189" y="15082"/>
                  </a:lnTo>
                  <a:cubicBezTo>
                    <a:pt x="1155" y="14948"/>
                    <a:pt x="1122" y="14831"/>
                    <a:pt x="1105" y="14697"/>
                  </a:cubicBezTo>
                  <a:lnTo>
                    <a:pt x="1105" y="14680"/>
                  </a:lnTo>
                  <a:close/>
                  <a:moveTo>
                    <a:pt x="23970" y="15467"/>
                  </a:moveTo>
                  <a:lnTo>
                    <a:pt x="24706" y="15668"/>
                  </a:lnTo>
                  <a:cubicBezTo>
                    <a:pt x="24673" y="15785"/>
                    <a:pt x="24640" y="15919"/>
                    <a:pt x="24606" y="16036"/>
                  </a:cubicBezTo>
                  <a:lnTo>
                    <a:pt x="23870" y="15802"/>
                  </a:lnTo>
                  <a:cubicBezTo>
                    <a:pt x="23903" y="15684"/>
                    <a:pt x="23937" y="15584"/>
                    <a:pt x="23970" y="15467"/>
                  </a:cubicBezTo>
                  <a:close/>
                  <a:moveTo>
                    <a:pt x="23920" y="15400"/>
                  </a:moveTo>
                  <a:lnTo>
                    <a:pt x="23920" y="15433"/>
                  </a:lnTo>
                  <a:cubicBezTo>
                    <a:pt x="23886" y="15550"/>
                    <a:pt x="23836" y="15684"/>
                    <a:pt x="23803" y="15802"/>
                  </a:cubicBezTo>
                  <a:lnTo>
                    <a:pt x="23803" y="15835"/>
                  </a:lnTo>
                  <a:lnTo>
                    <a:pt x="24623" y="16103"/>
                  </a:lnTo>
                  <a:lnTo>
                    <a:pt x="24623" y="16086"/>
                  </a:lnTo>
                  <a:cubicBezTo>
                    <a:pt x="24673" y="15935"/>
                    <a:pt x="24723" y="15802"/>
                    <a:pt x="24757" y="15668"/>
                  </a:cubicBezTo>
                  <a:lnTo>
                    <a:pt x="24757" y="15634"/>
                  </a:lnTo>
                  <a:lnTo>
                    <a:pt x="23920" y="15400"/>
                  </a:lnTo>
                  <a:close/>
                  <a:moveTo>
                    <a:pt x="1339" y="15902"/>
                  </a:moveTo>
                  <a:cubicBezTo>
                    <a:pt x="1373" y="16019"/>
                    <a:pt x="1406" y="16120"/>
                    <a:pt x="1457" y="16220"/>
                  </a:cubicBezTo>
                  <a:lnTo>
                    <a:pt x="737" y="16488"/>
                  </a:lnTo>
                  <a:cubicBezTo>
                    <a:pt x="687" y="16371"/>
                    <a:pt x="653" y="16237"/>
                    <a:pt x="620" y="16120"/>
                  </a:cubicBezTo>
                  <a:lnTo>
                    <a:pt x="1339" y="15902"/>
                  </a:lnTo>
                  <a:close/>
                  <a:moveTo>
                    <a:pt x="1406" y="15835"/>
                  </a:moveTo>
                  <a:lnTo>
                    <a:pt x="570" y="16086"/>
                  </a:lnTo>
                  <a:lnTo>
                    <a:pt x="570" y="16120"/>
                  </a:lnTo>
                  <a:cubicBezTo>
                    <a:pt x="603" y="16253"/>
                    <a:pt x="653" y="16387"/>
                    <a:pt x="703" y="16521"/>
                  </a:cubicBezTo>
                  <a:lnTo>
                    <a:pt x="703" y="16538"/>
                  </a:lnTo>
                  <a:lnTo>
                    <a:pt x="1524" y="16253"/>
                  </a:lnTo>
                  <a:lnTo>
                    <a:pt x="1524" y="16237"/>
                  </a:lnTo>
                  <a:cubicBezTo>
                    <a:pt x="1473" y="16103"/>
                    <a:pt x="1440" y="15986"/>
                    <a:pt x="1406" y="15852"/>
                  </a:cubicBezTo>
                  <a:lnTo>
                    <a:pt x="1406" y="15835"/>
                  </a:lnTo>
                  <a:close/>
                  <a:moveTo>
                    <a:pt x="23602" y="16605"/>
                  </a:moveTo>
                  <a:lnTo>
                    <a:pt x="24305" y="16890"/>
                  </a:lnTo>
                  <a:cubicBezTo>
                    <a:pt x="24255" y="17007"/>
                    <a:pt x="24221" y="17124"/>
                    <a:pt x="24171" y="17224"/>
                  </a:cubicBezTo>
                  <a:lnTo>
                    <a:pt x="23468" y="16923"/>
                  </a:lnTo>
                  <a:cubicBezTo>
                    <a:pt x="23501" y="16823"/>
                    <a:pt x="23552" y="16722"/>
                    <a:pt x="23602" y="16605"/>
                  </a:cubicBezTo>
                  <a:close/>
                  <a:moveTo>
                    <a:pt x="23535" y="16538"/>
                  </a:moveTo>
                  <a:lnTo>
                    <a:pt x="23535" y="16572"/>
                  </a:lnTo>
                  <a:cubicBezTo>
                    <a:pt x="23485" y="16689"/>
                    <a:pt x="23434" y="16806"/>
                    <a:pt x="23384" y="16940"/>
                  </a:cubicBezTo>
                  <a:lnTo>
                    <a:pt x="23384" y="16957"/>
                  </a:lnTo>
                  <a:lnTo>
                    <a:pt x="24171" y="17308"/>
                  </a:lnTo>
                  <a:lnTo>
                    <a:pt x="24171" y="17275"/>
                  </a:lnTo>
                  <a:cubicBezTo>
                    <a:pt x="24238" y="17141"/>
                    <a:pt x="24288" y="17007"/>
                    <a:pt x="24338" y="16890"/>
                  </a:cubicBezTo>
                  <a:lnTo>
                    <a:pt x="24338" y="16856"/>
                  </a:lnTo>
                  <a:lnTo>
                    <a:pt x="23535" y="16538"/>
                  </a:lnTo>
                  <a:close/>
                  <a:moveTo>
                    <a:pt x="21007" y="20589"/>
                  </a:moveTo>
                  <a:lnTo>
                    <a:pt x="21543" y="21124"/>
                  </a:lnTo>
                  <a:cubicBezTo>
                    <a:pt x="21459" y="21208"/>
                    <a:pt x="21376" y="21292"/>
                    <a:pt x="21275" y="21392"/>
                  </a:cubicBezTo>
                  <a:lnTo>
                    <a:pt x="20756" y="20840"/>
                  </a:lnTo>
                  <a:lnTo>
                    <a:pt x="20773" y="20823"/>
                  </a:lnTo>
                  <a:cubicBezTo>
                    <a:pt x="20840" y="20756"/>
                    <a:pt x="20924" y="20672"/>
                    <a:pt x="21007" y="20589"/>
                  </a:cubicBezTo>
                  <a:close/>
                  <a:moveTo>
                    <a:pt x="21007" y="20522"/>
                  </a:moveTo>
                  <a:lnTo>
                    <a:pt x="20974" y="20539"/>
                  </a:lnTo>
                  <a:cubicBezTo>
                    <a:pt x="20890" y="20639"/>
                    <a:pt x="20790" y="20723"/>
                    <a:pt x="20706" y="20823"/>
                  </a:cubicBezTo>
                  <a:lnTo>
                    <a:pt x="20689" y="20840"/>
                  </a:lnTo>
                  <a:lnTo>
                    <a:pt x="21275" y="21459"/>
                  </a:lnTo>
                  <a:lnTo>
                    <a:pt x="21309" y="21442"/>
                  </a:lnTo>
                  <a:cubicBezTo>
                    <a:pt x="21392" y="21359"/>
                    <a:pt x="21509" y="21242"/>
                    <a:pt x="21610" y="21141"/>
                  </a:cubicBezTo>
                  <a:lnTo>
                    <a:pt x="21627" y="21124"/>
                  </a:lnTo>
                  <a:lnTo>
                    <a:pt x="21007" y="20522"/>
                  </a:lnTo>
                  <a:close/>
                  <a:moveTo>
                    <a:pt x="20103" y="21409"/>
                  </a:moveTo>
                  <a:lnTo>
                    <a:pt x="20589" y="21995"/>
                  </a:lnTo>
                  <a:cubicBezTo>
                    <a:pt x="20488" y="22079"/>
                    <a:pt x="20388" y="22145"/>
                    <a:pt x="20304" y="22229"/>
                  </a:cubicBezTo>
                  <a:lnTo>
                    <a:pt x="19836" y="21627"/>
                  </a:lnTo>
                  <a:lnTo>
                    <a:pt x="19852" y="21610"/>
                  </a:lnTo>
                  <a:cubicBezTo>
                    <a:pt x="19936" y="21543"/>
                    <a:pt x="20036" y="21476"/>
                    <a:pt x="20103" y="21409"/>
                  </a:cubicBezTo>
                  <a:close/>
                  <a:moveTo>
                    <a:pt x="20103" y="21342"/>
                  </a:moveTo>
                  <a:lnTo>
                    <a:pt x="20087" y="21359"/>
                  </a:lnTo>
                  <a:cubicBezTo>
                    <a:pt x="19986" y="21442"/>
                    <a:pt x="19886" y="21509"/>
                    <a:pt x="19769" y="21593"/>
                  </a:cubicBezTo>
                  <a:lnTo>
                    <a:pt x="19752" y="21610"/>
                  </a:lnTo>
                  <a:lnTo>
                    <a:pt x="20288" y="22296"/>
                  </a:lnTo>
                  <a:lnTo>
                    <a:pt x="20304" y="22279"/>
                  </a:lnTo>
                  <a:cubicBezTo>
                    <a:pt x="20438" y="22196"/>
                    <a:pt x="20539" y="22112"/>
                    <a:pt x="20639" y="22012"/>
                  </a:cubicBezTo>
                  <a:lnTo>
                    <a:pt x="20656" y="21995"/>
                  </a:lnTo>
                  <a:lnTo>
                    <a:pt x="20103" y="21342"/>
                  </a:lnTo>
                  <a:close/>
                  <a:moveTo>
                    <a:pt x="6395" y="22346"/>
                  </a:moveTo>
                  <a:lnTo>
                    <a:pt x="6696" y="22514"/>
                  </a:lnTo>
                  <a:lnTo>
                    <a:pt x="6311" y="23183"/>
                  </a:lnTo>
                  <a:cubicBezTo>
                    <a:pt x="6194" y="23116"/>
                    <a:pt x="6093" y="23049"/>
                    <a:pt x="5993" y="22982"/>
                  </a:cubicBezTo>
                  <a:lnTo>
                    <a:pt x="6395" y="22346"/>
                  </a:lnTo>
                  <a:close/>
                  <a:moveTo>
                    <a:pt x="6378" y="22279"/>
                  </a:moveTo>
                  <a:lnTo>
                    <a:pt x="5926" y="23016"/>
                  </a:lnTo>
                  <a:lnTo>
                    <a:pt x="5943" y="23033"/>
                  </a:lnTo>
                  <a:cubicBezTo>
                    <a:pt x="6060" y="23100"/>
                    <a:pt x="6177" y="23167"/>
                    <a:pt x="6311" y="23233"/>
                  </a:cubicBezTo>
                  <a:lnTo>
                    <a:pt x="6328" y="23250"/>
                  </a:lnTo>
                  <a:lnTo>
                    <a:pt x="6763" y="22514"/>
                  </a:lnTo>
                  <a:lnTo>
                    <a:pt x="6746" y="22497"/>
                  </a:lnTo>
                  <a:lnTo>
                    <a:pt x="6395" y="22296"/>
                  </a:lnTo>
                  <a:lnTo>
                    <a:pt x="6378" y="22279"/>
                  </a:lnTo>
                  <a:close/>
                  <a:moveTo>
                    <a:pt x="7449" y="22915"/>
                  </a:moveTo>
                  <a:cubicBezTo>
                    <a:pt x="7549" y="22966"/>
                    <a:pt x="7650" y="23016"/>
                    <a:pt x="7750" y="23066"/>
                  </a:cubicBezTo>
                  <a:lnTo>
                    <a:pt x="7449" y="23769"/>
                  </a:lnTo>
                  <a:lnTo>
                    <a:pt x="7114" y="23602"/>
                  </a:lnTo>
                  <a:lnTo>
                    <a:pt x="7449" y="22915"/>
                  </a:lnTo>
                  <a:close/>
                  <a:moveTo>
                    <a:pt x="7416" y="22865"/>
                  </a:moveTo>
                  <a:lnTo>
                    <a:pt x="7031" y="23635"/>
                  </a:lnTo>
                  <a:lnTo>
                    <a:pt x="7064" y="23635"/>
                  </a:lnTo>
                  <a:cubicBezTo>
                    <a:pt x="7165" y="23685"/>
                    <a:pt x="7282" y="23752"/>
                    <a:pt x="7399" y="23803"/>
                  </a:cubicBezTo>
                  <a:lnTo>
                    <a:pt x="7449" y="23819"/>
                  </a:lnTo>
                  <a:lnTo>
                    <a:pt x="7466" y="23836"/>
                  </a:lnTo>
                  <a:lnTo>
                    <a:pt x="7817" y="23033"/>
                  </a:lnTo>
                  <a:lnTo>
                    <a:pt x="7801" y="23033"/>
                  </a:lnTo>
                  <a:cubicBezTo>
                    <a:pt x="7683" y="22982"/>
                    <a:pt x="7566" y="22932"/>
                    <a:pt x="7449" y="22865"/>
                  </a:cubicBezTo>
                  <a:close/>
                  <a:moveTo>
                    <a:pt x="8537" y="23384"/>
                  </a:moveTo>
                  <a:cubicBezTo>
                    <a:pt x="8654" y="23418"/>
                    <a:pt x="8755" y="23468"/>
                    <a:pt x="8872" y="23501"/>
                  </a:cubicBezTo>
                  <a:lnTo>
                    <a:pt x="8621" y="24221"/>
                  </a:lnTo>
                  <a:cubicBezTo>
                    <a:pt x="8520" y="24188"/>
                    <a:pt x="8386" y="24137"/>
                    <a:pt x="8269" y="24104"/>
                  </a:cubicBezTo>
                  <a:lnTo>
                    <a:pt x="8537" y="23384"/>
                  </a:lnTo>
                  <a:close/>
                  <a:moveTo>
                    <a:pt x="8504" y="23317"/>
                  </a:moveTo>
                  <a:lnTo>
                    <a:pt x="8202" y="24137"/>
                  </a:lnTo>
                  <a:lnTo>
                    <a:pt x="8236" y="24154"/>
                  </a:lnTo>
                  <a:lnTo>
                    <a:pt x="8637" y="24305"/>
                  </a:lnTo>
                  <a:lnTo>
                    <a:pt x="8654" y="24305"/>
                  </a:lnTo>
                  <a:lnTo>
                    <a:pt x="8939" y="23451"/>
                  </a:lnTo>
                  <a:lnTo>
                    <a:pt x="8905" y="23451"/>
                  </a:lnTo>
                  <a:cubicBezTo>
                    <a:pt x="8788" y="23401"/>
                    <a:pt x="8654" y="23367"/>
                    <a:pt x="8537" y="23317"/>
                  </a:cubicBezTo>
                  <a:close/>
                  <a:moveTo>
                    <a:pt x="15919" y="23635"/>
                  </a:moveTo>
                  <a:lnTo>
                    <a:pt x="16136" y="24355"/>
                  </a:lnTo>
                  <a:lnTo>
                    <a:pt x="15768" y="24455"/>
                  </a:lnTo>
                  <a:lnTo>
                    <a:pt x="15584" y="23719"/>
                  </a:lnTo>
                  <a:lnTo>
                    <a:pt x="15601" y="23719"/>
                  </a:lnTo>
                  <a:cubicBezTo>
                    <a:pt x="15701" y="23685"/>
                    <a:pt x="15818" y="23652"/>
                    <a:pt x="15919" y="23635"/>
                  </a:cubicBezTo>
                  <a:close/>
                  <a:moveTo>
                    <a:pt x="15919" y="23585"/>
                  </a:moveTo>
                  <a:cubicBezTo>
                    <a:pt x="15802" y="23618"/>
                    <a:pt x="15668" y="23652"/>
                    <a:pt x="15551" y="23685"/>
                  </a:cubicBezTo>
                  <a:lnTo>
                    <a:pt x="15534" y="23685"/>
                  </a:lnTo>
                  <a:lnTo>
                    <a:pt x="15735" y="24522"/>
                  </a:lnTo>
                  <a:lnTo>
                    <a:pt x="15768" y="24539"/>
                  </a:lnTo>
                  <a:cubicBezTo>
                    <a:pt x="15902" y="24506"/>
                    <a:pt x="16036" y="24472"/>
                    <a:pt x="16170" y="24422"/>
                  </a:cubicBezTo>
                  <a:lnTo>
                    <a:pt x="16203" y="24422"/>
                  </a:lnTo>
                  <a:lnTo>
                    <a:pt x="15969" y="23585"/>
                  </a:lnTo>
                  <a:close/>
                  <a:moveTo>
                    <a:pt x="9675" y="23736"/>
                  </a:moveTo>
                  <a:cubicBezTo>
                    <a:pt x="9792" y="23769"/>
                    <a:pt x="9910" y="23803"/>
                    <a:pt x="10027" y="23819"/>
                  </a:cubicBezTo>
                  <a:lnTo>
                    <a:pt x="9859" y="24573"/>
                  </a:lnTo>
                  <a:lnTo>
                    <a:pt x="9491" y="24472"/>
                  </a:lnTo>
                  <a:lnTo>
                    <a:pt x="9675" y="23736"/>
                  </a:lnTo>
                  <a:close/>
                  <a:moveTo>
                    <a:pt x="9642" y="23685"/>
                  </a:moveTo>
                  <a:lnTo>
                    <a:pt x="9424" y="24522"/>
                  </a:lnTo>
                  <a:lnTo>
                    <a:pt x="9441" y="24522"/>
                  </a:lnTo>
                  <a:lnTo>
                    <a:pt x="9859" y="24623"/>
                  </a:lnTo>
                  <a:lnTo>
                    <a:pt x="9876" y="24623"/>
                  </a:lnTo>
                  <a:lnTo>
                    <a:pt x="10077" y="23769"/>
                  </a:lnTo>
                  <a:lnTo>
                    <a:pt x="10044" y="23769"/>
                  </a:lnTo>
                  <a:cubicBezTo>
                    <a:pt x="9910" y="23736"/>
                    <a:pt x="9792" y="23719"/>
                    <a:pt x="9659" y="23685"/>
                  </a:cubicBezTo>
                  <a:close/>
                  <a:moveTo>
                    <a:pt x="14747" y="23903"/>
                  </a:moveTo>
                  <a:lnTo>
                    <a:pt x="14898" y="24656"/>
                  </a:lnTo>
                  <a:cubicBezTo>
                    <a:pt x="14781" y="24690"/>
                    <a:pt x="14647" y="24706"/>
                    <a:pt x="14529" y="24723"/>
                  </a:cubicBezTo>
                  <a:lnTo>
                    <a:pt x="14412" y="23970"/>
                  </a:lnTo>
                  <a:lnTo>
                    <a:pt x="14429" y="23953"/>
                  </a:lnTo>
                  <a:cubicBezTo>
                    <a:pt x="14546" y="23936"/>
                    <a:pt x="14663" y="23920"/>
                    <a:pt x="14747" y="23903"/>
                  </a:cubicBezTo>
                  <a:close/>
                  <a:moveTo>
                    <a:pt x="10847" y="23987"/>
                  </a:moveTo>
                  <a:lnTo>
                    <a:pt x="11198" y="24037"/>
                  </a:lnTo>
                  <a:lnTo>
                    <a:pt x="11115" y="24790"/>
                  </a:lnTo>
                  <a:cubicBezTo>
                    <a:pt x="10981" y="24773"/>
                    <a:pt x="10864" y="24757"/>
                    <a:pt x="10747" y="24740"/>
                  </a:cubicBezTo>
                  <a:lnTo>
                    <a:pt x="10847" y="23987"/>
                  </a:lnTo>
                  <a:close/>
                  <a:moveTo>
                    <a:pt x="14764" y="23853"/>
                  </a:moveTo>
                  <a:cubicBezTo>
                    <a:pt x="14647" y="23886"/>
                    <a:pt x="14513" y="23903"/>
                    <a:pt x="14379" y="23920"/>
                  </a:cubicBezTo>
                  <a:lnTo>
                    <a:pt x="14345" y="23920"/>
                  </a:lnTo>
                  <a:lnTo>
                    <a:pt x="14479" y="24790"/>
                  </a:lnTo>
                  <a:lnTo>
                    <a:pt x="14513" y="24790"/>
                  </a:lnTo>
                  <a:lnTo>
                    <a:pt x="14931" y="24706"/>
                  </a:lnTo>
                  <a:lnTo>
                    <a:pt x="14965" y="24706"/>
                  </a:lnTo>
                  <a:lnTo>
                    <a:pt x="14797" y="23853"/>
                  </a:lnTo>
                  <a:close/>
                  <a:moveTo>
                    <a:pt x="10814" y="23920"/>
                  </a:moveTo>
                  <a:lnTo>
                    <a:pt x="10680" y="24790"/>
                  </a:lnTo>
                  <a:lnTo>
                    <a:pt x="10730" y="24790"/>
                  </a:lnTo>
                  <a:cubicBezTo>
                    <a:pt x="10864" y="24807"/>
                    <a:pt x="10998" y="24824"/>
                    <a:pt x="11148" y="24840"/>
                  </a:cubicBezTo>
                  <a:lnTo>
                    <a:pt x="11249" y="23970"/>
                  </a:lnTo>
                  <a:lnTo>
                    <a:pt x="11232" y="23970"/>
                  </a:lnTo>
                  <a:cubicBezTo>
                    <a:pt x="11098" y="23953"/>
                    <a:pt x="10964" y="23936"/>
                    <a:pt x="10830" y="23920"/>
                  </a:cubicBezTo>
                  <a:close/>
                  <a:moveTo>
                    <a:pt x="13575" y="24070"/>
                  </a:moveTo>
                  <a:lnTo>
                    <a:pt x="13642" y="24824"/>
                  </a:lnTo>
                  <a:lnTo>
                    <a:pt x="13274" y="24857"/>
                  </a:lnTo>
                  <a:lnTo>
                    <a:pt x="13224" y="24087"/>
                  </a:lnTo>
                  <a:lnTo>
                    <a:pt x="13241" y="24087"/>
                  </a:lnTo>
                  <a:cubicBezTo>
                    <a:pt x="13358" y="24087"/>
                    <a:pt x="13475" y="24087"/>
                    <a:pt x="13575" y="24070"/>
                  </a:cubicBezTo>
                  <a:close/>
                  <a:moveTo>
                    <a:pt x="12387" y="24104"/>
                  </a:moveTo>
                  <a:lnTo>
                    <a:pt x="12387" y="24874"/>
                  </a:lnTo>
                  <a:cubicBezTo>
                    <a:pt x="12253" y="24874"/>
                    <a:pt x="12136" y="24857"/>
                    <a:pt x="12002" y="24857"/>
                  </a:cubicBezTo>
                  <a:lnTo>
                    <a:pt x="12052" y="24104"/>
                  </a:lnTo>
                  <a:close/>
                  <a:moveTo>
                    <a:pt x="13609" y="24020"/>
                  </a:moveTo>
                  <a:cubicBezTo>
                    <a:pt x="13475" y="24020"/>
                    <a:pt x="13341" y="24037"/>
                    <a:pt x="13207" y="24037"/>
                  </a:cubicBezTo>
                  <a:lnTo>
                    <a:pt x="13190" y="24037"/>
                  </a:lnTo>
                  <a:lnTo>
                    <a:pt x="13224" y="24907"/>
                  </a:lnTo>
                  <a:lnTo>
                    <a:pt x="13257" y="24907"/>
                  </a:lnTo>
                  <a:cubicBezTo>
                    <a:pt x="13391" y="24907"/>
                    <a:pt x="13542" y="24891"/>
                    <a:pt x="13676" y="24874"/>
                  </a:cubicBezTo>
                  <a:lnTo>
                    <a:pt x="13709" y="24874"/>
                  </a:lnTo>
                  <a:lnTo>
                    <a:pt x="13626" y="24020"/>
                  </a:lnTo>
                  <a:close/>
                  <a:moveTo>
                    <a:pt x="12002" y="24037"/>
                  </a:moveTo>
                  <a:lnTo>
                    <a:pt x="11952" y="24907"/>
                  </a:lnTo>
                  <a:lnTo>
                    <a:pt x="11985" y="24907"/>
                  </a:lnTo>
                  <a:lnTo>
                    <a:pt x="12404" y="24924"/>
                  </a:lnTo>
                  <a:lnTo>
                    <a:pt x="12437" y="24924"/>
                  </a:lnTo>
                  <a:lnTo>
                    <a:pt x="12437" y="24054"/>
                  </a:lnTo>
                  <a:lnTo>
                    <a:pt x="12420" y="24054"/>
                  </a:lnTo>
                  <a:cubicBezTo>
                    <a:pt x="12286" y="24037"/>
                    <a:pt x="12153" y="24037"/>
                    <a:pt x="12019" y="2403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25"/>
          <p:cNvGrpSpPr/>
          <p:nvPr/>
        </p:nvGrpSpPr>
        <p:grpSpPr>
          <a:xfrm rot="-5400000" flipH="1">
            <a:off x="66202" y="481683"/>
            <a:ext cx="465355" cy="267299"/>
            <a:chOff x="5170200" y="1827055"/>
            <a:chExt cx="336458" cy="193247"/>
          </a:xfrm>
        </p:grpSpPr>
        <p:sp>
          <p:nvSpPr>
            <p:cNvPr id="775" name="Google Shape;775;p25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5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5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5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5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5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5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5"/>
            <p:cNvSpPr/>
            <p:nvPr/>
          </p:nvSpPr>
          <p:spPr>
            <a:xfrm flipH="1">
              <a:off x="5331652" y="1832505"/>
              <a:ext cx="747" cy="124276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5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5"/>
            <p:cNvSpPr/>
            <p:nvPr/>
          </p:nvSpPr>
          <p:spPr>
            <a:xfrm>
              <a:off x="5467914" y="1829519"/>
              <a:ext cx="1548" cy="122937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25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786" name="Google Shape;786;p25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787" name="Google Shape;787;p25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8" name="Google Shape;788;p25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9" name="Google Shape;789;p25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790" name="Google Shape;790;p25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91" name="Google Shape;791;p25"/>
          <p:cNvSpPr txBox="1">
            <a:spLocks noGrp="1"/>
          </p:cNvSpPr>
          <p:nvPr>
            <p:ph type="subTitle" idx="1"/>
          </p:nvPr>
        </p:nvSpPr>
        <p:spPr>
          <a:xfrm>
            <a:off x="4961238" y="1334050"/>
            <a:ext cx="29637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2" name="Google Shape;792;p25"/>
          <p:cNvSpPr txBox="1">
            <a:spLocks noGrp="1"/>
          </p:cNvSpPr>
          <p:nvPr>
            <p:ph type="subTitle" idx="2"/>
          </p:nvPr>
        </p:nvSpPr>
        <p:spPr>
          <a:xfrm>
            <a:off x="4961238" y="1696700"/>
            <a:ext cx="2963700" cy="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25"/>
          <p:cNvSpPr txBox="1">
            <a:spLocks noGrp="1"/>
          </p:cNvSpPr>
          <p:nvPr>
            <p:ph type="subTitle" idx="3"/>
          </p:nvPr>
        </p:nvSpPr>
        <p:spPr>
          <a:xfrm>
            <a:off x="4961238" y="3874750"/>
            <a:ext cx="29637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4" name="Google Shape;794;p25"/>
          <p:cNvSpPr txBox="1">
            <a:spLocks noGrp="1"/>
          </p:cNvSpPr>
          <p:nvPr>
            <p:ph type="subTitle" idx="4"/>
          </p:nvPr>
        </p:nvSpPr>
        <p:spPr>
          <a:xfrm>
            <a:off x="4961238" y="4237400"/>
            <a:ext cx="2963700" cy="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25"/>
          <p:cNvSpPr txBox="1">
            <a:spLocks noGrp="1"/>
          </p:cNvSpPr>
          <p:nvPr>
            <p:ph type="subTitle" idx="5"/>
          </p:nvPr>
        </p:nvSpPr>
        <p:spPr>
          <a:xfrm>
            <a:off x="4961238" y="2180950"/>
            <a:ext cx="29637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6" name="Google Shape;796;p25"/>
          <p:cNvSpPr txBox="1">
            <a:spLocks noGrp="1"/>
          </p:cNvSpPr>
          <p:nvPr>
            <p:ph type="subTitle" idx="6"/>
          </p:nvPr>
        </p:nvSpPr>
        <p:spPr>
          <a:xfrm>
            <a:off x="4961238" y="2543600"/>
            <a:ext cx="2963700" cy="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25"/>
          <p:cNvSpPr txBox="1">
            <a:spLocks noGrp="1"/>
          </p:cNvSpPr>
          <p:nvPr>
            <p:ph type="subTitle" idx="7"/>
          </p:nvPr>
        </p:nvSpPr>
        <p:spPr>
          <a:xfrm>
            <a:off x="4961238" y="3027850"/>
            <a:ext cx="29637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8" name="Google Shape;798;p25"/>
          <p:cNvSpPr txBox="1">
            <a:spLocks noGrp="1"/>
          </p:cNvSpPr>
          <p:nvPr>
            <p:ph type="subTitle" idx="8"/>
          </p:nvPr>
        </p:nvSpPr>
        <p:spPr>
          <a:xfrm>
            <a:off x="4961238" y="3390500"/>
            <a:ext cx="2963700" cy="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BLANK_1_1_1_1_2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6"/>
          <p:cNvSpPr/>
          <p:nvPr/>
        </p:nvSpPr>
        <p:spPr>
          <a:xfrm>
            <a:off x="-1294062" y="-1088687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26"/>
          <p:cNvSpPr/>
          <p:nvPr/>
        </p:nvSpPr>
        <p:spPr>
          <a:xfrm>
            <a:off x="6842575" y="2862113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3" name="Google Shape;803;p26"/>
          <p:cNvGrpSpPr/>
          <p:nvPr/>
        </p:nvGrpSpPr>
        <p:grpSpPr>
          <a:xfrm flipH="1">
            <a:off x="8403476" y="4363958"/>
            <a:ext cx="488062" cy="482563"/>
            <a:chOff x="5281836" y="834299"/>
            <a:chExt cx="566131" cy="559753"/>
          </a:xfrm>
        </p:grpSpPr>
        <p:sp>
          <p:nvSpPr>
            <p:cNvPr id="804" name="Google Shape;804;p26"/>
            <p:cNvSpPr/>
            <p:nvPr/>
          </p:nvSpPr>
          <p:spPr>
            <a:xfrm>
              <a:off x="5435198" y="972637"/>
              <a:ext cx="272567" cy="272162"/>
            </a:xfrm>
            <a:custGeom>
              <a:avLst/>
              <a:gdLst/>
              <a:ahLst/>
              <a:cxnLst/>
              <a:rect l="l" t="t" r="r" b="b"/>
              <a:pathLst>
                <a:path w="12137" h="12119" extrusionOk="0">
                  <a:moveTo>
                    <a:pt x="5876" y="0"/>
                  </a:moveTo>
                  <a:cubicBezTo>
                    <a:pt x="5658" y="0"/>
                    <a:pt x="5457" y="17"/>
                    <a:pt x="5257" y="50"/>
                  </a:cubicBezTo>
                  <a:lnTo>
                    <a:pt x="5290" y="335"/>
                  </a:lnTo>
                  <a:lnTo>
                    <a:pt x="5290" y="352"/>
                  </a:lnTo>
                  <a:cubicBezTo>
                    <a:pt x="5491" y="318"/>
                    <a:pt x="5675" y="301"/>
                    <a:pt x="5876" y="301"/>
                  </a:cubicBezTo>
                  <a:lnTo>
                    <a:pt x="5876" y="0"/>
                  </a:lnTo>
                  <a:close/>
                  <a:moveTo>
                    <a:pt x="6646" y="17"/>
                  </a:moveTo>
                  <a:lnTo>
                    <a:pt x="6612" y="318"/>
                  </a:lnTo>
                  <a:cubicBezTo>
                    <a:pt x="6813" y="335"/>
                    <a:pt x="6997" y="368"/>
                    <a:pt x="7198" y="402"/>
                  </a:cubicBezTo>
                  <a:lnTo>
                    <a:pt x="7249" y="101"/>
                  </a:lnTo>
                  <a:cubicBezTo>
                    <a:pt x="7048" y="67"/>
                    <a:pt x="6847" y="34"/>
                    <a:pt x="6646" y="17"/>
                  </a:cubicBezTo>
                  <a:close/>
                  <a:moveTo>
                    <a:pt x="4503" y="201"/>
                  </a:moveTo>
                  <a:cubicBezTo>
                    <a:pt x="4303" y="251"/>
                    <a:pt x="4102" y="318"/>
                    <a:pt x="3918" y="385"/>
                  </a:cubicBezTo>
                  <a:lnTo>
                    <a:pt x="4018" y="670"/>
                  </a:lnTo>
                  <a:cubicBezTo>
                    <a:pt x="4202" y="603"/>
                    <a:pt x="4386" y="536"/>
                    <a:pt x="4570" y="486"/>
                  </a:cubicBezTo>
                  <a:lnTo>
                    <a:pt x="4503" y="201"/>
                  </a:lnTo>
                  <a:close/>
                  <a:moveTo>
                    <a:pt x="8002" y="318"/>
                  </a:moveTo>
                  <a:lnTo>
                    <a:pt x="7901" y="603"/>
                  </a:lnTo>
                  <a:cubicBezTo>
                    <a:pt x="8085" y="653"/>
                    <a:pt x="8270" y="737"/>
                    <a:pt x="8454" y="804"/>
                  </a:cubicBezTo>
                  <a:lnTo>
                    <a:pt x="8571" y="536"/>
                  </a:lnTo>
                  <a:cubicBezTo>
                    <a:pt x="8387" y="452"/>
                    <a:pt x="8203" y="385"/>
                    <a:pt x="8002" y="318"/>
                  </a:cubicBezTo>
                  <a:close/>
                  <a:moveTo>
                    <a:pt x="3215" y="703"/>
                  </a:moveTo>
                  <a:cubicBezTo>
                    <a:pt x="3030" y="804"/>
                    <a:pt x="2846" y="904"/>
                    <a:pt x="2679" y="1021"/>
                  </a:cubicBezTo>
                  <a:lnTo>
                    <a:pt x="2846" y="1272"/>
                  </a:lnTo>
                  <a:cubicBezTo>
                    <a:pt x="3014" y="1155"/>
                    <a:pt x="3181" y="1055"/>
                    <a:pt x="3348" y="971"/>
                  </a:cubicBezTo>
                  <a:lnTo>
                    <a:pt x="3215" y="703"/>
                  </a:lnTo>
                  <a:close/>
                  <a:moveTo>
                    <a:pt x="9257" y="887"/>
                  </a:moveTo>
                  <a:lnTo>
                    <a:pt x="9090" y="1138"/>
                  </a:lnTo>
                  <a:cubicBezTo>
                    <a:pt x="9257" y="1256"/>
                    <a:pt x="9425" y="1356"/>
                    <a:pt x="9575" y="1473"/>
                  </a:cubicBezTo>
                  <a:lnTo>
                    <a:pt x="9759" y="1239"/>
                  </a:lnTo>
                  <a:cubicBezTo>
                    <a:pt x="9609" y="1122"/>
                    <a:pt x="9425" y="1004"/>
                    <a:pt x="9257" y="887"/>
                  </a:cubicBezTo>
                  <a:close/>
                  <a:moveTo>
                    <a:pt x="2076" y="1473"/>
                  </a:moveTo>
                  <a:cubicBezTo>
                    <a:pt x="1909" y="1607"/>
                    <a:pt x="1775" y="1758"/>
                    <a:pt x="1624" y="1908"/>
                  </a:cubicBezTo>
                  <a:lnTo>
                    <a:pt x="1842" y="2126"/>
                  </a:lnTo>
                  <a:cubicBezTo>
                    <a:pt x="1976" y="1975"/>
                    <a:pt x="2127" y="1841"/>
                    <a:pt x="2277" y="1707"/>
                  </a:cubicBezTo>
                  <a:lnTo>
                    <a:pt x="2076" y="1473"/>
                  </a:lnTo>
                  <a:close/>
                  <a:moveTo>
                    <a:pt x="10328" y="1758"/>
                  </a:moveTo>
                  <a:lnTo>
                    <a:pt x="10128" y="1959"/>
                  </a:lnTo>
                  <a:cubicBezTo>
                    <a:pt x="10261" y="2092"/>
                    <a:pt x="10395" y="2243"/>
                    <a:pt x="10513" y="2394"/>
                  </a:cubicBezTo>
                  <a:lnTo>
                    <a:pt x="10747" y="2210"/>
                  </a:lnTo>
                  <a:cubicBezTo>
                    <a:pt x="10613" y="2042"/>
                    <a:pt x="10479" y="1892"/>
                    <a:pt x="10328" y="1758"/>
                  </a:cubicBezTo>
                  <a:close/>
                  <a:moveTo>
                    <a:pt x="1122" y="2511"/>
                  </a:moveTo>
                  <a:cubicBezTo>
                    <a:pt x="1005" y="2678"/>
                    <a:pt x="888" y="2846"/>
                    <a:pt x="787" y="3030"/>
                  </a:cubicBezTo>
                  <a:lnTo>
                    <a:pt x="1055" y="3180"/>
                  </a:lnTo>
                  <a:cubicBezTo>
                    <a:pt x="1156" y="3013"/>
                    <a:pt x="1256" y="2846"/>
                    <a:pt x="1373" y="2678"/>
                  </a:cubicBezTo>
                  <a:lnTo>
                    <a:pt x="1122" y="2511"/>
                  </a:lnTo>
                  <a:close/>
                  <a:moveTo>
                    <a:pt x="11199" y="2829"/>
                  </a:moveTo>
                  <a:lnTo>
                    <a:pt x="10948" y="2996"/>
                  </a:lnTo>
                  <a:cubicBezTo>
                    <a:pt x="11048" y="3164"/>
                    <a:pt x="11149" y="3331"/>
                    <a:pt x="11232" y="3499"/>
                  </a:cubicBezTo>
                  <a:lnTo>
                    <a:pt x="11500" y="3381"/>
                  </a:lnTo>
                  <a:cubicBezTo>
                    <a:pt x="11416" y="3197"/>
                    <a:pt x="11316" y="3013"/>
                    <a:pt x="11199" y="2829"/>
                  </a:cubicBezTo>
                  <a:close/>
                  <a:moveTo>
                    <a:pt x="453" y="3716"/>
                  </a:moveTo>
                  <a:cubicBezTo>
                    <a:pt x="369" y="3917"/>
                    <a:pt x="302" y="4101"/>
                    <a:pt x="235" y="4302"/>
                  </a:cubicBezTo>
                  <a:lnTo>
                    <a:pt x="536" y="4386"/>
                  </a:lnTo>
                  <a:lnTo>
                    <a:pt x="536" y="4402"/>
                  </a:lnTo>
                  <a:cubicBezTo>
                    <a:pt x="587" y="4202"/>
                    <a:pt x="654" y="4017"/>
                    <a:pt x="737" y="3833"/>
                  </a:cubicBezTo>
                  <a:lnTo>
                    <a:pt x="453" y="3716"/>
                  </a:lnTo>
                  <a:close/>
                  <a:moveTo>
                    <a:pt x="11801" y="4084"/>
                  </a:moveTo>
                  <a:lnTo>
                    <a:pt x="11517" y="4185"/>
                  </a:lnTo>
                  <a:cubicBezTo>
                    <a:pt x="11584" y="4369"/>
                    <a:pt x="11634" y="4553"/>
                    <a:pt x="11684" y="4754"/>
                  </a:cubicBezTo>
                  <a:lnTo>
                    <a:pt x="11969" y="4687"/>
                  </a:lnTo>
                  <a:cubicBezTo>
                    <a:pt x="11919" y="4469"/>
                    <a:pt x="11868" y="4285"/>
                    <a:pt x="11801" y="4084"/>
                  </a:cubicBezTo>
                  <a:close/>
                  <a:moveTo>
                    <a:pt x="68" y="5055"/>
                  </a:moveTo>
                  <a:cubicBezTo>
                    <a:pt x="34" y="5256"/>
                    <a:pt x="17" y="5474"/>
                    <a:pt x="1" y="5675"/>
                  </a:cubicBezTo>
                  <a:lnTo>
                    <a:pt x="302" y="5691"/>
                  </a:lnTo>
                  <a:cubicBezTo>
                    <a:pt x="319" y="5490"/>
                    <a:pt x="336" y="5306"/>
                    <a:pt x="369" y="5105"/>
                  </a:cubicBezTo>
                  <a:lnTo>
                    <a:pt x="68" y="5055"/>
                  </a:lnTo>
                  <a:close/>
                  <a:moveTo>
                    <a:pt x="12103" y="5440"/>
                  </a:moveTo>
                  <a:lnTo>
                    <a:pt x="11801" y="5474"/>
                  </a:lnTo>
                  <a:cubicBezTo>
                    <a:pt x="11835" y="5675"/>
                    <a:pt x="11835" y="5859"/>
                    <a:pt x="11835" y="6060"/>
                  </a:cubicBezTo>
                  <a:cubicBezTo>
                    <a:pt x="11835" y="6260"/>
                    <a:pt x="11818" y="6444"/>
                    <a:pt x="11801" y="6645"/>
                  </a:cubicBezTo>
                  <a:lnTo>
                    <a:pt x="12103" y="6679"/>
                  </a:lnTo>
                  <a:cubicBezTo>
                    <a:pt x="12119" y="6478"/>
                    <a:pt x="12119" y="6260"/>
                    <a:pt x="12119" y="6060"/>
                  </a:cubicBezTo>
                  <a:cubicBezTo>
                    <a:pt x="12136" y="5859"/>
                    <a:pt x="12119" y="5658"/>
                    <a:pt x="12103" y="5440"/>
                  </a:cubicBezTo>
                  <a:close/>
                  <a:moveTo>
                    <a:pt x="302" y="6428"/>
                  </a:moveTo>
                  <a:lnTo>
                    <a:pt x="1" y="6444"/>
                  </a:lnTo>
                  <a:cubicBezTo>
                    <a:pt x="17" y="6645"/>
                    <a:pt x="34" y="6846"/>
                    <a:pt x="68" y="7064"/>
                  </a:cubicBezTo>
                  <a:lnTo>
                    <a:pt x="369" y="7014"/>
                  </a:lnTo>
                  <a:cubicBezTo>
                    <a:pt x="336" y="6813"/>
                    <a:pt x="319" y="6612"/>
                    <a:pt x="302" y="6428"/>
                  </a:cubicBezTo>
                  <a:close/>
                  <a:moveTo>
                    <a:pt x="11684" y="7365"/>
                  </a:moveTo>
                  <a:cubicBezTo>
                    <a:pt x="11634" y="7566"/>
                    <a:pt x="11584" y="7750"/>
                    <a:pt x="11517" y="7934"/>
                  </a:cubicBezTo>
                  <a:lnTo>
                    <a:pt x="11801" y="8035"/>
                  </a:lnTo>
                  <a:cubicBezTo>
                    <a:pt x="11868" y="7834"/>
                    <a:pt x="11919" y="7633"/>
                    <a:pt x="11969" y="7432"/>
                  </a:cubicBezTo>
                  <a:lnTo>
                    <a:pt x="11684" y="7365"/>
                  </a:lnTo>
                  <a:close/>
                  <a:moveTo>
                    <a:pt x="536" y="7717"/>
                  </a:moveTo>
                  <a:lnTo>
                    <a:pt x="235" y="7817"/>
                  </a:lnTo>
                  <a:cubicBezTo>
                    <a:pt x="302" y="8001"/>
                    <a:pt x="369" y="8202"/>
                    <a:pt x="453" y="8386"/>
                  </a:cubicBezTo>
                  <a:lnTo>
                    <a:pt x="720" y="8269"/>
                  </a:lnTo>
                  <a:cubicBezTo>
                    <a:pt x="654" y="8102"/>
                    <a:pt x="587" y="7901"/>
                    <a:pt x="536" y="7717"/>
                  </a:cubicBezTo>
                  <a:close/>
                  <a:moveTo>
                    <a:pt x="11232" y="8604"/>
                  </a:moveTo>
                  <a:cubicBezTo>
                    <a:pt x="11149" y="8788"/>
                    <a:pt x="11048" y="8955"/>
                    <a:pt x="10948" y="9123"/>
                  </a:cubicBezTo>
                  <a:lnTo>
                    <a:pt x="11199" y="9273"/>
                  </a:lnTo>
                  <a:lnTo>
                    <a:pt x="11199" y="9290"/>
                  </a:lnTo>
                  <a:cubicBezTo>
                    <a:pt x="11316" y="9106"/>
                    <a:pt x="11416" y="8939"/>
                    <a:pt x="11500" y="8738"/>
                  </a:cubicBezTo>
                  <a:lnTo>
                    <a:pt x="11232" y="8604"/>
                  </a:lnTo>
                  <a:close/>
                  <a:moveTo>
                    <a:pt x="1055" y="8939"/>
                  </a:moveTo>
                  <a:lnTo>
                    <a:pt x="787" y="9089"/>
                  </a:lnTo>
                  <a:cubicBezTo>
                    <a:pt x="888" y="9257"/>
                    <a:pt x="1005" y="9441"/>
                    <a:pt x="1122" y="9608"/>
                  </a:cubicBezTo>
                  <a:lnTo>
                    <a:pt x="1373" y="9424"/>
                  </a:lnTo>
                  <a:cubicBezTo>
                    <a:pt x="1256" y="9273"/>
                    <a:pt x="1156" y="9106"/>
                    <a:pt x="1055" y="8939"/>
                  </a:cubicBezTo>
                  <a:close/>
                  <a:moveTo>
                    <a:pt x="10529" y="9725"/>
                  </a:moveTo>
                  <a:cubicBezTo>
                    <a:pt x="10395" y="9876"/>
                    <a:pt x="10261" y="10027"/>
                    <a:pt x="10128" y="10160"/>
                  </a:cubicBezTo>
                  <a:lnTo>
                    <a:pt x="10328" y="10361"/>
                  </a:lnTo>
                  <a:cubicBezTo>
                    <a:pt x="10479" y="10227"/>
                    <a:pt x="10613" y="10060"/>
                    <a:pt x="10747" y="9909"/>
                  </a:cubicBezTo>
                  <a:lnTo>
                    <a:pt x="10529" y="9725"/>
                  </a:lnTo>
                  <a:close/>
                  <a:moveTo>
                    <a:pt x="1842" y="9993"/>
                  </a:moveTo>
                  <a:lnTo>
                    <a:pt x="1608" y="10194"/>
                  </a:lnTo>
                  <a:cubicBezTo>
                    <a:pt x="1758" y="10345"/>
                    <a:pt x="1909" y="10495"/>
                    <a:pt x="2060" y="10629"/>
                  </a:cubicBezTo>
                  <a:lnTo>
                    <a:pt x="2260" y="10412"/>
                  </a:lnTo>
                  <a:cubicBezTo>
                    <a:pt x="2110" y="10278"/>
                    <a:pt x="1976" y="10144"/>
                    <a:pt x="1842" y="9993"/>
                  </a:cubicBezTo>
                  <a:close/>
                  <a:moveTo>
                    <a:pt x="9575" y="10629"/>
                  </a:moveTo>
                  <a:cubicBezTo>
                    <a:pt x="9408" y="10763"/>
                    <a:pt x="9257" y="10863"/>
                    <a:pt x="9090" y="10964"/>
                  </a:cubicBezTo>
                  <a:lnTo>
                    <a:pt x="9240" y="11232"/>
                  </a:lnTo>
                  <a:cubicBezTo>
                    <a:pt x="9425" y="11115"/>
                    <a:pt x="9592" y="10997"/>
                    <a:pt x="9759" y="10880"/>
                  </a:cubicBezTo>
                  <a:lnTo>
                    <a:pt x="9575" y="10629"/>
                  </a:lnTo>
                  <a:close/>
                  <a:moveTo>
                    <a:pt x="2846" y="10847"/>
                  </a:moveTo>
                  <a:lnTo>
                    <a:pt x="2679" y="11098"/>
                  </a:lnTo>
                  <a:cubicBezTo>
                    <a:pt x="2846" y="11215"/>
                    <a:pt x="3014" y="11315"/>
                    <a:pt x="3198" y="11416"/>
                  </a:cubicBezTo>
                  <a:lnTo>
                    <a:pt x="3348" y="11148"/>
                  </a:lnTo>
                  <a:cubicBezTo>
                    <a:pt x="3164" y="11064"/>
                    <a:pt x="2997" y="10964"/>
                    <a:pt x="2846" y="10847"/>
                  </a:cubicBezTo>
                  <a:close/>
                  <a:moveTo>
                    <a:pt x="8437" y="11315"/>
                  </a:moveTo>
                  <a:cubicBezTo>
                    <a:pt x="8270" y="11399"/>
                    <a:pt x="8085" y="11466"/>
                    <a:pt x="7901" y="11533"/>
                  </a:cubicBezTo>
                  <a:lnTo>
                    <a:pt x="7985" y="11818"/>
                  </a:lnTo>
                  <a:cubicBezTo>
                    <a:pt x="8186" y="11751"/>
                    <a:pt x="8387" y="11667"/>
                    <a:pt x="8571" y="11600"/>
                  </a:cubicBezTo>
                  <a:lnTo>
                    <a:pt x="8437" y="11315"/>
                  </a:lnTo>
                  <a:close/>
                  <a:moveTo>
                    <a:pt x="4018" y="11449"/>
                  </a:moveTo>
                  <a:lnTo>
                    <a:pt x="3901" y="11734"/>
                  </a:lnTo>
                  <a:cubicBezTo>
                    <a:pt x="4102" y="11818"/>
                    <a:pt x="4286" y="11868"/>
                    <a:pt x="4487" y="11918"/>
                  </a:cubicBezTo>
                  <a:lnTo>
                    <a:pt x="4570" y="11633"/>
                  </a:lnTo>
                  <a:cubicBezTo>
                    <a:pt x="4386" y="11583"/>
                    <a:pt x="4185" y="11516"/>
                    <a:pt x="4018" y="11449"/>
                  </a:cubicBezTo>
                  <a:close/>
                  <a:moveTo>
                    <a:pt x="7182" y="11717"/>
                  </a:moveTo>
                  <a:cubicBezTo>
                    <a:pt x="6997" y="11751"/>
                    <a:pt x="6797" y="11784"/>
                    <a:pt x="6612" y="11801"/>
                  </a:cubicBezTo>
                  <a:lnTo>
                    <a:pt x="6629" y="12102"/>
                  </a:lnTo>
                  <a:cubicBezTo>
                    <a:pt x="6847" y="12085"/>
                    <a:pt x="7048" y="12052"/>
                    <a:pt x="7249" y="12018"/>
                  </a:cubicBezTo>
                  <a:lnTo>
                    <a:pt x="7182" y="11717"/>
                  </a:lnTo>
                  <a:close/>
                  <a:moveTo>
                    <a:pt x="5290" y="11784"/>
                  </a:moveTo>
                  <a:lnTo>
                    <a:pt x="5240" y="12069"/>
                  </a:lnTo>
                  <a:cubicBezTo>
                    <a:pt x="5457" y="12102"/>
                    <a:pt x="5658" y="12119"/>
                    <a:pt x="5859" y="12119"/>
                  </a:cubicBezTo>
                  <a:lnTo>
                    <a:pt x="5876" y="11834"/>
                  </a:lnTo>
                  <a:cubicBezTo>
                    <a:pt x="5675" y="11818"/>
                    <a:pt x="5474" y="11801"/>
                    <a:pt x="5290" y="1178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5281836" y="834299"/>
              <a:ext cx="566131" cy="559753"/>
            </a:xfrm>
            <a:custGeom>
              <a:avLst/>
              <a:gdLst/>
              <a:ahLst/>
              <a:cxnLst/>
              <a:rect l="l" t="t" r="r" b="b"/>
              <a:pathLst>
                <a:path w="25209" h="24925" extrusionOk="0">
                  <a:moveTo>
                    <a:pt x="15350" y="51"/>
                  </a:moveTo>
                  <a:lnTo>
                    <a:pt x="15701" y="134"/>
                  </a:lnTo>
                  <a:lnTo>
                    <a:pt x="15517" y="871"/>
                  </a:lnTo>
                  <a:cubicBezTo>
                    <a:pt x="15400" y="837"/>
                    <a:pt x="15299" y="821"/>
                    <a:pt x="15182" y="787"/>
                  </a:cubicBezTo>
                  <a:lnTo>
                    <a:pt x="15350" y="51"/>
                  </a:lnTo>
                  <a:close/>
                  <a:moveTo>
                    <a:pt x="15299" y="0"/>
                  </a:moveTo>
                  <a:lnTo>
                    <a:pt x="15115" y="837"/>
                  </a:lnTo>
                  <a:lnTo>
                    <a:pt x="15149" y="837"/>
                  </a:lnTo>
                  <a:lnTo>
                    <a:pt x="15534" y="938"/>
                  </a:lnTo>
                  <a:lnTo>
                    <a:pt x="15567" y="938"/>
                  </a:lnTo>
                  <a:lnTo>
                    <a:pt x="15768" y="101"/>
                  </a:lnTo>
                  <a:lnTo>
                    <a:pt x="15751" y="101"/>
                  </a:lnTo>
                  <a:cubicBezTo>
                    <a:pt x="15617" y="51"/>
                    <a:pt x="15467" y="17"/>
                    <a:pt x="15333" y="0"/>
                  </a:cubicBezTo>
                  <a:close/>
                  <a:moveTo>
                    <a:pt x="9407" y="168"/>
                  </a:moveTo>
                  <a:lnTo>
                    <a:pt x="9592" y="904"/>
                  </a:lnTo>
                  <a:cubicBezTo>
                    <a:pt x="9474" y="938"/>
                    <a:pt x="9357" y="971"/>
                    <a:pt x="9240" y="1005"/>
                  </a:cubicBezTo>
                  <a:lnTo>
                    <a:pt x="9022" y="268"/>
                  </a:lnTo>
                  <a:lnTo>
                    <a:pt x="9039" y="268"/>
                  </a:lnTo>
                  <a:cubicBezTo>
                    <a:pt x="9156" y="235"/>
                    <a:pt x="9290" y="184"/>
                    <a:pt x="9407" y="168"/>
                  </a:cubicBezTo>
                  <a:close/>
                  <a:moveTo>
                    <a:pt x="9424" y="101"/>
                  </a:moveTo>
                  <a:cubicBezTo>
                    <a:pt x="9290" y="134"/>
                    <a:pt x="9156" y="168"/>
                    <a:pt x="9006" y="218"/>
                  </a:cubicBezTo>
                  <a:lnTo>
                    <a:pt x="8956" y="235"/>
                  </a:lnTo>
                  <a:lnTo>
                    <a:pt x="9207" y="1072"/>
                  </a:lnTo>
                  <a:lnTo>
                    <a:pt x="9257" y="1055"/>
                  </a:lnTo>
                  <a:lnTo>
                    <a:pt x="9642" y="938"/>
                  </a:lnTo>
                  <a:lnTo>
                    <a:pt x="9659" y="938"/>
                  </a:lnTo>
                  <a:lnTo>
                    <a:pt x="9458" y="101"/>
                  </a:lnTo>
                  <a:close/>
                  <a:moveTo>
                    <a:pt x="16572" y="385"/>
                  </a:moveTo>
                  <a:lnTo>
                    <a:pt x="16588" y="402"/>
                  </a:lnTo>
                  <a:cubicBezTo>
                    <a:pt x="16689" y="452"/>
                    <a:pt x="16806" y="469"/>
                    <a:pt x="16923" y="519"/>
                  </a:cubicBezTo>
                  <a:lnTo>
                    <a:pt x="16655" y="1222"/>
                  </a:lnTo>
                  <a:lnTo>
                    <a:pt x="16337" y="1105"/>
                  </a:lnTo>
                  <a:lnTo>
                    <a:pt x="16572" y="385"/>
                  </a:lnTo>
                  <a:close/>
                  <a:moveTo>
                    <a:pt x="16538" y="318"/>
                  </a:moveTo>
                  <a:lnTo>
                    <a:pt x="16270" y="1139"/>
                  </a:lnTo>
                  <a:lnTo>
                    <a:pt x="16287" y="1139"/>
                  </a:lnTo>
                  <a:cubicBezTo>
                    <a:pt x="16404" y="1189"/>
                    <a:pt x="16538" y="1239"/>
                    <a:pt x="16655" y="1272"/>
                  </a:cubicBezTo>
                  <a:lnTo>
                    <a:pt x="16689" y="1272"/>
                  </a:lnTo>
                  <a:lnTo>
                    <a:pt x="16990" y="469"/>
                  </a:lnTo>
                  <a:lnTo>
                    <a:pt x="16957" y="469"/>
                  </a:lnTo>
                  <a:cubicBezTo>
                    <a:pt x="16839" y="419"/>
                    <a:pt x="16705" y="369"/>
                    <a:pt x="16572" y="318"/>
                  </a:cubicBezTo>
                  <a:close/>
                  <a:moveTo>
                    <a:pt x="8169" y="553"/>
                  </a:moveTo>
                  <a:lnTo>
                    <a:pt x="8437" y="1272"/>
                  </a:lnTo>
                  <a:cubicBezTo>
                    <a:pt x="8319" y="1306"/>
                    <a:pt x="8219" y="1356"/>
                    <a:pt x="8119" y="1406"/>
                  </a:cubicBezTo>
                  <a:lnTo>
                    <a:pt x="7834" y="687"/>
                  </a:lnTo>
                  <a:lnTo>
                    <a:pt x="8169" y="553"/>
                  </a:lnTo>
                  <a:close/>
                  <a:moveTo>
                    <a:pt x="8202" y="486"/>
                  </a:moveTo>
                  <a:lnTo>
                    <a:pt x="8186" y="503"/>
                  </a:lnTo>
                  <a:cubicBezTo>
                    <a:pt x="8052" y="553"/>
                    <a:pt x="7918" y="603"/>
                    <a:pt x="7784" y="653"/>
                  </a:cubicBezTo>
                  <a:lnTo>
                    <a:pt x="7767" y="653"/>
                  </a:lnTo>
                  <a:lnTo>
                    <a:pt x="8085" y="1473"/>
                  </a:lnTo>
                  <a:lnTo>
                    <a:pt x="8119" y="1440"/>
                  </a:lnTo>
                  <a:cubicBezTo>
                    <a:pt x="8236" y="1390"/>
                    <a:pt x="8353" y="1339"/>
                    <a:pt x="8487" y="1306"/>
                  </a:cubicBezTo>
                  <a:lnTo>
                    <a:pt x="8504" y="1306"/>
                  </a:lnTo>
                  <a:lnTo>
                    <a:pt x="8202" y="486"/>
                  </a:lnTo>
                  <a:close/>
                  <a:moveTo>
                    <a:pt x="17760" y="854"/>
                  </a:moveTo>
                  <a:lnTo>
                    <a:pt x="18095" y="1021"/>
                  </a:lnTo>
                  <a:lnTo>
                    <a:pt x="17760" y="1708"/>
                  </a:lnTo>
                  <a:lnTo>
                    <a:pt x="17459" y="1557"/>
                  </a:lnTo>
                  <a:lnTo>
                    <a:pt x="17442" y="1557"/>
                  </a:lnTo>
                  <a:lnTo>
                    <a:pt x="17760" y="854"/>
                  </a:lnTo>
                  <a:close/>
                  <a:moveTo>
                    <a:pt x="17727" y="787"/>
                  </a:moveTo>
                  <a:lnTo>
                    <a:pt x="17375" y="1574"/>
                  </a:lnTo>
                  <a:lnTo>
                    <a:pt x="17392" y="1591"/>
                  </a:lnTo>
                  <a:cubicBezTo>
                    <a:pt x="17509" y="1641"/>
                    <a:pt x="17643" y="1691"/>
                    <a:pt x="17760" y="1758"/>
                  </a:cubicBezTo>
                  <a:lnTo>
                    <a:pt x="17777" y="1775"/>
                  </a:lnTo>
                  <a:lnTo>
                    <a:pt x="18162" y="988"/>
                  </a:lnTo>
                  <a:lnTo>
                    <a:pt x="18145" y="971"/>
                  </a:lnTo>
                  <a:cubicBezTo>
                    <a:pt x="18011" y="904"/>
                    <a:pt x="17877" y="854"/>
                    <a:pt x="17760" y="787"/>
                  </a:cubicBezTo>
                  <a:close/>
                  <a:moveTo>
                    <a:pt x="7014" y="1055"/>
                  </a:moveTo>
                  <a:lnTo>
                    <a:pt x="7349" y="1741"/>
                  </a:lnTo>
                  <a:cubicBezTo>
                    <a:pt x="7248" y="1791"/>
                    <a:pt x="7131" y="1858"/>
                    <a:pt x="7031" y="1909"/>
                  </a:cubicBezTo>
                  <a:lnTo>
                    <a:pt x="6679" y="1239"/>
                  </a:lnTo>
                  <a:lnTo>
                    <a:pt x="6679" y="1222"/>
                  </a:lnTo>
                  <a:cubicBezTo>
                    <a:pt x="6796" y="1172"/>
                    <a:pt x="6897" y="1105"/>
                    <a:pt x="7014" y="1055"/>
                  </a:cubicBezTo>
                  <a:close/>
                  <a:moveTo>
                    <a:pt x="7031" y="988"/>
                  </a:moveTo>
                  <a:lnTo>
                    <a:pt x="6997" y="1005"/>
                  </a:lnTo>
                  <a:cubicBezTo>
                    <a:pt x="6880" y="1072"/>
                    <a:pt x="6746" y="1139"/>
                    <a:pt x="6612" y="1206"/>
                  </a:cubicBezTo>
                  <a:lnTo>
                    <a:pt x="6595" y="1206"/>
                  </a:lnTo>
                  <a:lnTo>
                    <a:pt x="7014" y="1976"/>
                  </a:lnTo>
                  <a:lnTo>
                    <a:pt x="7031" y="1959"/>
                  </a:lnTo>
                  <a:cubicBezTo>
                    <a:pt x="7148" y="1909"/>
                    <a:pt x="7265" y="1842"/>
                    <a:pt x="7382" y="1775"/>
                  </a:cubicBezTo>
                  <a:lnTo>
                    <a:pt x="7399" y="1775"/>
                  </a:lnTo>
                  <a:lnTo>
                    <a:pt x="7031" y="988"/>
                  </a:lnTo>
                  <a:close/>
                  <a:moveTo>
                    <a:pt x="18881" y="1440"/>
                  </a:moveTo>
                  <a:lnTo>
                    <a:pt x="19200" y="1624"/>
                  </a:lnTo>
                  <a:lnTo>
                    <a:pt x="18798" y="2277"/>
                  </a:lnTo>
                  <a:cubicBezTo>
                    <a:pt x="18697" y="2210"/>
                    <a:pt x="18597" y="2160"/>
                    <a:pt x="18513" y="2093"/>
                  </a:cubicBezTo>
                  <a:lnTo>
                    <a:pt x="18881" y="1440"/>
                  </a:lnTo>
                  <a:close/>
                  <a:moveTo>
                    <a:pt x="18865" y="1356"/>
                  </a:moveTo>
                  <a:lnTo>
                    <a:pt x="18430" y="2109"/>
                  </a:lnTo>
                  <a:lnTo>
                    <a:pt x="18463" y="2126"/>
                  </a:lnTo>
                  <a:cubicBezTo>
                    <a:pt x="18563" y="2193"/>
                    <a:pt x="18681" y="2260"/>
                    <a:pt x="18798" y="2327"/>
                  </a:cubicBezTo>
                  <a:lnTo>
                    <a:pt x="18815" y="2344"/>
                  </a:lnTo>
                  <a:lnTo>
                    <a:pt x="19283" y="1591"/>
                  </a:lnTo>
                  <a:lnTo>
                    <a:pt x="19250" y="1574"/>
                  </a:lnTo>
                  <a:cubicBezTo>
                    <a:pt x="19133" y="1507"/>
                    <a:pt x="19015" y="1440"/>
                    <a:pt x="18898" y="1373"/>
                  </a:cubicBezTo>
                  <a:lnTo>
                    <a:pt x="18865" y="1356"/>
                  </a:lnTo>
                  <a:close/>
                  <a:moveTo>
                    <a:pt x="5909" y="1674"/>
                  </a:moveTo>
                  <a:lnTo>
                    <a:pt x="6294" y="2327"/>
                  </a:lnTo>
                  <a:cubicBezTo>
                    <a:pt x="6194" y="2394"/>
                    <a:pt x="6093" y="2444"/>
                    <a:pt x="6010" y="2511"/>
                  </a:cubicBezTo>
                  <a:lnTo>
                    <a:pt x="5591" y="1892"/>
                  </a:lnTo>
                  <a:lnTo>
                    <a:pt x="5591" y="1875"/>
                  </a:lnTo>
                  <a:cubicBezTo>
                    <a:pt x="5708" y="1808"/>
                    <a:pt x="5792" y="1741"/>
                    <a:pt x="5909" y="1674"/>
                  </a:cubicBezTo>
                  <a:close/>
                  <a:moveTo>
                    <a:pt x="5926" y="1607"/>
                  </a:moveTo>
                  <a:lnTo>
                    <a:pt x="5892" y="1624"/>
                  </a:lnTo>
                  <a:cubicBezTo>
                    <a:pt x="5775" y="1708"/>
                    <a:pt x="5658" y="1775"/>
                    <a:pt x="5541" y="1858"/>
                  </a:cubicBezTo>
                  <a:lnTo>
                    <a:pt x="5524" y="1875"/>
                  </a:lnTo>
                  <a:lnTo>
                    <a:pt x="6010" y="2595"/>
                  </a:lnTo>
                  <a:lnTo>
                    <a:pt x="6026" y="2578"/>
                  </a:lnTo>
                  <a:lnTo>
                    <a:pt x="6361" y="2360"/>
                  </a:lnTo>
                  <a:lnTo>
                    <a:pt x="6378" y="2344"/>
                  </a:lnTo>
                  <a:lnTo>
                    <a:pt x="5926" y="1607"/>
                  </a:lnTo>
                  <a:close/>
                  <a:moveTo>
                    <a:pt x="19953" y="2126"/>
                  </a:moveTo>
                  <a:cubicBezTo>
                    <a:pt x="20053" y="2210"/>
                    <a:pt x="20154" y="2277"/>
                    <a:pt x="20254" y="2344"/>
                  </a:cubicBezTo>
                  <a:lnTo>
                    <a:pt x="19785" y="2963"/>
                  </a:lnTo>
                  <a:cubicBezTo>
                    <a:pt x="19702" y="2879"/>
                    <a:pt x="19601" y="2812"/>
                    <a:pt x="19518" y="2745"/>
                  </a:cubicBezTo>
                  <a:lnTo>
                    <a:pt x="19953" y="2126"/>
                  </a:lnTo>
                  <a:close/>
                  <a:moveTo>
                    <a:pt x="19953" y="2059"/>
                  </a:moveTo>
                  <a:lnTo>
                    <a:pt x="19434" y="2779"/>
                  </a:lnTo>
                  <a:lnTo>
                    <a:pt x="19451" y="2779"/>
                  </a:lnTo>
                  <a:cubicBezTo>
                    <a:pt x="19568" y="2863"/>
                    <a:pt x="19668" y="2946"/>
                    <a:pt x="19769" y="3030"/>
                  </a:cubicBezTo>
                  <a:lnTo>
                    <a:pt x="19802" y="3047"/>
                  </a:lnTo>
                  <a:lnTo>
                    <a:pt x="20321" y="2344"/>
                  </a:lnTo>
                  <a:lnTo>
                    <a:pt x="20304" y="2327"/>
                  </a:lnTo>
                  <a:cubicBezTo>
                    <a:pt x="20204" y="2243"/>
                    <a:pt x="20087" y="2160"/>
                    <a:pt x="19969" y="2076"/>
                  </a:cubicBezTo>
                  <a:lnTo>
                    <a:pt x="19953" y="2059"/>
                  </a:lnTo>
                  <a:close/>
                  <a:moveTo>
                    <a:pt x="4871" y="2411"/>
                  </a:moveTo>
                  <a:lnTo>
                    <a:pt x="5340" y="3030"/>
                  </a:lnTo>
                  <a:cubicBezTo>
                    <a:pt x="5240" y="3097"/>
                    <a:pt x="5156" y="3164"/>
                    <a:pt x="5072" y="3231"/>
                  </a:cubicBezTo>
                  <a:lnTo>
                    <a:pt x="4587" y="2645"/>
                  </a:lnTo>
                  <a:lnTo>
                    <a:pt x="4570" y="2645"/>
                  </a:lnTo>
                  <a:cubicBezTo>
                    <a:pt x="4670" y="2561"/>
                    <a:pt x="4771" y="2494"/>
                    <a:pt x="4871" y="2411"/>
                  </a:cubicBezTo>
                  <a:close/>
                  <a:moveTo>
                    <a:pt x="4871" y="2344"/>
                  </a:moveTo>
                  <a:lnTo>
                    <a:pt x="4855" y="2360"/>
                  </a:lnTo>
                  <a:cubicBezTo>
                    <a:pt x="4737" y="2444"/>
                    <a:pt x="4637" y="2528"/>
                    <a:pt x="4520" y="2628"/>
                  </a:cubicBezTo>
                  <a:lnTo>
                    <a:pt x="4503" y="2645"/>
                  </a:lnTo>
                  <a:lnTo>
                    <a:pt x="5055" y="3315"/>
                  </a:lnTo>
                  <a:lnTo>
                    <a:pt x="5089" y="3298"/>
                  </a:lnTo>
                  <a:cubicBezTo>
                    <a:pt x="5173" y="3214"/>
                    <a:pt x="5290" y="3130"/>
                    <a:pt x="5390" y="3047"/>
                  </a:cubicBezTo>
                  <a:lnTo>
                    <a:pt x="5407" y="3030"/>
                  </a:lnTo>
                  <a:lnTo>
                    <a:pt x="4871" y="2344"/>
                  </a:lnTo>
                  <a:close/>
                  <a:moveTo>
                    <a:pt x="20940" y="2930"/>
                  </a:moveTo>
                  <a:cubicBezTo>
                    <a:pt x="21041" y="3013"/>
                    <a:pt x="21124" y="3097"/>
                    <a:pt x="21225" y="3181"/>
                  </a:cubicBezTo>
                  <a:lnTo>
                    <a:pt x="20689" y="3733"/>
                  </a:lnTo>
                  <a:cubicBezTo>
                    <a:pt x="20606" y="3666"/>
                    <a:pt x="20522" y="3582"/>
                    <a:pt x="20438" y="3499"/>
                  </a:cubicBezTo>
                  <a:lnTo>
                    <a:pt x="20940" y="2930"/>
                  </a:lnTo>
                  <a:close/>
                  <a:moveTo>
                    <a:pt x="20940" y="2863"/>
                  </a:moveTo>
                  <a:lnTo>
                    <a:pt x="20371" y="3515"/>
                  </a:lnTo>
                  <a:lnTo>
                    <a:pt x="20388" y="3532"/>
                  </a:lnTo>
                  <a:cubicBezTo>
                    <a:pt x="20488" y="3616"/>
                    <a:pt x="20589" y="3700"/>
                    <a:pt x="20673" y="3800"/>
                  </a:cubicBezTo>
                  <a:lnTo>
                    <a:pt x="20706" y="3817"/>
                  </a:lnTo>
                  <a:lnTo>
                    <a:pt x="21292" y="3181"/>
                  </a:lnTo>
                  <a:lnTo>
                    <a:pt x="21275" y="3164"/>
                  </a:lnTo>
                  <a:cubicBezTo>
                    <a:pt x="21175" y="3064"/>
                    <a:pt x="21074" y="2963"/>
                    <a:pt x="20957" y="2879"/>
                  </a:cubicBezTo>
                  <a:lnTo>
                    <a:pt x="20940" y="2863"/>
                  </a:lnTo>
                  <a:close/>
                  <a:moveTo>
                    <a:pt x="3900" y="3248"/>
                  </a:moveTo>
                  <a:lnTo>
                    <a:pt x="4419" y="3800"/>
                  </a:lnTo>
                  <a:cubicBezTo>
                    <a:pt x="4336" y="3884"/>
                    <a:pt x="4269" y="3967"/>
                    <a:pt x="4185" y="4034"/>
                  </a:cubicBezTo>
                  <a:lnTo>
                    <a:pt x="3633" y="3515"/>
                  </a:lnTo>
                  <a:lnTo>
                    <a:pt x="3900" y="3248"/>
                  </a:lnTo>
                  <a:close/>
                  <a:moveTo>
                    <a:pt x="3900" y="3181"/>
                  </a:moveTo>
                  <a:lnTo>
                    <a:pt x="3884" y="3197"/>
                  </a:lnTo>
                  <a:cubicBezTo>
                    <a:pt x="3783" y="3281"/>
                    <a:pt x="3666" y="3382"/>
                    <a:pt x="3566" y="3499"/>
                  </a:cubicBezTo>
                  <a:lnTo>
                    <a:pt x="3549" y="3515"/>
                  </a:lnTo>
                  <a:lnTo>
                    <a:pt x="4185" y="4118"/>
                  </a:lnTo>
                  <a:lnTo>
                    <a:pt x="4202" y="4101"/>
                  </a:lnTo>
                  <a:cubicBezTo>
                    <a:pt x="4285" y="4001"/>
                    <a:pt x="4386" y="3917"/>
                    <a:pt x="4470" y="3817"/>
                  </a:cubicBezTo>
                  <a:lnTo>
                    <a:pt x="4503" y="3800"/>
                  </a:lnTo>
                  <a:lnTo>
                    <a:pt x="3900" y="3181"/>
                  </a:lnTo>
                  <a:close/>
                  <a:moveTo>
                    <a:pt x="21861" y="3833"/>
                  </a:moveTo>
                  <a:cubicBezTo>
                    <a:pt x="21928" y="3917"/>
                    <a:pt x="22012" y="4001"/>
                    <a:pt x="22095" y="4101"/>
                  </a:cubicBezTo>
                  <a:lnTo>
                    <a:pt x="21526" y="4603"/>
                  </a:lnTo>
                  <a:cubicBezTo>
                    <a:pt x="21442" y="4520"/>
                    <a:pt x="21376" y="4436"/>
                    <a:pt x="21292" y="4336"/>
                  </a:cubicBezTo>
                  <a:lnTo>
                    <a:pt x="21861" y="3833"/>
                  </a:lnTo>
                  <a:close/>
                  <a:moveTo>
                    <a:pt x="21861" y="3750"/>
                  </a:moveTo>
                  <a:lnTo>
                    <a:pt x="21225" y="4336"/>
                  </a:lnTo>
                  <a:lnTo>
                    <a:pt x="21242" y="4352"/>
                  </a:lnTo>
                  <a:cubicBezTo>
                    <a:pt x="21325" y="4453"/>
                    <a:pt x="21409" y="4553"/>
                    <a:pt x="21493" y="4654"/>
                  </a:cubicBezTo>
                  <a:lnTo>
                    <a:pt x="21509" y="4670"/>
                  </a:lnTo>
                  <a:lnTo>
                    <a:pt x="22179" y="4101"/>
                  </a:lnTo>
                  <a:lnTo>
                    <a:pt x="22162" y="4085"/>
                  </a:lnTo>
                  <a:cubicBezTo>
                    <a:pt x="22062" y="3984"/>
                    <a:pt x="21961" y="3867"/>
                    <a:pt x="21878" y="3767"/>
                  </a:cubicBezTo>
                  <a:lnTo>
                    <a:pt x="21861" y="3750"/>
                  </a:lnTo>
                  <a:close/>
                  <a:moveTo>
                    <a:pt x="3013" y="4168"/>
                  </a:moveTo>
                  <a:lnTo>
                    <a:pt x="3599" y="4670"/>
                  </a:lnTo>
                  <a:cubicBezTo>
                    <a:pt x="3532" y="4754"/>
                    <a:pt x="3465" y="4838"/>
                    <a:pt x="3398" y="4938"/>
                  </a:cubicBezTo>
                  <a:lnTo>
                    <a:pt x="2796" y="4453"/>
                  </a:lnTo>
                  <a:cubicBezTo>
                    <a:pt x="2879" y="4352"/>
                    <a:pt x="2946" y="4269"/>
                    <a:pt x="3013" y="4168"/>
                  </a:cubicBezTo>
                  <a:close/>
                  <a:moveTo>
                    <a:pt x="3030" y="4101"/>
                  </a:moveTo>
                  <a:lnTo>
                    <a:pt x="3013" y="4118"/>
                  </a:lnTo>
                  <a:cubicBezTo>
                    <a:pt x="2913" y="4218"/>
                    <a:pt x="2829" y="4336"/>
                    <a:pt x="2729" y="4436"/>
                  </a:cubicBezTo>
                  <a:lnTo>
                    <a:pt x="2712" y="4470"/>
                  </a:lnTo>
                  <a:lnTo>
                    <a:pt x="3398" y="5005"/>
                  </a:lnTo>
                  <a:lnTo>
                    <a:pt x="3415" y="4988"/>
                  </a:lnTo>
                  <a:cubicBezTo>
                    <a:pt x="3499" y="4888"/>
                    <a:pt x="3582" y="4771"/>
                    <a:pt x="3666" y="4670"/>
                  </a:cubicBezTo>
                  <a:lnTo>
                    <a:pt x="3683" y="4654"/>
                  </a:lnTo>
                  <a:lnTo>
                    <a:pt x="3030" y="4101"/>
                  </a:lnTo>
                  <a:close/>
                  <a:moveTo>
                    <a:pt x="22681" y="4804"/>
                  </a:moveTo>
                  <a:cubicBezTo>
                    <a:pt x="22748" y="4888"/>
                    <a:pt x="22815" y="5005"/>
                    <a:pt x="22882" y="5106"/>
                  </a:cubicBezTo>
                  <a:lnTo>
                    <a:pt x="22263" y="5541"/>
                  </a:lnTo>
                  <a:cubicBezTo>
                    <a:pt x="22179" y="5440"/>
                    <a:pt x="22112" y="5357"/>
                    <a:pt x="22045" y="5256"/>
                  </a:cubicBezTo>
                  <a:lnTo>
                    <a:pt x="22681" y="4804"/>
                  </a:lnTo>
                  <a:close/>
                  <a:moveTo>
                    <a:pt x="22681" y="4737"/>
                  </a:moveTo>
                  <a:lnTo>
                    <a:pt x="21978" y="5256"/>
                  </a:lnTo>
                  <a:lnTo>
                    <a:pt x="21995" y="5273"/>
                  </a:lnTo>
                  <a:cubicBezTo>
                    <a:pt x="22079" y="5373"/>
                    <a:pt x="22145" y="5474"/>
                    <a:pt x="22229" y="5591"/>
                  </a:cubicBezTo>
                  <a:lnTo>
                    <a:pt x="22246" y="5608"/>
                  </a:lnTo>
                  <a:lnTo>
                    <a:pt x="22949" y="5122"/>
                  </a:lnTo>
                  <a:lnTo>
                    <a:pt x="22932" y="5089"/>
                  </a:lnTo>
                  <a:cubicBezTo>
                    <a:pt x="22849" y="4972"/>
                    <a:pt x="22765" y="4855"/>
                    <a:pt x="22698" y="4754"/>
                  </a:cubicBezTo>
                  <a:lnTo>
                    <a:pt x="22681" y="4737"/>
                  </a:lnTo>
                  <a:close/>
                  <a:moveTo>
                    <a:pt x="2260" y="5189"/>
                  </a:moveTo>
                  <a:lnTo>
                    <a:pt x="2879" y="5625"/>
                  </a:lnTo>
                  <a:cubicBezTo>
                    <a:pt x="2812" y="5708"/>
                    <a:pt x="2762" y="5809"/>
                    <a:pt x="2695" y="5909"/>
                  </a:cubicBezTo>
                  <a:lnTo>
                    <a:pt x="2059" y="5491"/>
                  </a:lnTo>
                  <a:cubicBezTo>
                    <a:pt x="2126" y="5390"/>
                    <a:pt x="2193" y="5273"/>
                    <a:pt x="2260" y="5189"/>
                  </a:cubicBezTo>
                  <a:close/>
                  <a:moveTo>
                    <a:pt x="2243" y="5106"/>
                  </a:moveTo>
                  <a:lnTo>
                    <a:pt x="2227" y="5122"/>
                  </a:lnTo>
                  <a:cubicBezTo>
                    <a:pt x="2143" y="5240"/>
                    <a:pt x="2076" y="5357"/>
                    <a:pt x="1992" y="5474"/>
                  </a:cubicBezTo>
                  <a:lnTo>
                    <a:pt x="1976" y="5507"/>
                  </a:lnTo>
                  <a:lnTo>
                    <a:pt x="2712" y="5976"/>
                  </a:lnTo>
                  <a:lnTo>
                    <a:pt x="2729" y="5943"/>
                  </a:lnTo>
                  <a:cubicBezTo>
                    <a:pt x="2796" y="5825"/>
                    <a:pt x="2863" y="5725"/>
                    <a:pt x="2946" y="5625"/>
                  </a:cubicBezTo>
                  <a:lnTo>
                    <a:pt x="2963" y="5591"/>
                  </a:lnTo>
                  <a:lnTo>
                    <a:pt x="2243" y="5106"/>
                  </a:lnTo>
                  <a:close/>
                  <a:moveTo>
                    <a:pt x="23367" y="5859"/>
                  </a:moveTo>
                  <a:cubicBezTo>
                    <a:pt x="23434" y="5976"/>
                    <a:pt x="23501" y="6076"/>
                    <a:pt x="23552" y="6177"/>
                  </a:cubicBezTo>
                  <a:lnTo>
                    <a:pt x="22882" y="6562"/>
                  </a:lnTo>
                  <a:cubicBezTo>
                    <a:pt x="22832" y="6445"/>
                    <a:pt x="22782" y="6344"/>
                    <a:pt x="22715" y="6261"/>
                  </a:cubicBezTo>
                  <a:lnTo>
                    <a:pt x="23367" y="5859"/>
                  </a:lnTo>
                  <a:close/>
                  <a:moveTo>
                    <a:pt x="23384" y="5792"/>
                  </a:moveTo>
                  <a:lnTo>
                    <a:pt x="22631" y="6244"/>
                  </a:lnTo>
                  <a:lnTo>
                    <a:pt x="22648" y="6261"/>
                  </a:lnTo>
                  <a:cubicBezTo>
                    <a:pt x="22731" y="6378"/>
                    <a:pt x="22798" y="6478"/>
                    <a:pt x="22849" y="6595"/>
                  </a:cubicBezTo>
                  <a:lnTo>
                    <a:pt x="22865" y="6629"/>
                  </a:lnTo>
                  <a:lnTo>
                    <a:pt x="23618" y="6210"/>
                  </a:lnTo>
                  <a:lnTo>
                    <a:pt x="23602" y="6177"/>
                  </a:lnTo>
                  <a:cubicBezTo>
                    <a:pt x="23535" y="6060"/>
                    <a:pt x="23468" y="5926"/>
                    <a:pt x="23384" y="5809"/>
                  </a:cubicBezTo>
                  <a:lnTo>
                    <a:pt x="23384" y="5792"/>
                  </a:lnTo>
                  <a:close/>
                  <a:moveTo>
                    <a:pt x="1591" y="6261"/>
                  </a:moveTo>
                  <a:lnTo>
                    <a:pt x="2260" y="6629"/>
                  </a:lnTo>
                  <a:cubicBezTo>
                    <a:pt x="2210" y="6729"/>
                    <a:pt x="2143" y="6830"/>
                    <a:pt x="2093" y="6930"/>
                  </a:cubicBezTo>
                  <a:lnTo>
                    <a:pt x="1429" y="6582"/>
                  </a:lnTo>
                  <a:lnTo>
                    <a:pt x="1429" y="6582"/>
                  </a:lnTo>
                  <a:cubicBezTo>
                    <a:pt x="1477" y="6469"/>
                    <a:pt x="1526" y="6357"/>
                    <a:pt x="1591" y="6261"/>
                  </a:cubicBezTo>
                  <a:close/>
                  <a:moveTo>
                    <a:pt x="1574" y="6194"/>
                  </a:moveTo>
                  <a:lnTo>
                    <a:pt x="1557" y="6210"/>
                  </a:lnTo>
                  <a:cubicBezTo>
                    <a:pt x="1473" y="6328"/>
                    <a:pt x="1406" y="6461"/>
                    <a:pt x="1339" y="6579"/>
                  </a:cubicBezTo>
                  <a:lnTo>
                    <a:pt x="1339" y="6612"/>
                  </a:lnTo>
                  <a:lnTo>
                    <a:pt x="2126" y="6997"/>
                  </a:lnTo>
                  <a:lnTo>
                    <a:pt x="2126" y="6980"/>
                  </a:lnTo>
                  <a:cubicBezTo>
                    <a:pt x="2193" y="6863"/>
                    <a:pt x="2260" y="6746"/>
                    <a:pt x="2310" y="6629"/>
                  </a:cubicBezTo>
                  <a:lnTo>
                    <a:pt x="2327" y="6612"/>
                  </a:lnTo>
                  <a:lnTo>
                    <a:pt x="1574" y="6194"/>
                  </a:lnTo>
                  <a:close/>
                  <a:moveTo>
                    <a:pt x="1038" y="7416"/>
                  </a:moveTo>
                  <a:lnTo>
                    <a:pt x="1741" y="7717"/>
                  </a:lnTo>
                  <a:lnTo>
                    <a:pt x="1607" y="8035"/>
                  </a:lnTo>
                  <a:lnTo>
                    <a:pt x="904" y="7750"/>
                  </a:lnTo>
                  <a:cubicBezTo>
                    <a:pt x="938" y="7633"/>
                    <a:pt x="988" y="7516"/>
                    <a:pt x="1038" y="7416"/>
                  </a:cubicBezTo>
                  <a:close/>
                  <a:moveTo>
                    <a:pt x="1005" y="7349"/>
                  </a:moveTo>
                  <a:lnTo>
                    <a:pt x="988" y="7365"/>
                  </a:lnTo>
                  <a:cubicBezTo>
                    <a:pt x="938" y="7499"/>
                    <a:pt x="871" y="7633"/>
                    <a:pt x="821" y="7767"/>
                  </a:cubicBezTo>
                  <a:lnTo>
                    <a:pt x="821" y="7784"/>
                  </a:lnTo>
                  <a:lnTo>
                    <a:pt x="1641" y="8102"/>
                  </a:lnTo>
                  <a:lnTo>
                    <a:pt x="1641" y="8068"/>
                  </a:lnTo>
                  <a:cubicBezTo>
                    <a:pt x="1691" y="7951"/>
                    <a:pt x="1741" y="7834"/>
                    <a:pt x="1791" y="7700"/>
                  </a:cubicBezTo>
                  <a:lnTo>
                    <a:pt x="1791" y="7683"/>
                  </a:lnTo>
                  <a:lnTo>
                    <a:pt x="1005" y="7349"/>
                  </a:lnTo>
                  <a:close/>
                  <a:moveTo>
                    <a:pt x="603" y="8604"/>
                  </a:moveTo>
                  <a:lnTo>
                    <a:pt x="1323" y="8838"/>
                  </a:lnTo>
                  <a:cubicBezTo>
                    <a:pt x="1289" y="8955"/>
                    <a:pt x="1256" y="9056"/>
                    <a:pt x="1222" y="9173"/>
                  </a:cubicBezTo>
                  <a:lnTo>
                    <a:pt x="486" y="8955"/>
                  </a:lnTo>
                  <a:cubicBezTo>
                    <a:pt x="519" y="8838"/>
                    <a:pt x="553" y="8721"/>
                    <a:pt x="603" y="8604"/>
                  </a:cubicBezTo>
                  <a:close/>
                  <a:moveTo>
                    <a:pt x="553" y="8537"/>
                  </a:moveTo>
                  <a:lnTo>
                    <a:pt x="553" y="8570"/>
                  </a:lnTo>
                  <a:cubicBezTo>
                    <a:pt x="503" y="8704"/>
                    <a:pt x="469" y="8838"/>
                    <a:pt x="436" y="8972"/>
                  </a:cubicBezTo>
                  <a:lnTo>
                    <a:pt x="436" y="9006"/>
                  </a:lnTo>
                  <a:lnTo>
                    <a:pt x="1273" y="9223"/>
                  </a:lnTo>
                  <a:lnTo>
                    <a:pt x="1273" y="9207"/>
                  </a:lnTo>
                  <a:cubicBezTo>
                    <a:pt x="1306" y="9073"/>
                    <a:pt x="1339" y="8955"/>
                    <a:pt x="1390" y="8822"/>
                  </a:cubicBezTo>
                  <a:lnTo>
                    <a:pt x="1390" y="8805"/>
                  </a:lnTo>
                  <a:lnTo>
                    <a:pt x="553" y="8537"/>
                  </a:lnTo>
                  <a:close/>
                  <a:moveTo>
                    <a:pt x="285" y="9843"/>
                  </a:moveTo>
                  <a:lnTo>
                    <a:pt x="1021" y="9993"/>
                  </a:lnTo>
                  <a:cubicBezTo>
                    <a:pt x="1005" y="10094"/>
                    <a:pt x="988" y="10211"/>
                    <a:pt x="971" y="10328"/>
                  </a:cubicBezTo>
                  <a:lnTo>
                    <a:pt x="218" y="10194"/>
                  </a:lnTo>
                  <a:cubicBezTo>
                    <a:pt x="235" y="10077"/>
                    <a:pt x="251" y="9960"/>
                    <a:pt x="285" y="9843"/>
                  </a:cubicBezTo>
                  <a:close/>
                  <a:moveTo>
                    <a:pt x="235" y="9776"/>
                  </a:moveTo>
                  <a:lnTo>
                    <a:pt x="235" y="9792"/>
                  </a:lnTo>
                  <a:cubicBezTo>
                    <a:pt x="201" y="9943"/>
                    <a:pt x="168" y="10077"/>
                    <a:pt x="151" y="10211"/>
                  </a:cubicBezTo>
                  <a:lnTo>
                    <a:pt x="151" y="10244"/>
                  </a:lnTo>
                  <a:lnTo>
                    <a:pt x="1005" y="10395"/>
                  </a:lnTo>
                  <a:lnTo>
                    <a:pt x="1005" y="10362"/>
                  </a:lnTo>
                  <a:cubicBezTo>
                    <a:pt x="1038" y="10228"/>
                    <a:pt x="1055" y="10110"/>
                    <a:pt x="1088" y="9977"/>
                  </a:cubicBezTo>
                  <a:lnTo>
                    <a:pt x="1088" y="9943"/>
                  </a:lnTo>
                  <a:lnTo>
                    <a:pt x="235" y="9776"/>
                  </a:lnTo>
                  <a:close/>
                  <a:moveTo>
                    <a:pt x="25041" y="10629"/>
                  </a:moveTo>
                  <a:cubicBezTo>
                    <a:pt x="25058" y="10763"/>
                    <a:pt x="25075" y="10880"/>
                    <a:pt x="25091" y="10998"/>
                  </a:cubicBezTo>
                  <a:lnTo>
                    <a:pt x="24338" y="11081"/>
                  </a:lnTo>
                  <a:cubicBezTo>
                    <a:pt x="24322" y="10964"/>
                    <a:pt x="24305" y="10847"/>
                    <a:pt x="24288" y="10730"/>
                  </a:cubicBezTo>
                  <a:lnTo>
                    <a:pt x="25041" y="10629"/>
                  </a:lnTo>
                  <a:close/>
                  <a:moveTo>
                    <a:pt x="25108" y="10579"/>
                  </a:moveTo>
                  <a:lnTo>
                    <a:pt x="24238" y="10696"/>
                  </a:lnTo>
                  <a:lnTo>
                    <a:pt x="24238" y="10730"/>
                  </a:lnTo>
                  <a:cubicBezTo>
                    <a:pt x="24255" y="10847"/>
                    <a:pt x="24271" y="10981"/>
                    <a:pt x="24288" y="11115"/>
                  </a:cubicBezTo>
                  <a:lnTo>
                    <a:pt x="24288" y="11131"/>
                  </a:lnTo>
                  <a:lnTo>
                    <a:pt x="25158" y="11048"/>
                  </a:lnTo>
                  <a:lnTo>
                    <a:pt x="25158" y="11014"/>
                  </a:lnTo>
                  <a:cubicBezTo>
                    <a:pt x="25142" y="10880"/>
                    <a:pt x="25125" y="10747"/>
                    <a:pt x="25108" y="10596"/>
                  </a:cubicBezTo>
                  <a:lnTo>
                    <a:pt x="25108" y="10579"/>
                  </a:lnTo>
                  <a:close/>
                  <a:moveTo>
                    <a:pt x="101" y="11098"/>
                  </a:moveTo>
                  <a:lnTo>
                    <a:pt x="854" y="11165"/>
                  </a:lnTo>
                  <a:cubicBezTo>
                    <a:pt x="837" y="11282"/>
                    <a:pt x="821" y="11399"/>
                    <a:pt x="821" y="11516"/>
                  </a:cubicBezTo>
                  <a:lnTo>
                    <a:pt x="67" y="11466"/>
                  </a:lnTo>
                  <a:cubicBezTo>
                    <a:pt x="67" y="11349"/>
                    <a:pt x="84" y="11215"/>
                    <a:pt x="101" y="11098"/>
                  </a:cubicBezTo>
                  <a:close/>
                  <a:moveTo>
                    <a:pt x="34" y="11048"/>
                  </a:moveTo>
                  <a:lnTo>
                    <a:pt x="34" y="11065"/>
                  </a:lnTo>
                  <a:cubicBezTo>
                    <a:pt x="34" y="11198"/>
                    <a:pt x="0" y="11349"/>
                    <a:pt x="0" y="11483"/>
                  </a:cubicBezTo>
                  <a:lnTo>
                    <a:pt x="0" y="11516"/>
                  </a:lnTo>
                  <a:lnTo>
                    <a:pt x="871" y="11583"/>
                  </a:lnTo>
                  <a:lnTo>
                    <a:pt x="871" y="11550"/>
                  </a:lnTo>
                  <a:cubicBezTo>
                    <a:pt x="888" y="11416"/>
                    <a:pt x="888" y="11282"/>
                    <a:pt x="904" y="11148"/>
                  </a:cubicBezTo>
                  <a:lnTo>
                    <a:pt x="904" y="11131"/>
                  </a:lnTo>
                  <a:lnTo>
                    <a:pt x="34" y="11048"/>
                  </a:lnTo>
                  <a:close/>
                  <a:moveTo>
                    <a:pt x="25158" y="11901"/>
                  </a:moveTo>
                  <a:lnTo>
                    <a:pt x="25158" y="12270"/>
                  </a:lnTo>
                  <a:lnTo>
                    <a:pt x="24388" y="12270"/>
                  </a:lnTo>
                  <a:lnTo>
                    <a:pt x="24388" y="11918"/>
                  </a:lnTo>
                  <a:lnTo>
                    <a:pt x="25158" y="11901"/>
                  </a:lnTo>
                  <a:close/>
                  <a:moveTo>
                    <a:pt x="25209" y="11851"/>
                  </a:moveTo>
                  <a:lnTo>
                    <a:pt x="24355" y="11885"/>
                  </a:lnTo>
                  <a:lnTo>
                    <a:pt x="24355" y="11901"/>
                  </a:lnTo>
                  <a:lnTo>
                    <a:pt x="24355" y="12303"/>
                  </a:lnTo>
                  <a:lnTo>
                    <a:pt x="24355" y="12320"/>
                  </a:lnTo>
                  <a:lnTo>
                    <a:pt x="25209" y="12320"/>
                  </a:lnTo>
                  <a:lnTo>
                    <a:pt x="25209" y="12286"/>
                  </a:lnTo>
                  <a:lnTo>
                    <a:pt x="25209" y="11868"/>
                  </a:lnTo>
                  <a:lnTo>
                    <a:pt x="25209" y="11851"/>
                  </a:lnTo>
                  <a:close/>
                  <a:moveTo>
                    <a:pt x="804" y="12370"/>
                  </a:moveTo>
                  <a:lnTo>
                    <a:pt x="804" y="12722"/>
                  </a:lnTo>
                  <a:lnTo>
                    <a:pt x="34" y="12738"/>
                  </a:lnTo>
                  <a:lnTo>
                    <a:pt x="34" y="12370"/>
                  </a:lnTo>
                  <a:close/>
                  <a:moveTo>
                    <a:pt x="0" y="12320"/>
                  </a:moveTo>
                  <a:lnTo>
                    <a:pt x="0" y="12353"/>
                  </a:lnTo>
                  <a:lnTo>
                    <a:pt x="0" y="12772"/>
                  </a:lnTo>
                  <a:lnTo>
                    <a:pt x="0" y="12789"/>
                  </a:lnTo>
                  <a:lnTo>
                    <a:pt x="854" y="12772"/>
                  </a:lnTo>
                  <a:lnTo>
                    <a:pt x="854" y="12738"/>
                  </a:lnTo>
                  <a:lnTo>
                    <a:pt x="854" y="12353"/>
                  </a:lnTo>
                  <a:lnTo>
                    <a:pt x="854" y="12320"/>
                  </a:lnTo>
                  <a:close/>
                  <a:moveTo>
                    <a:pt x="24372" y="13107"/>
                  </a:moveTo>
                  <a:lnTo>
                    <a:pt x="25125" y="13174"/>
                  </a:lnTo>
                  <a:cubicBezTo>
                    <a:pt x="25125" y="13291"/>
                    <a:pt x="25108" y="13408"/>
                    <a:pt x="25091" y="13542"/>
                  </a:cubicBezTo>
                  <a:lnTo>
                    <a:pt x="24338" y="13458"/>
                  </a:lnTo>
                  <a:cubicBezTo>
                    <a:pt x="24338" y="13341"/>
                    <a:pt x="24372" y="13224"/>
                    <a:pt x="24372" y="13107"/>
                  </a:cubicBezTo>
                  <a:close/>
                  <a:moveTo>
                    <a:pt x="24305" y="13056"/>
                  </a:moveTo>
                  <a:lnTo>
                    <a:pt x="24305" y="13090"/>
                  </a:lnTo>
                  <a:cubicBezTo>
                    <a:pt x="24305" y="13224"/>
                    <a:pt x="24288" y="13358"/>
                    <a:pt x="24271" y="13475"/>
                  </a:cubicBezTo>
                  <a:lnTo>
                    <a:pt x="24271" y="13508"/>
                  </a:lnTo>
                  <a:lnTo>
                    <a:pt x="25142" y="13592"/>
                  </a:lnTo>
                  <a:lnTo>
                    <a:pt x="25142" y="13559"/>
                  </a:lnTo>
                  <a:cubicBezTo>
                    <a:pt x="25158" y="13425"/>
                    <a:pt x="25158" y="13274"/>
                    <a:pt x="25175" y="13140"/>
                  </a:cubicBezTo>
                  <a:lnTo>
                    <a:pt x="25175" y="13123"/>
                  </a:lnTo>
                  <a:lnTo>
                    <a:pt x="24305" y="13056"/>
                  </a:lnTo>
                  <a:close/>
                  <a:moveTo>
                    <a:pt x="837" y="13559"/>
                  </a:moveTo>
                  <a:cubicBezTo>
                    <a:pt x="854" y="13676"/>
                    <a:pt x="871" y="13793"/>
                    <a:pt x="888" y="13910"/>
                  </a:cubicBezTo>
                  <a:lnTo>
                    <a:pt x="134" y="14011"/>
                  </a:lnTo>
                  <a:cubicBezTo>
                    <a:pt x="118" y="13893"/>
                    <a:pt x="101" y="13776"/>
                    <a:pt x="84" y="13642"/>
                  </a:cubicBezTo>
                  <a:lnTo>
                    <a:pt x="837" y="13559"/>
                  </a:lnTo>
                  <a:close/>
                  <a:moveTo>
                    <a:pt x="888" y="13508"/>
                  </a:moveTo>
                  <a:lnTo>
                    <a:pt x="34" y="13592"/>
                  </a:lnTo>
                  <a:lnTo>
                    <a:pt x="34" y="13626"/>
                  </a:lnTo>
                  <a:cubicBezTo>
                    <a:pt x="51" y="13759"/>
                    <a:pt x="67" y="13910"/>
                    <a:pt x="84" y="14044"/>
                  </a:cubicBezTo>
                  <a:lnTo>
                    <a:pt x="84" y="14061"/>
                  </a:lnTo>
                  <a:lnTo>
                    <a:pt x="938" y="13944"/>
                  </a:lnTo>
                  <a:lnTo>
                    <a:pt x="938" y="13927"/>
                  </a:lnTo>
                  <a:cubicBezTo>
                    <a:pt x="921" y="13793"/>
                    <a:pt x="904" y="13659"/>
                    <a:pt x="888" y="13525"/>
                  </a:cubicBezTo>
                  <a:lnTo>
                    <a:pt x="888" y="13508"/>
                  </a:lnTo>
                  <a:close/>
                  <a:moveTo>
                    <a:pt x="24221" y="14312"/>
                  </a:moveTo>
                  <a:lnTo>
                    <a:pt x="24974" y="14446"/>
                  </a:lnTo>
                  <a:cubicBezTo>
                    <a:pt x="24958" y="14563"/>
                    <a:pt x="24941" y="14680"/>
                    <a:pt x="24907" y="14814"/>
                  </a:cubicBezTo>
                  <a:lnTo>
                    <a:pt x="24154" y="14647"/>
                  </a:lnTo>
                  <a:cubicBezTo>
                    <a:pt x="24188" y="14546"/>
                    <a:pt x="24204" y="14429"/>
                    <a:pt x="24221" y="14312"/>
                  </a:cubicBezTo>
                  <a:close/>
                  <a:moveTo>
                    <a:pt x="24171" y="14245"/>
                  </a:moveTo>
                  <a:lnTo>
                    <a:pt x="24171" y="14278"/>
                  </a:lnTo>
                  <a:cubicBezTo>
                    <a:pt x="24154" y="14412"/>
                    <a:pt x="24121" y="14546"/>
                    <a:pt x="24104" y="14663"/>
                  </a:cubicBezTo>
                  <a:lnTo>
                    <a:pt x="24104" y="14697"/>
                  </a:lnTo>
                  <a:lnTo>
                    <a:pt x="24941" y="14864"/>
                  </a:lnTo>
                  <a:lnTo>
                    <a:pt x="24941" y="14847"/>
                  </a:lnTo>
                  <a:cubicBezTo>
                    <a:pt x="24974" y="14697"/>
                    <a:pt x="25008" y="14563"/>
                    <a:pt x="25025" y="14429"/>
                  </a:cubicBezTo>
                  <a:lnTo>
                    <a:pt x="25025" y="14396"/>
                  </a:lnTo>
                  <a:lnTo>
                    <a:pt x="24171" y="14245"/>
                  </a:lnTo>
                  <a:close/>
                  <a:moveTo>
                    <a:pt x="1038" y="14747"/>
                  </a:moveTo>
                  <a:cubicBezTo>
                    <a:pt x="1055" y="14864"/>
                    <a:pt x="1088" y="14965"/>
                    <a:pt x="1122" y="15082"/>
                  </a:cubicBezTo>
                  <a:lnTo>
                    <a:pt x="369" y="15266"/>
                  </a:lnTo>
                  <a:cubicBezTo>
                    <a:pt x="335" y="15149"/>
                    <a:pt x="318" y="15032"/>
                    <a:pt x="285" y="14898"/>
                  </a:cubicBezTo>
                  <a:lnTo>
                    <a:pt x="1038" y="14747"/>
                  </a:lnTo>
                  <a:close/>
                  <a:moveTo>
                    <a:pt x="1105" y="14680"/>
                  </a:moveTo>
                  <a:lnTo>
                    <a:pt x="235" y="14847"/>
                  </a:lnTo>
                  <a:lnTo>
                    <a:pt x="235" y="14881"/>
                  </a:lnTo>
                  <a:cubicBezTo>
                    <a:pt x="268" y="15015"/>
                    <a:pt x="302" y="15165"/>
                    <a:pt x="335" y="15299"/>
                  </a:cubicBezTo>
                  <a:lnTo>
                    <a:pt x="335" y="15316"/>
                  </a:lnTo>
                  <a:lnTo>
                    <a:pt x="1189" y="15115"/>
                  </a:lnTo>
                  <a:lnTo>
                    <a:pt x="1189" y="15082"/>
                  </a:lnTo>
                  <a:cubicBezTo>
                    <a:pt x="1155" y="14948"/>
                    <a:pt x="1122" y="14831"/>
                    <a:pt x="1105" y="14697"/>
                  </a:cubicBezTo>
                  <a:lnTo>
                    <a:pt x="1105" y="14680"/>
                  </a:lnTo>
                  <a:close/>
                  <a:moveTo>
                    <a:pt x="23970" y="15467"/>
                  </a:moveTo>
                  <a:lnTo>
                    <a:pt x="24706" y="15668"/>
                  </a:lnTo>
                  <a:cubicBezTo>
                    <a:pt x="24673" y="15785"/>
                    <a:pt x="24640" y="15919"/>
                    <a:pt x="24606" y="16036"/>
                  </a:cubicBezTo>
                  <a:lnTo>
                    <a:pt x="23870" y="15802"/>
                  </a:lnTo>
                  <a:cubicBezTo>
                    <a:pt x="23903" y="15684"/>
                    <a:pt x="23937" y="15584"/>
                    <a:pt x="23970" y="15467"/>
                  </a:cubicBezTo>
                  <a:close/>
                  <a:moveTo>
                    <a:pt x="23920" y="15400"/>
                  </a:moveTo>
                  <a:lnTo>
                    <a:pt x="23920" y="15433"/>
                  </a:lnTo>
                  <a:cubicBezTo>
                    <a:pt x="23886" y="15550"/>
                    <a:pt x="23836" y="15684"/>
                    <a:pt x="23803" y="15802"/>
                  </a:cubicBezTo>
                  <a:lnTo>
                    <a:pt x="23803" y="15835"/>
                  </a:lnTo>
                  <a:lnTo>
                    <a:pt x="24623" y="16103"/>
                  </a:lnTo>
                  <a:lnTo>
                    <a:pt x="24623" y="16086"/>
                  </a:lnTo>
                  <a:cubicBezTo>
                    <a:pt x="24673" y="15935"/>
                    <a:pt x="24723" y="15802"/>
                    <a:pt x="24757" y="15668"/>
                  </a:cubicBezTo>
                  <a:lnTo>
                    <a:pt x="24757" y="15634"/>
                  </a:lnTo>
                  <a:lnTo>
                    <a:pt x="23920" y="15400"/>
                  </a:lnTo>
                  <a:close/>
                  <a:moveTo>
                    <a:pt x="1339" y="15902"/>
                  </a:moveTo>
                  <a:cubicBezTo>
                    <a:pt x="1373" y="16019"/>
                    <a:pt x="1406" y="16120"/>
                    <a:pt x="1457" y="16220"/>
                  </a:cubicBezTo>
                  <a:lnTo>
                    <a:pt x="737" y="16488"/>
                  </a:lnTo>
                  <a:cubicBezTo>
                    <a:pt x="687" y="16371"/>
                    <a:pt x="653" y="16237"/>
                    <a:pt x="620" y="16120"/>
                  </a:cubicBezTo>
                  <a:lnTo>
                    <a:pt x="1339" y="15902"/>
                  </a:lnTo>
                  <a:close/>
                  <a:moveTo>
                    <a:pt x="1406" y="15835"/>
                  </a:moveTo>
                  <a:lnTo>
                    <a:pt x="570" y="16086"/>
                  </a:lnTo>
                  <a:lnTo>
                    <a:pt x="570" y="16120"/>
                  </a:lnTo>
                  <a:cubicBezTo>
                    <a:pt x="603" y="16253"/>
                    <a:pt x="653" y="16387"/>
                    <a:pt x="703" y="16521"/>
                  </a:cubicBezTo>
                  <a:lnTo>
                    <a:pt x="703" y="16538"/>
                  </a:lnTo>
                  <a:lnTo>
                    <a:pt x="1524" y="16253"/>
                  </a:lnTo>
                  <a:lnTo>
                    <a:pt x="1524" y="16237"/>
                  </a:lnTo>
                  <a:cubicBezTo>
                    <a:pt x="1473" y="16103"/>
                    <a:pt x="1440" y="15986"/>
                    <a:pt x="1406" y="15852"/>
                  </a:cubicBezTo>
                  <a:lnTo>
                    <a:pt x="1406" y="15835"/>
                  </a:lnTo>
                  <a:close/>
                  <a:moveTo>
                    <a:pt x="23602" y="16605"/>
                  </a:moveTo>
                  <a:lnTo>
                    <a:pt x="24305" y="16890"/>
                  </a:lnTo>
                  <a:cubicBezTo>
                    <a:pt x="24255" y="17007"/>
                    <a:pt x="24221" y="17124"/>
                    <a:pt x="24171" y="17224"/>
                  </a:cubicBezTo>
                  <a:lnTo>
                    <a:pt x="23468" y="16923"/>
                  </a:lnTo>
                  <a:cubicBezTo>
                    <a:pt x="23501" y="16823"/>
                    <a:pt x="23552" y="16722"/>
                    <a:pt x="23602" y="16605"/>
                  </a:cubicBezTo>
                  <a:close/>
                  <a:moveTo>
                    <a:pt x="23535" y="16538"/>
                  </a:moveTo>
                  <a:lnTo>
                    <a:pt x="23535" y="16572"/>
                  </a:lnTo>
                  <a:cubicBezTo>
                    <a:pt x="23485" y="16689"/>
                    <a:pt x="23434" y="16806"/>
                    <a:pt x="23384" y="16940"/>
                  </a:cubicBezTo>
                  <a:lnTo>
                    <a:pt x="23384" y="16957"/>
                  </a:lnTo>
                  <a:lnTo>
                    <a:pt x="24171" y="17308"/>
                  </a:lnTo>
                  <a:lnTo>
                    <a:pt x="24171" y="17275"/>
                  </a:lnTo>
                  <a:cubicBezTo>
                    <a:pt x="24238" y="17141"/>
                    <a:pt x="24288" y="17007"/>
                    <a:pt x="24338" y="16890"/>
                  </a:cubicBezTo>
                  <a:lnTo>
                    <a:pt x="24338" y="16856"/>
                  </a:lnTo>
                  <a:lnTo>
                    <a:pt x="23535" y="16538"/>
                  </a:lnTo>
                  <a:close/>
                  <a:moveTo>
                    <a:pt x="21007" y="20589"/>
                  </a:moveTo>
                  <a:lnTo>
                    <a:pt x="21543" y="21124"/>
                  </a:lnTo>
                  <a:cubicBezTo>
                    <a:pt x="21459" y="21208"/>
                    <a:pt x="21376" y="21292"/>
                    <a:pt x="21275" y="21392"/>
                  </a:cubicBezTo>
                  <a:lnTo>
                    <a:pt x="20756" y="20840"/>
                  </a:lnTo>
                  <a:lnTo>
                    <a:pt x="20773" y="20823"/>
                  </a:lnTo>
                  <a:cubicBezTo>
                    <a:pt x="20840" y="20756"/>
                    <a:pt x="20924" y="20672"/>
                    <a:pt x="21007" y="20589"/>
                  </a:cubicBezTo>
                  <a:close/>
                  <a:moveTo>
                    <a:pt x="21007" y="20522"/>
                  </a:moveTo>
                  <a:lnTo>
                    <a:pt x="20974" y="20539"/>
                  </a:lnTo>
                  <a:cubicBezTo>
                    <a:pt x="20890" y="20639"/>
                    <a:pt x="20790" y="20723"/>
                    <a:pt x="20706" y="20823"/>
                  </a:cubicBezTo>
                  <a:lnTo>
                    <a:pt x="20689" y="20840"/>
                  </a:lnTo>
                  <a:lnTo>
                    <a:pt x="21275" y="21459"/>
                  </a:lnTo>
                  <a:lnTo>
                    <a:pt x="21309" y="21442"/>
                  </a:lnTo>
                  <a:cubicBezTo>
                    <a:pt x="21392" y="21359"/>
                    <a:pt x="21509" y="21242"/>
                    <a:pt x="21610" y="21141"/>
                  </a:cubicBezTo>
                  <a:lnTo>
                    <a:pt x="21627" y="21124"/>
                  </a:lnTo>
                  <a:lnTo>
                    <a:pt x="21007" y="20522"/>
                  </a:lnTo>
                  <a:close/>
                  <a:moveTo>
                    <a:pt x="20103" y="21409"/>
                  </a:moveTo>
                  <a:lnTo>
                    <a:pt x="20589" y="21995"/>
                  </a:lnTo>
                  <a:cubicBezTo>
                    <a:pt x="20488" y="22079"/>
                    <a:pt x="20388" y="22145"/>
                    <a:pt x="20304" y="22229"/>
                  </a:cubicBezTo>
                  <a:lnTo>
                    <a:pt x="19836" y="21627"/>
                  </a:lnTo>
                  <a:lnTo>
                    <a:pt x="19852" y="21610"/>
                  </a:lnTo>
                  <a:cubicBezTo>
                    <a:pt x="19936" y="21543"/>
                    <a:pt x="20036" y="21476"/>
                    <a:pt x="20103" y="21409"/>
                  </a:cubicBezTo>
                  <a:close/>
                  <a:moveTo>
                    <a:pt x="20103" y="21342"/>
                  </a:moveTo>
                  <a:lnTo>
                    <a:pt x="20087" y="21359"/>
                  </a:lnTo>
                  <a:cubicBezTo>
                    <a:pt x="19986" y="21442"/>
                    <a:pt x="19886" y="21509"/>
                    <a:pt x="19769" y="21593"/>
                  </a:cubicBezTo>
                  <a:lnTo>
                    <a:pt x="19752" y="21610"/>
                  </a:lnTo>
                  <a:lnTo>
                    <a:pt x="20288" y="22296"/>
                  </a:lnTo>
                  <a:lnTo>
                    <a:pt x="20304" y="22279"/>
                  </a:lnTo>
                  <a:cubicBezTo>
                    <a:pt x="20438" y="22196"/>
                    <a:pt x="20539" y="22112"/>
                    <a:pt x="20639" y="22012"/>
                  </a:cubicBezTo>
                  <a:lnTo>
                    <a:pt x="20656" y="21995"/>
                  </a:lnTo>
                  <a:lnTo>
                    <a:pt x="20103" y="21342"/>
                  </a:lnTo>
                  <a:close/>
                  <a:moveTo>
                    <a:pt x="6395" y="22346"/>
                  </a:moveTo>
                  <a:lnTo>
                    <a:pt x="6696" y="22514"/>
                  </a:lnTo>
                  <a:lnTo>
                    <a:pt x="6311" y="23183"/>
                  </a:lnTo>
                  <a:cubicBezTo>
                    <a:pt x="6194" y="23116"/>
                    <a:pt x="6093" y="23049"/>
                    <a:pt x="5993" y="22982"/>
                  </a:cubicBezTo>
                  <a:lnTo>
                    <a:pt x="6395" y="22346"/>
                  </a:lnTo>
                  <a:close/>
                  <a:moveTo>
                    <a:pt x="6378" y="22279"/>
                  </a:moveTo>
                  <a:lnTo>
                    <a:pt x="5926" y="23016"/>
                  </a:lnTo>
                  <a:lnTo>
                    <a:pt x="5943" y="23033"/>
                  </a:lnTo>
                  <a:cubicBezTo>
                    <a:pt x="6060" y="23100"/>
                    <a:pt x="6177" y="23167"/>
                    <a:pt x="6311" y="23233"/>
                  </a:cubicBezTo>
                  <a:lnTo>
                    <a:pt x="6328" y="23250"/>
                  </a:lnTo>
                  <a:lnTo>
                    <a:pt x="6763" y="22514"/>
                  </a:lnTo>
                  <a:lnTo>
                    <a:pt x="6746" y="22497"/>
                  </a:lnTo>
                  <a:lnTo>
                    <a:pt x="6395" y="22296"/>
                  </a:lnTo>
                  <a:lnTo>
                    <a:pt x="6378" y="22279"/>
                  </a:lnTo>
                  <a:close/>
                  <a:moveTo>
                    <a:pt x="7449" y="22915"/>
                  </a:moveTo>
                  <a:cubicBezTo>
                    <a:pt x="7549" y="22966"/>
                    <a:pt x="7650" y="23016"/>
                    <a:pt x="7750" y="23066"/>
                  </a:cubicBezTo>
                  <a:lnTo>
                    <a:pt x="7449" y="23769"/>
                  </a:lnTo>
                  <a:lnTo>
                    <a:pt x="7114" y="23602"/>
                  </a:lnTo>
                  <a:lnTo>
                    <a:pt x="7449" y="22915"/>
                  </a:lnTo>
                  <a:close/>
                  <a:moveTo>
                    <a:pt x="7416" y="22865"/>
                  </a:moveTo>
                  <a:lnTo>
                    <a:pt x="7031" y="23635"/>
                  </a:lnTo>
                  <a:lnTo>
                    <a:pt x="7064" y="23635"/>
                  </a:lnTo>
                  <a:cubicBezTo>
                    <a:pt x="7165" y="23685"/>
                    <a:pt x="7282" y="23752"/>
                    <a:pt x="7399" y="23803"/>
                  </a:cubicBezTo>
                  <a:lnTo>
                    <a:pt x="7449" y="23819"/>
                  </a:lnTo>
                  <a:lnTo>
                    <a:pt x="7466" y="23836"/>
                  </a:lnTo>
                  <a:lnTo>
                    <a:pt x="7817" y="23033"/>
                  </a:lnTo>
                  <a:lnTo>
                    <a:pt x="7801" y="23033"/>
                  </a:lnTo>
                  <a:cubicBezTo>
                    <a:pt x="7683" y="22982"/>
                    <a:pt x="7566" y="22932"/>
                    <a:pt x="7449" y="22865"/>
                  </a:cubicBezTo>
                  <a:close/>
                  <a:moveTo>
                    <a:pt x="8537" y="23384"/>
                  </a:moveTo>
                  <a:cubicBezTo>
                    <a:pt x="8654" y="23418"/>
                    <a:pt x="8755" y="23468"/>
                    <a:pt x="8872" y="23501"/>
                  </a:cubicBezTo>
                  <a:lnTo>
                    <a:pt x="8621" y="24221"/>
                  </a:lnTo>
                  <a:cubicBezTo>
                    <a:pt x="8520" y="24188"/>
                    <a:pt x="8386" y="24137"/>
                    <a:pt x="8269" y="24104"/>
                  </a:cubicBezTo>
                  <a:lnTo>
                    <a:pt x="8537" y="23384"/>
                  </a:lnTo>
                  <a:close/>
                  <a:moveTo>
                    <a:pt x="8504" y="23317"/>
                  </a:moveTo>
                  <a:lnTo>
                    <a:pt x="8202" y="24137"/>
                  </a:lnTo>
                  <a:lnTo>
                    <a:pt x="8236" y="24154"/>
                  </a:lnTo>
                  <a:lnTo>
                    <a:pt x="8637" y="24305"/>
                  </a:lnTo>
                  <a:lnTo>
                    <a:pt x="8654" y="24305"/>
                  </a:lnTo>
                  <a:lnTo>
                    <a:pt x="8939" y="23451"/>
                  </a:lnTo>
                  <a:lnTo>
                    <a:pt x="8905" y="23451"/>
                  </a:lnTo>
                  <a:cubicBezTo>
                    <a:pt x="8788" y="23401"/>
                    <a:pt x="8654" y="23367"/>
                    <a:pt x="8537" y="23317"/>
                  </a:cubicBezTo>
                  <a:close/>
                  <a:moveTo>
                    <a:pt x="15919" y="23635"/>
                  </a:moveTo>
                  <a:lnTo>
                    <a:pt x="16136" y="24355"/>
                  </a:lnTo>
                  <a:lnTo>
                    <a:pt x="15768" y="24455"/>
                  </a:lnTo>
                  <a:lnTo>
                    <a:pt x="15584" y="23719"/>
                  </a:lnTo>
                  <a:lnTo>
                    <a:pt x="15601" y="23719"/>
                  </a:lnTo>
                  <a:cubicBezTo>
                    <a:pt x="15701" y="23685"/>
                    <a:pt x="15818" y="23652"/>
                    <a:pt x="15919" y="23635"/>
                  </a:cubicBezTo>
                  <a:close/>
                  <a:moveTo>
                    <a:pt x="15919" y="23585"/>
                  </a:moveTo>
                  <a:cubicBezTo>
                    <a:pt x="15802" y="23618"/>
                    <a:pt x="15668" y="23652"/>
                    <a:pt x="15551" y="23685"/>
                  </a:cubicBezTo>
                  <a:lnTo>
                    <a:pt x="15534" y="23685"/>
                  </a:lnTo>
                  <a:lnTo>
                    <a:pt x="15735" y="24522"/>
                  </a:lnTo>
                  <a:lnTo>
                    <a:pt x="15768" y="24539"/>
                  </a:lnTo>
                  <a:cubicBezTo>
                    <a:pt x="15902" y="24506"/>
                    <a:pt x="16036" y="24472"/>
                    <a:pt x="16170" y="24422"/>
                  </a:cubicBezTo>
                  <a:lnTo>
                    <a:pt x="16203" y="24422"/>
                  </a:lnTo>
                  <a:lnTo>
                    <a:pt x="15969" y="23585"/>
                  </a:lnTo>
                  <a:close/>
                  <a:moveTo>
                    <a:pt x="9675" y="23736"/>
                  </a:moveTo>
                  <a:cubicBezTo>
                    <a:pt x="9792" y="23769"/>
                    <a:pt x="9910" y="23803"/>
                    <a:pt x="10027" y="23819"/>
                  </a:cubicBezTo>
                  <a:lnTo>
                    <a:pt x="9859" y="24573"/>
                  </a:lnTo>
                  <a:lnTo>
                    <a:pt x="9491" y="24472"/>
                  </a:lnTo>
                  <a:lnTo>
                    <a:pt x="9675" y="23736"/>
                  </a:lnTo>
                  <a:close/>
                  <a:moveTo>
                    <a:pt x="9642" y="23685"/>
                  </a:moveTo>
                  <a:lnTo>
                    <a:pt x="9424" y="24522"/>
                  </a:lnTo>
                  <a:lnTo>
                    <a:pt x="9441" y="24522"/>
                  </a:lnTo>
                  <a:lnTo>
                    <a:pt x="9859" y="24623"/>
                  </a:lnTo>
                  <a:lnTo>
                    <a:pt x="9876" y="24623"/>
                  </a:lnTo>
                  <a:lnTo>
                    <a:pt x="10077" y="23769"/>
                  </a:lnTo>
                  <a:lnTo>
                    <a:pt x="10044" y="23769"/>
                  </a:lnTo>
                  <a:cubicBezTo>
                    <a:pt x="9910" y="23736"/>
                    <a:pt x="9792" y="23719"/>
                    <a:pt x="9659" y="23685"/>
                  </a:cubicBezTo>
                  <a:close/>
                  <a:moveTo>
                    <a:pt x="14747" y="23903"/>
                  </a:moveTo>
                  <a:lnTo>
                    <a:pt x="14898" y="24656"/>
                  </a:lnTo>
                  <a:cubicBezTo>
                    <a:pt x="14781" y="24690"/>
                    <a:pt x="14647" y="24706"/>
                    <a:pt x="14529" y="24723"/>
                  </a:cubicBezTo>
                  <a:lnTo>
                    <a:pt x="14412" y="23970"/>
                  </a:lnTo>
                  <a:lnTo>
                    <a:pt x="14429" y="23953"/>
                  </a:lnTo>
                  <a:cubicBezTo>
                    <a:pt x="14546" y="23936"/>
                    <a:pt x="14663" y="23920"/>
                    <a:pt x="14747" y="23903"/>
                  </a:cubicBezTo>
                  <a:close/>
                  <a:moveTo>
                    <a:pt x="10847" y="23987"/>
                  </a:moveTo>
                  <a:lnTo>
                    <a:pt x="11198" y="24037"/>
                  </a:lnTo>
                  <a:lnTo>
                    <a:pt x="11115" y="24790"/>
                  </a:lnTo>
                  <a:cubicBezTo>
                    <a:pt x="10981" y="24773"/>
                    <a:pt x="10864" y="24757"/>
                    <a:pt x="10747" y="24740"/>
                  </a:cubicBezTo>
                  <a:lnTo>
                    <a:pt x="10847" y="23987"/>
                  </a:lnTo>
                  <a:close/>
                  <a:moveTo>
                    <a:pt x="14764" y="23853"/>
                  </a:moveTo>
                  <a:cubicBezTo>
                    <a:pt x="14647" y="23886"/>
                    <a:pt x="14513" y="23903"/>
                    <a:pt x="14379" y="23920"/>
                  </a:cubicBezTo>
                  <a:lnTo>
                    <a:pt x="14345" y="23920"/>
                  </a:lnTo>
                  <a:lnTo>
                    <a:pt x="14479" y="24790"/>
                  </a:lnTo>
                  <a:lnTo>
                    <a:pt x="14513" y="24790"/>
                  </a:lnTo>
                  <a:lnTo>
                    <a:pt x="14931" y="24706"/>
                  </a:lnTo>
                  <a:lnTo>
                    <a:pt x="14965" y="24706"/>
                  </a:lnTo>
                  <a:lnTo>
                    <a:pt x="14797" y="23853"/>
                  </a:lnTo>
                  <a:close/>
                  <a:moveTo>
                    <a:pt x="10814" y="23920"/>
                  </a:moveTo>
                  <a:lnTo>
                    <a:pt x="10680" y="24790"/>
                  </a:lnTo>
                  <a:lnTo>
                    <a:pt x="10730" y="24790"/>
                  </a:lnTo>
                  <a:cubicBezTo>
                    <a:pt x="10864" y="24807"/>
                    <a:pt x="10998" y="24824"/>
                    <a:pt x="11148" y="24840"/>
                  </a:cubicBezTo>
                  <a:lnTo>
                    <a:pt x="11249" y="23970"/>
                  </a:lnTo>
                  <a:lnTo>
                    <a:pt x="11232" y="23970"/>
                  </a:lnTo>
                  <a:cubicBezTo>
                    <a:pt x="11098" y="23953"/>
                    <a:pt x="10964" y="23936"/>
                    <a:pt x="10830" y="23920"/>
                  </a:cubicBezTo>
                  <a:close/>
                  <a:moveTo>
                    <a:pt x="13575" y="24070"/>
                  </a:moveTo>
                  <a:lnTo>
                    <a:pt x="13642" y="24824"/>
                  </a:lnTo>
                  <a:lnTo>
                    <a:pt x="13274" y="24857"/>
                  </a:lnTo>
                  <a:lnTo>
                    <a:pt x="13224" y="24087"/>
                  </a:lnTo>
                  <a:lnTo>
                    <a:pt x="13241" y="24087"/>
                  </a:lnTo>
                  <a:cubicBezTo>
                    <a:pt x="13358" y="24087"/>
                    <a:pt x="13475" y="24087"/>
                    <a:pt x="13575" y="24070"/>
                  </a:cubicBezTo>
                  <a:close/>
                  <a:moveTo>
                    <a:pt x="12387" y="24104"/>
                  </a:moveTo>
                  <a:lnTo>
                    <a:pt x="12387" y="24874"/>
                  </a:lnTo>
                  <a:cubicBezTo>
                    <a:pt x="12253" y="24874"/>
                    <a:pt x="12136" y="24857"/>
                    <a:pt x="12002" y="24857"/>
                  </a:cubicBezTo>
                  <a:lnTo>
                    <a:pt x="12052" y="24104"/>
                  </a:lnTo>
                  <a:close/>
                  <a:moveTo>
                    <a:pt x="13609" y="24020"/>
                  </a:moveTo>
                  <a:cubicBezTo>
                    <a:pt x="13475" y="24020"/>
                    <a:pt x="13341" y="24037"/>
                    <a:pt x="13207" y="24037"/>
                  </a:cubicBezTo>
                  <a:lnTo>
                    <a:pt x="13190" y="24037"/>
                  </a:lnTo>
                  <a:lnTo>
                    <a:pt x="13224" y="24907"/>
                  </a:lnTo>
                  <a:lnTo>
                    <a:pt x="13257" y="24907"/>
                  </a:lnTo>
                  <a:cubicBezTo>
                    <a:pt x="13391" y="24907"/>
                    <a:pt x="13542" y="24891"/>
                    <a:pt x="13676" y="24874"/>
                  </a:cubicBezTo>
                  <a:lnTo>
                    <a:pt x="13709" y="24874"/>
                  </a:lnTo>
                  <a:lnTo>
                    <a:pt x="13626" y="24020"/>
                  </a:lnTo>
                  <a:close/>
                  <a:moveTo>
                    <a:pt x="12002" y="24037"/>
                  </a:moveTo>
                  <a:lnTo>
                    <a:pt x="11952" y="24907"/>
                  </a:lnTo>
                  <a:lnTo>
                    <a:pt x="11985" y="24907"/>
                  </a:lnTo>
                  <a:lnTo>
                    <a:pt x="12404" y="24924"/>
                  </a:lnTo>
                  <a:lnTo>
                    <a:pt x="12437" y="24924"/>
                  </a:lnTo>
                  <a:lnTo>
                    <a:pt x="12437" y="24054"/>
                  </a:lnTo>
                  <a:lnTo>
                    <a:pt x="12420" y="24054"/>
                  </a:lnTo>
                  <a:cubicBezTo>
                    <a:pt x="12286" y="24037"/>
                    <a:pt x="12153" y="24037"/>
                    <a:pt x="12019" y="2403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6" name="Google Shape;806;p26"/>
          <p:cNvGrpSpPr/>
          <p:nvPr/>
        </p:nvGrpSpPr>
        <p:grpSpPr>
          <a:xfrm rot="-5400000" flipH="1">
            <a:off x="66202" y="481683"/>
            <a:ext cx="465355" cy="267299"/>
            <a:chOff x="5170200" y="1827055"/>
            <a:chExt cx="336458" cy="193247"/>
          </a:xfrm>
        </p:grpSpPr>
        <p:sp>
          <p:nvSpPr>
            <p:cNvPr id="807" name="Google Shape;807;p26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6"/>
            <p:cNvSpPr/>
            <p:nvPr/>
          </p:nvSpPr>
          <p:spPr>
            <a:xfrm flipH="1">
              <a:off x="5331652" y="1832505"/>
              <a:ext cx="747" cy="124276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5467914" y="1829519"/>
              <a:ext cx="1548" cy="122937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7" name="Google Shape;817;p26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818" name="Google Shape;818;p26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819" name="Google Shape;819;p26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" name="Google Shape;820;p26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1" name="Google Shape;821;p26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22" name="Google Shape;822;p26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23" name="Google Shape;823;p26"/>
          <p:cNvSpPr txBox="1">
            <a:spLocks noGrp="1"/>
          </p:cNvSpPr>
          <p:nvPr>
            <p:ph type="subTitle" idx="1"/>
          </p:nvPr>
        </p:nvSpPr>
        <p:spPr>
          <a:xfrm>
            <a:off x="720051" y="1784475"/>
            <a:ext cx="24120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4" name="Google Shape;824;p26"/>
          <p:cNvSpPr txBox="1">
            <a:spLocks noGrp="1"/>
          </p:cNvSpPr>
          <p:nvPr>
            <p:ph type="subTitle" idx="2"/>
          </p:nvPr>
        </p:nvSpPr>
        <p:spPr>
          <a:xfrm>
            <a:off x="720050" y="2147125"/>
            <a:ext cx="241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5" name="Google Shape;825;p26"/>
          <p:cNvSpPr txBox="1">
            <a:spLocks noGrp="1"/>
          </p:cNvSpPr>
          <p:nvPr>
            <p:ph type="subTitle" idx="3"/>
          </p:nvPr>
        </p:nvSpPr>
        <p:spPr>
          <a:xfrm>
            <a:off x="3366006" y="1784475"/>
            <a:ext cx="24120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6" name="Google Shape;826;p26"/>
          <p:cNvSpPr txBox="1">
            <a:spLocks noGrp="1"/>
          </p:cNvSpPr>
          <p:nvPr>
            <p:ph type="subTitle" idx="4"/>
          </p:nvPr>
        </p:nvSpPr>
        <p:spPr>
          <a:xfrm>
            <a:off x="3366005" y="2147125"/>
            <a:ext cx="241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26"/>
          <p:cNvSpPr txBox="1">
            <a:spLocks noGrp="1"/>
          </p:cNvSpPr>
          <p:nvPr>
            <p:ph type="subTitle" idx="5"/>
          </p:nvPr>
        </p:nvSpPr>
        <p:spPr>
          <a:xfrm>
            <a:off x="6011961" y="1784475"/>
            <a:ext cx="24120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8" name="Google Shape;828;p26"/>
          <p:cNvSpPr txBox="1">
            <a:spLocks noGrp="1"/>
          </p:cNvSpPr>
          <p:nvPr>
            <p:ph type="subTitle" idx="6"/>
          </p:nvPr>
        </p:nvSpPr>
        <p:spPr>
          <a:xfrm>
            <a:off x="6011961" y="2147125"/>
            <a:ext cx="241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9" name="Google Shape;829;p26"/>
          <p:cNvSpPr txBox="1">
            <a:spLocks noGrp="1"/>
          </p:cNvSpPr>
          <p:nvPr>
            <p:ph type="subTitle" idx="7"/>
          </p:nvPr>
        </p:nvSpPr>
        <p:spPr>
          <a:xfrm>
            <a:off x="2043081" y="3359050"/>
            <a:ext cx="24120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30" name="Google Shape;830;p26"/>
          <p:cNvSpPr txBox="1">
            <a:spLocks noGrp="1"/>
          </p:cNvSpPr>
          <p:nvPr>
            <p:ph type="subTitle" idx="8"/>
          </p:nvPr>
        </p:nvSpPr>
        <p:spPr>
          <a:xfrm>
            <a:off x="2043080" y="3721700"/>
            <a:ext cx="241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26"/>
          <p:cNvSpPr txBox="1">
            <a:spLocks noGrp="1"/>
          </p:cNvSpPr>
          <p:nvPr>
            <p:ph type="subTitle" idx="9"/>
          </p:nvPr>
        </p:nvSpPr>
        <p:spPr>
          <a:xfrm>
            <a:off x="4689036" y="3359050"/>
            <a:ext cx="2412000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32" name="Google Shape;832;p26"/>
          <p:cNvSpPr txBox="1">
            <a:spLocks noGrp="1"/>
          </p:cNvSpPr>
          <p:nvPr>
            <p:ph type="subTitle" idx="13"/>
          </p:nvPr>
        </p:nvSpPr>
        <p:spPr>
          <a:xfrm>
            <a:off x="4689036" y="3721700"/>
            <a:ext cx="241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7"/>
          <p:cNvSpPr/>
          <p:nvPr/>
        </p:nvSpPr>
        <p:spPr>
          <a:xfrm>
            <a:off x="-973425" y="-10309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27"/>
          <p:cNvSpPr/>
          <p:nvPr/>
        </p:nvSpPr>
        <p:spPr>
          <a:xfrm>
            <a:off x="6582275" y="287615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6" name="Google Shape;836;p27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837" name="Google Shape;837;p27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838" name="Google Shape;838;p27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9" name="Google Shape;839;p27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0" name="Google Shape;840;p27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41" name="Google Shape;841;p27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42" name="Google Shape;842;p27"/>
          <p:cNvGrpSpPr/>
          <p:nvPr/>
        </p:nvGrpSpPr>
        <p:grpSpPr>
          <a:xfrm rot="10800000">
            <a:off x="253220" y="4616600"/>
            <a:ext cx="461890" cy="269131"/>
            <a:chOff x="5170200" y="1824271"/>
            <a:chExt cx="336458" cy="196031"/>
          </a:xfrm>
        </p:grpSpPr>
        <p:sp>
          <p:nvSpPr>
            <p:cNvPr id="843" name="Google Shape;843;p27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7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7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5331443" y="1824271"/>
              <a:ext cx="22" cy="130252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5469041" y="1824271"/>
              <a:ext cx="22" cy="130252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3" name="Google Shape;853;p27"/>
          <p:cNvGrpSpPr/>
          <p:nvPr/>
        </p:nvGrpSpPr>
        <p:grpSpPr>
          <a:xfrm>
            <a:off x="8192954" y="267696"/>
            <a:ext cx="763488" cy="305242"/>
            <a:chOff x="4996154" y="4081384"/>
            <a:chExt cx="763488" cy="305242"/>
          </a:xfrm>
        </p:grpSpPr>
        <p:sp>
          <p:nvSpPr>
            <p:cNvPr id="854" name="Google Shape;854;p27"/>
            <p:cNvSpPr/>
            <p:nvPr/>
          </p:nvSpPr>
          <p:spPr>
            <a:xfrm>
              <a:off x="4996154" y="4176851"/>
              <a:ext cx="664989" cy="147748"/>
            </a:xfrm>
            <a:custGeom>
              <a:avLst/>
              <a:gdLst/>
              <a:ahLst/>
              <a:cxnLst/>
              <a:rect l="l" t="t" r="r" b="b"/>
              <a:pathLst>
                <a:path w="29611" h="6579" extrusionOk="0">
                  <a:moveTo>
                    <a:pt x="24556" y="1"/>
                  </a:moveTo>
                  <a:lnTo>
                    <a:pt x="18513" y="6478"/>
                  </a:lnTo>
                  <a:lnTo>
                    <a:pt x="0" y="6478"/>
                  </a:lnTo>
                  <a:lnTo>
                    <a:pt x="0" y="6579"/>
                  </a:lnTo>
                  <a:lnTo>
                    <a:pt x="18563" y="6579"/>
                  </a:lnTo>
                  <a:lnTo>
                    <a:pt x="24589" y="101"/>
                  </a:lnTo>
                  <a:lnTo>
                    <a:pt x="29611" y="101"/>
                  </a:lnTo>
                  <a:lnTo>
                    <a:pt x="2961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5593838" y="4115923"/>
              <a:ext cx="135711" cy="124190"/>
            </a:xfrm>
            <a:custGeom>
              <a:avLst/>
              <a:gdLst/>
              <a:ahLst/>
              <a:cxnLst/>
              <a:rect l="l" t="t" r="r" b="b"/>
              <a:pathLst>
                <a:path w="6043" h="5530" extrusionOk="0">
                  <a:moveTo>
                    <a:pt x="2998" y="50"/>
                  </a:moveTo>
                  <a:cubicBezTo>
                    <a:pt x="3175" y="50"/>
                    <a:pt x="3354" y="67"/>
                    <a:pt x="3532" y="102"/>
                  </a:cubicBezTo>
                  <a:cubicBezTo>
                    <a:pt x="4804" y="353"/>
                    <a:pt x="5725" y="1475"/>
                    <a:pt x="5725" y="2764"/>
                  </a:cubicBezTo>
                  <a:cubicBezTo>
                    <a:pt x="5725" y="3484"/>
                    <a:pt x="5440" y="4187"/>
                    <a:pt x="4922" y="4689"/>
                  </a:cubicBezTo>
                  <a:cubicBezTo>
                    <a:pt x="4396" y="5215"/>
                    <a:pt x="3700" y="5484"/>
                    <a:pt x="3001" y="5484"/>
                  </a:cubicBezTo>
                  <a:cubicBezTo>
                    <a:pt x="2477" y="5484"/>
                    <a:pt x="1949" y="5332"/>
                    <a:pt x="1490" y="5024"/>
                  </a:cubicBezTo>
                  <a:cubicBezTo>
                    <a:pt x="419" y="4304"/>
                    <a:pt x="0" y="2914"/>
                    <a:pt x="486" y="1726"/>
                  </a:cubicBezTo>
                  <a:cubicBezTo>
                    <a:pt x="917" y="690"/>
                    <a:pt x="1918" y="50"/>
                    <a:pt x="2998" y="50"/>
                  </a:cubicBezTo>
                  <a:close/>
                  <a:moveTo>
                    <a:pt x="2993" y="1"/>
                  </a:moveTo>
                  <a:cubicBezTo>
                    <a:pt x="2817" y="1"/>
                    <a:pt x="2639" y="18"/>
                    <a:pt x="2461" y="52"/>
                  </a:cubicBezTo>
                  <a:cubicBezTo>
                    <a:pt x="1155" y="303"/>
                    <a:pt x="235" y="1441"/>
                    <a:pt x="235" y="2764"/>
                  </a:cubicBezTo>
                  <a:cubicBezTo>
                    <a:pt x="218" y="3500"/>
                    <a:pt x="519" y="4203"/>
                    <a:pt x="1038" y="4722"/>
                  </a:cubicBezTo>
                  <a:cubicBezTo>
                    <a:pt x="1572" y="5256"/>
                    <a:pt x="2275" y="5530"/>
                    <a:pt x="2982" y="5530"/>
                  </a:cubicBezTo>
                  <a:cubicBezTo>
                    <a:pt x="3516" y="5530"/>
                    <a:pt x="4052" y="5374"/>
                    <a:pt x="4520" y="5057"/>
                  </a:cubicBezTo>
                  <a:cubicBezTo>
                    <a:pt x="5625" y="4337"/>
                    <a:pt x="6043" y="2931"/>
                    <a:pt x="5541" y="1709"/>
                  </a:cubicBezTo>
                  <a:cubicBezTo>
                    <a:pt x="5108" y="656"/>
                    <a:pt x="4091" y="1"/>
                    <a:pt x="29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5613376" y="4129869"/>
              <a:ext cx="95512" cy="95871"/>
            </a:xfrm>
            <a:custGeom>
              <a:avLst/>
              <a:gdLst/>
              <a:ahLst/>
              <a:cxnLst/>
              <a:rect l="l" t="t" r="r" b="b"/>
              <a:pathLst>
                <a:path w="4253" h="4269" extrusionOk="0">
                  <a:moveTo>
                    <a:pt x="2009" y="0"/>
                  </a:moveTo>
                  <a:lnTo>
                    <a:pt x="2026" y="235"/>
                  </a:lnTo>
                  <a:lnTo>
                    <a:pt x="2060" y="235"/>
                  </a:lnTo>
                  <a:lnTo>
                    <a:pt x="2060" y="0"/>
                  </a:lnTo>
                  <a:close/>
                  <a:moveTo>
                    <a:pt x="2194" y="0"/>
                  </a:moveTo>
                  <a:lnTo>
                    <a:pt x="2177" y="235"/>
                  </a:lnTo>
                  <a:lnTo>
                    <a:pt x="2210" y="235"/>
                  </a:lnTo>
                  <a:lnTo>
                    <a:pt x="2227" y="0"/>
                  </a:lnTo>
                  <a:close/>
                  <a:moveTo>
                    <a:pt x="2378" y="17"/>
                  </a:moveTo>
                  <a:lnTo>
                    <a:pt x="2344" y="235"/>
                  </a:lnTo>
                  <a:lnTo>
                    <a:pt x="2378" y="235"/>
                  </a:lnTo>
                  <a:lnTo>
                    <a:pt x="2411" y="17"/>
                  </a:lnTo>
                  <a:close/>
                  <a:moveTo>
                    <a:pt x="1842" y="17"/>
                  </a:moveTo>
                  <a:lnTo>
                    <a:pt x="1876" y="251"/>
                  </a:lnTo>
                  <a:lnTo>
                    <a:pt x="1909" y="251"/>
                  </a:lnTo>
                  <a:lnTo>
                    <a:pt x="1876" y="17"/>
                  </a:lnTo>
                  <a:close/>
                  <a:moveTo>
                    <a:pt x="1675" y="34"/>
                  </a:moveTo>
                  <a:lnTo>
                    <a:pt x="1708" y="268"/>
                  </a:lnTo>
                  <a:lnTo>
                    <a:pt x="1742" y="268"/>
                  </a:lnTo>
                  <a:lnTo>
                    <a:pt x="1708" y="34"/>
                  </a:lnTo>
                  <a:close/>
                  <a:moveTo>
                    <a:pt x="2545" y="51"/>
                  </a:moveTo>
                  <a:lnTo>
                    <a:pt x="2495" y="268"/>
                  </a:lnTo>
                  <a:lnTo>
                    <a:pt x="2528" y="268"/>
                  </a:lnTo>
                  <a:lnTo>
                    <a:pt x="2579" y="51"/>
                  </a:lnTo>
                  <a:close/>
                  <a:moveTo>
                    <a:pt x="1491" y="84"/>
                  </a:moveTo>
                  <a:lnTo>
                    <a:pt x="1557" y="318"/>
                  </a:lnTo>
                  <a:lnTo>
                    <a:pt x="1591" y="318"/>
                  </a:lnTo>
                  <a:lnTo>
                    <a:pt x="1524" y="84"/>
                  </a:lnTo>
                  <a:close/>
                  <a:moveTo>
                    <a:pt x="2712" y="84"/>
                  </a:moveTo>
                  <a:lnTo>
                    <a:pt x="2645" y="318"/>
                  </a:lnTo>
                  <a:lnTo>
                    <a:pt x="2679" y="318"/>
                  </a:lnTo>
                  <a:lnTo>
                    <a:pt x="2746" y="84"/>
                  </a:lnTo>
                  <a:close/>
                  <a:moveTo>
                    <a:pt x="1323" y="151"/>
                  </a:moveTo>
                  <a:lnTo>
                    <a:pt x="1457" y="385"/>
                  </a:lnTo>
                  <a:lnTo>
                    <a:pt x="1474" y="369"/>
                  </a:lnTo>
                  <a:lnTo>
                    <a:pt x="1407" y="168"/>
                  </a:lnTo>
                  <a:lnTo>
                    <a:pt x="1323" y="151"/>
                  </a:lnTo>
                  <a:close/>
                  <a:moveTo>
                    <a:pt x="2880" y="151"/>
                  </a:moveTo>
                  <a:lnTo>
                    <a:pt x="2796" y="369"/>
                  </a:lnTo>
                  <a:lnTo>
                    <a:pt x="2830" y="385"/>
                  </a:lnTo>
                  <a:lnTo>
                    <a:pt x="2913" y="168"/>
                  </a:lnTo>
                  <a:lnTo>
                    <a:pt x="2880" y="151"/>
                  </a:lnTo>
                  <a:close/>
                  <a:moveTo>
                    <a:pt x="1206" y="201"/>
                  </a:moveTo>
                  <a:lnTo>
                    <a:pt x="1172" y="218"/>
                  </a:lnTo>
                  <a:lnTo>
                    <a:pt x="1273" y="419"/>
                  </a:lnTo>
                  <a:lnTo>
                    <a:pt x="1290" y="402"/>
                  </a:lnTo>
                  <a:lnTo>
                    <a:pt x="1206" y="201"/>
                  </a:lnTo>
                  <a:close/>
                  <a:moveTo>
                    <a:pt x="3047" y="218"/>
                  </a:moveTo>
                  <a:lnTo>
                    <a:pt x="2947" y="435"/>
                  </a:lnTo>
                  <a:lnTo>
                    <a:pt x="2964" y="452"/>
                  </a:lnTo>
                  <a:lnTo>
                    <a:pt x="3081" y="235"/>
                  </a:lnTo>
                  <a:lnTo>
                    <a:pt x="3047" y="218"/>
                  </a:lnTo>
                  <a:close/>
                  <a:moveTo>
                    <a:pt x="1039" y="285"/>
                  </a:moveTo>
                  <a:lnTo>
                    <a:pt x="1005" y="302"/>
                  </a:lnTo>
                  <a:lnTo>
                    <a:pt x="1139" y="502"/>
                  </a:lnTo>
                  <a:lnTo>
                    <a:pt x="1156" y="486"/>
                  </a:lnTo>
                  <a:lnTo>
                    <a:pt x="1039" y="285"/>
                  </a:lnTo>
                  <a:close/>
                  <a:moveTo>
                    <a:pt x="3198" y="302"/>
                  </a:moveTo>
                  <a:lnTo>
                    <a:pt x="3081" y="502"/>
                  </a:lnTo>
                  <a:lnTo>
                    <a:pt x="3114" y="519"/>
                  </a:lnTo>
                  <a:lnTo>
                    <a:pt x="3231" y="318"/>
                  </a:lnTo>
                  <a:lnTo>
                    <a:pt x="3198" y="302"/>
                  </a:lnTo>
                  <a:close/>
                  <a:moveTo>
                    <a:pt x="888" y="385"/>
                  </a:moveTo>
                  <a:lnTo>
                    <a:pt x="854" y="402"/>
                  </a:lnTo>
                  <a:lnTo>
                    <a:pt x="1005" y="586"/>
                  </a:lnTo>
                  <a:lnTo>
                    <a:pt x="1022" y="569"/>
                  </a:lnTo>
                  <a:lnTo>
                    <a:pt x="888" y="385"/>
                  </a:lnTo>
                  <a:close/>
                  <a:moveTo>
                    <a:pt x="3349" y="402"/>
                  </a:moveTo>
                  <a:lnTo>
                    <a:pt x="3215" y="586"/>
                  </a:lnTo>
                  <a:lnTo>
                    <a:pt x="3231" y="603"/>
                  </a:lnTo>
                  <a:lnTo>
                    <a:pt x="3382" y="419"/>
                  </a:lnTo>
                  <a:lnTo>
                    <a:pt x="3349" y="402"/>
                  </a:lnTo>
                  <a:close/>
                  <a:moveTo>
                    <a:pt x="754" y="486"/>
                  </a:moveTo>
                  <a:lnTo>
                    <a:pt x="721" y="519"/>
                  </a:lnTo>
                  <a:lnTo>
                    <a:pt x="871" y="687"/>
                  </a:lnTo>
                  <a:lnTo>
                    <a:pt x="905" y="670"/>
                  </a:lnTo>
                  <a:lnTo>
                    <a:pt x="754" y="486"/>
                  </a:lnTo>
                  <a:close/>
                  <a:moveTo>
                    <a:pt x="3482" y="502"/>
                  </a:moveTo>
                  <a:lnTo>
                    <a:pt x="3332" y="687"/>
                  </a:lnTo>
                  <a:lnTo>
                    <a:pt x="3365" y="703"/>
                  </a:lnTo>
                  <a:lnTo>
                    <a:pt x="3516" y="536"/>
                  </a:lnTo>
                  <a:lnTo>
                    <a:pt x="3482" y="502"/>
                  </a:lnTo>
                  <a:close/>
                  <a:moveTo>
                    <a:pt x="620" y="603"/>
                  </a:moveTo>
                  <a:lnTo>
                    <a:pt x="587" y="636"/>
                  </a:lnTo>
                  <a:lnTo>
                    <a:pt x="754" y="804"/>
                  </a:lnTo>
                  <a:lnTo>
                    <a:pt x="788" y="787"/>
                  </a:lnTo>
                  <a:lnTo>
                    <a:pt x="620" y="603"/>
                  </a:lnTo>
                  <a:close/>
                  <a:moveTo>
                    <a:pt x="3616" y="620"/>
                  </a:moveTo>
                  <a:lnTo>
                    <a:pt x="3533" y="703"/>
                  </a:lnTo>
                  <a:lnTo>
                    <a:pt x="3449" y="787"/>
                  </a:lnTo>
                  <a:lnTo>
                    <a:pt x="3466" y="804"/>
                  </a:lnTo>
                  <a:lnTo>
                    <a:pt x="3633" y="636"/>
                  </a:lnTo>
                  <a:lnTo>
                    <a:pt x="3616" y="620"/>
                  </a:lnTo>
                  <a:close/>
                  <a:moveTo>
                    <a:pt x="503" y="737"/>
                  </a:moveTo>
                  <a:lnTo>
                    <a:pt x="469" y="770"/>
                  </a:lnTo>
                  <a:lnTo>
                    <a:pt x="654" y="921"/>
                  </a:lnTo>
                  <a:lnTo>
                    <a:pt x="670" y="887"/>
                  </a:lnTo>
                  <a:lnTo>
                    <a:pt x="503" y="737"/>
                  </a:lnTo>
                  <a:close/>
                  <a:moveTo>
                    <a:pt x="3733" y="754"/>
                  </a:moveTo>
                  <a:lnTo>
                    <a:pt x="3566" y="904"/>
                  </a:lnTo>
                  <a:lnTo>
                    <a:pt x="3583" y="921"/>
                  </a:lnTo>
                  <a:lnTo>
                    <a:pt x="3767" y="770"/>
                  </a:lnTo>
                  <a:lnTo>
                    <a:pt x="3733" y="754"/>
                  </a:lnTo>
                  <a:close/>
                  <a:moveTo>
                    <a:pt x="386" y="871"/>
                  </a:moveTo>
                  <a:lnTo>
                    <a:pt x="369" y="904"/>
                  </a:lnTo>
                  <a:lnTo>
                    <a:pt x="553" y="1038"/>
                  </a:lnTo>
                  <a:lnTo>
                    <a:pt x="570" y="1021"/>
                  </a:lnTo>
                  <a:lnTo>
                    <a:pt x="386" y="871"/>
                  </a:lnTo>
                  <a:close/>
                  <a:moveTo>
                    <a:pt x="3851" y="887"/>
                  </a:moveTo>
                  <a:lnTo>
                    <a:pt x="3650" y="1021"/>
                  </a:lnTo>
                  <a:lnTo>
                    <a:pt x="3667" y="1055"/>
                  </a:lnTo>
                  <a:lnTo>
                    <a:pt x="3867" y="921"/>
                  </a:lnTo>
                  <a:cubicBezTo>
                    <a:pt x="3867" y="904"/>
                    <a:pt x="3851" y="904"/>
                    <a:pt x="3851" y="887"/>
                  </a:cubicBezTo>
                  <a:close/>
                  <a:moveTo>
                    <a:pt x="285" y="1021"/>
                  </a:moveTo>
                  <a:lnTo>
                    <a:pt x="269" y="1055"/>
                  </a:lnTo>
                  <a:lnTo>
                    <a:pt x="469" y="1172"/>
                  </a:lnTo>
                  <a:cubicBezTo>
                    <a:pt x="486" y="1172"/>
                    <a:pt x="486" y="1155"/>
                    <a:pt x="486" y="1155"/>
                  </a:cubicBezTo>
                  <a:lnTo>
                    <a:pt x="285" y="1021"/>
                  </a:lnTo>
                  <a:close/>
                  <a:moveTo>
                    <a:pt x="3951" y="1038"/>
                  </a:moveTo>
                  <a:lnTo>
                    <a:pt x="3750" y="1155"/>
                  </a:lnTo>
                  <a:lnTo>
                    <a:pt x="3778" y="1183"/>
                  </a:lnTo>
                  <a:lnTo>
                    <a:pt x="3778" y="1183"/>
                  </a:lnTo>
                  <a:lnTo>
                    <a:pt x="3968" y="1072"/>
                  </a:lnTo>
                  <a:lnTo>
                    <a:pt x="3951" y="1038"/>
                  </a:lnTo>
                  <a:close/>
                  <a:moveTo>
                    <a:pt x="3778" y="1183"/>
                  </a:moveTo>
                  <a:lnTo>
                    <a:pt x="3767" y="1189"/>
                  </a:lnTo>
                  <a:lnTo>
                    <a:pt x="3784" y="1189"/>
                  </a:lnTo>
                  <a:lnTo>
                    <a:pt x="3778" y="1183"/>
                  </a:lnTo>
                  <a:close/>
                  <a:moveTo>
                    <a:pt x="202" y="1189"/>
                  </a:moveTo>
                  <a:lnTo>
                    <a:pt x="185" y="1222"/>
                  </a:lnTo>
                  <a:lnTo>
                    <a:pt x="403" y="1323"/>
                  </a:lnTo>
                  <a:lnTo>
                    <a:pt x="403" y="1289"/>
                  </a:lnTo>
                  <a:lnTo>
                    <a:pt x="202" y="1189"/>
                  </a:lnTo>
                  <a:close/>
                  <a:moveTo>
                    <a:pt x="4035" y="1189"/>
                  </a:moveTo>
                  <a:lnTo>
                    <a:pt x="3817" y="1289"/>
                  </a:lnTo>
                  <a:lnTo>
                    <a:pt x="3834" y="1323"/>
                  </a:lnTo>
                  <a:lnTo>
                    <a:pt x="4035" y="1222"/>
                  </a:lnTo>
                  <a:lnTo>
                    <a:pt x="4035" y="1189"/>
                  </a:lnTo>
                  <a:close/>
                  <a:moveTo>
                    <a:pt x="135" y="1356"/>
                  </a:moveTo>
                  <a:cubicBezTo>
                    <a:pt x="118" y="1373"/>
                    <a:pt x="118" y="1373"/>
                    <a:pt x="118" y="1390"/>
                  </a:cubicBezTo>
                  <a:lnTo>
                    <a:pt x="319" y="1473"/>
                  </a:lnTo>
                  <a:cubicBezTo>
                    <a:pt x="336" y="1457"/>
                    <a:pt x="336" y="1457"/>
                    <a:pt x="336" y="1440"/>
                  </a:cubicBezTo>
                  <a:lnTo>
                    <a:pt x="135" y="1356"/>
                  </a:lnTo>
                  <a:close/>
                  <a:moveTo>
                    <a:pt x="4118" y="1373"/>
                  </a:moveTo>
                  <a:lnTo>
                    <a:pt x="3918" y="1473"/>
                  </a:lnTo>
                  <a:cubicBezTo>
                    <a:pt x="3918" y="1483"/>
                    <a:pt x="3918" y="1490"/>
                    <a:pt x="3918" y="1490"/>
                  </a:cubicBezTo>
                  <a:lnTo>
                    <a:pt x="4135" y="1406"/>
                  </a:lnTo>
                  <a:lnTo>
                    <a:pt x="4118" y="1373"/>
                  </a:lnTo>
                  <a:close/>
                  <a:moveTo>
                    <a:pt x="4169" y="1540"/>
                  </a:moveTo>
                  <a:lnTo>
                    <a:pt x="3951" y="1607"/>
                  </a:lnTo>
                  <a:lnTo>
                    <a:pt x="3968" y="1607"/>
                  </a:lnTo>
                  <a:cubicBezTo>
                    <a:pt x="3968" y="1616"/>
                    <a:pt x="3963" y="1620"/>
                    <a:pt x="3959" y="1622"/>
                  </a:cubicBezTo>
                  <a:lnTo>
                    <a:pt x="3959" y="1622"/>
                  </a:lnTo>
                  <a:lnTo>
                    <a:pt x="4169" y="1574"/>
                  </a:lnTo>
                  <a:cubicBezTo>
                    <a:pt x="4169" y="1557"/>
                    <a:pt x="4169" y="1540"/>
                    <a:pt x="4169" y="1540"/>
                  </a:cubicBezTo>
                  <a:close/>
                  <a:moveTo>
                    <a:pt x="51" y="1524"/>
                  </a:moveTo>
                  <a:lnTo>
                    <a:pt x="51" y="1557"/>
                  </a:lnTo>
                  <a:lnTo>
                    <a:pt x="269" y="1624"/>
                  </a:lnTo>
                  <a:cubicBezTo>
                    <a:pt x="285" y="1607"/>
                    <a:pt x="285" y="1607"/>
                    <a:pt x="285" y="1590"/>
                  </a:cubicBezTo>
                  <a:lnTo>
                    <a:pt x="51" y="1524"/>
                  </a:lnTo>
                  <a:close/>
                  <a:moveTo>
                    <a:pt x="3959" y="1622"/>
                  </a:moveTo>
                  <a:lnTo>
                    <a:pt x="3951" y="1624"/>
                  </a:lnTo>
                  <a:cubicBezTo>
                    <a:pt x="3951" y="1624"/>
                    <a:pt x="3955" y="1624"/>
                    <a:pt x="3959" y="1622"/>
                  </a:cubicBezTo>
                  <a:close/>
                  <a:moveTo>
                    <a:pt x="18" y="1691"/>
                  </a:moveTo>
                  <a:cubicBezTo>
                    <a:pt x="18" y="1708"/>
                    <a:pt x="18" y="1708"/>
                    <a:pt x="18" y="1724"/>
                  </a:cubicBezTo>
                  <a:lnTo>
                    <a:pt x="252" y="1775"/>
                  </a:lnTo>
                  <a:lnTo>
                    <a:pt x="252" y="1741"/>
                  </a:lnTo>
                  <a:lnTo>
                    <a:pt x="18" y="1691"/>
                  </a:lnTo>
                  <a:close/>
                  <a:moveTo>
                    <a:pt x="4219" y="1708"/>
                  </a:moveTo>
                  <a:lnTo>
                    <a:pt x="3985" y="1758"/>
                  </a:lnTo>
                  <a:lnTo>
                    <a:pt x="3985" y="1791"/>
                  </a:lnTo>
                  <a:lnTo>
                    <a:pt x="4219" y="1741"/>
                  </a:lnTo>
                  <a:cubicBezTo>
                    <a:pt x="4219" y="1724"/>
                    <a:pt x="4219" y="1724"/>
                    <a:pt x="4219" y="1708"/>
                  </a:cubicBezTo>
                  <a:close/>
                  <a:moveTo>
                    <a:pt x="1" y="1858"/>
                  </a:moveTo>
                  <a:cubicBezTo>
                    <a:pt x="1" y="1875"/>
                    <a:pt x="1" y="1875"/>
                    <a:pt x="1" y="1892"/>
                  </a:cubicBezTo>
                  <a:lnTo>
                    <a:pt x="235" y="1925"/>
                  </a:lnTo>
                  <a:cubicBezTo>
                    <a:pt x="235" y="1908"/>
                    <a:pt x="235" y="1892"/>
                    <a:pt x="235" y="1892"/>
                  </a:cubicBezTo>
                  <a:lnTo>
                    <a:pt x="1" y="1858"/>
                  </a:lnTo>
                  <a:close/>
                  <a:moveTo>
                    <a:pt x="4236" y="1875"/>
                  </a:moveTo>
                  <a:lnTo>
                    <a:pt x="4001" y="1908"/>
                  </a:lnTo>
                  <a:lnTo>
                    <a:pt x="4035" y="1925"/>
                  </a:lnTo>
                  <a:cubicBezTo>
                    <a:pt x="4035" y="1925"/>
                    <a:pt x="4001" y="1942"/>
                    <a:pt x="4001" y="1942"/>
                  </a:cubicBezTo>
                  <a:lnTo>
                    <a:pt x="4236" y="1925"/>
                  </a:lnTo>
                  <a:lnTo>
                    <a:pt x="4236" y="1875"/>
                  </a:lnTo>
                  <a:close/>
                  <a:moveTo>
                    <a:pt x="1" y="2042"/>
                  </a:moveTo>
                  <a:lnTo>
                    <a:pt x="1" y="2076"/>
                  </a:lnTo>
                  <a:lnTo>
                    <a:pt x="235" y="2093"/>
                  </a:lnTo>
                  <a:cubicBezTo>
                    <a:pt x="235" y="2076"/>
                    <a:pt x="235" y="2059"/>
                    <a:pt x="235" y="2059"/>
                  </a:cubicBezTo>
                  <a:lnTo>
                    <a:pt x="1" y="2042"/>
                  </a:lnTo>
                  <a:close/>
                  <a:moveTo>
                    <a:pt x="4035" y="2076"/>
                  </a:moveTo>
                  <a:cubicBezTo>
                    <a:pt x="4035" y="2093"/>
                    <a:pt x="4035" y="2093"/>
                    <a:pt x="4018" y="2109"/>
                  </a:cubicBezTo>
                  <a:lnTo>
                    <a:pt x="4252" y="2109"/>
                  </a:lnTo>
                  <a:lnTo>
                    <a:pt x="4252" y="2076"/>
                  </a:lnTo>
                  <a:close/>
                  <a:moveTo>
                    <a:pt x="1" y="2210"/>
                  </a:moveTo>
                  <a:cubicBezTo>
                    <a:pt x="1" y="2227"/>
                    <a:pt x="1" y="2243"/>
                    <a:pt x="1" y="2243"/>
                  </a:cubicBezTo>
                  <a:lnTo>
                    <a:pt x="235" y="2243"/>
                  </a:lnTo>
                  <a:lnTo>
                    <a:pt x="235" y="2210"/>
                  </a:lnTo>
                  <a:close/>
                  <a:moveTo>
                    <a:pt x="4018" y="2227"/>
                  </a:moveTo>
                  <a:cubicBezTo>
                    <a:pt x="4018" y="2227"/>
                    <a:pt x="4018" y="2243"/>
                    <a:pt x="4018" y="2260"/>
                  </a:cubicBezTo>
                  <a:lnTo>
                    <a:pt x="4252" y="2277"/>
                  </a:lnTo>
                  <a:cubicBezTo>
                    <a:pt x="4252" y="2260"/>
                    <a:pt x="4252" y="2243"/>
                    <a:pt x="4252" y="2243"/>
                  </a:cubicBezTo>
                  <a:lnTo>
                    <a:pt x="4018" y="2227"/>
                  </a:lnTo>
                  <a:close/>
                  <a:moveTo>
                    <a:pt x="235" y="2360"/>
                  </a:moveTo>
                  <a:lnTo>
                    <a:pt x="1" y="2394"/>
                  </a:lnTo>
                  <a:lnTo>
                    <a:pt x="18" y="2394"/>
                  </a:lnTo>
                  <a:cubicBezTo>
                    <a:pt x="1" y="2394"/>
                    <a:pt x="1" y="2411"/>
                    <a:pt x="1" y="2427"/>
                  </a:cubicBezTo>
                  <a:lnTo>
                    <a:pt x="235" y="2394"/>
                  </a:lnTo>
                  <a:cubicBezTo>
                    <a:pt x="235" y="2377"/>
                    <a:pt x="235" y="2377"/>
                    <a:pt x="235" y="2360"/>
                  </a:cubicBezTo>
                  <a:close/>
                  <a:moveTo>
                    <a:pt x="4001" y="2377"/>
                  </a:moveTo>
                  <a:cubicBezTo>
                    <a:pt x="4001" y="2394"/>
                    <a:pt x="4001" y="2411"/>
                    <a:pt x="4001" y="2411"/>
                  </a:cubicBezTo>
                  <a:lnTo>
                    <a:pt x="4236" y="2444"/>
                  </a:lnTo>
                  <a:cubicBezTo>
                    <a:pt x="4236" y="2427"/>
                    <a:pt x="4236" y="2427"/>
                    <a:pt x="4236" y="2411"/>
                  </a:cubicBezTo>
                  <a:lnTo>
                    <a:pt x="4001" y="2377"/>
                  </a:lnTo>
                  <a:close/>
                  <a:moveTo>
                    <a:pt x="252" y="2511"/>
                  </a:moveTo>
                  <a:lnTo>
                    <a:pt x="18" y="2561"/>
                  </a:lnTo>
                  <a:lnTo>
                    <a:pt x="18" y="2595"/>
                  </a:lnTo>
                  <a:lnTo>
                    <a:pt x="252" y="2545"/>
                  </a:lnTo>
                  <a:lnTo>
                    <a:pt x="252" y="2511"/>
                  </a:lnTo>
                  <a:close/>
                  <a:moveTo>
                    <a:pt x="3985" y="2545"/>
                  </a:moveTo>
                  <a:lnTo>
                    <a:pt x="3985" y="2561"/>
                  </a:lnTo>
                  <a:lnTo>
                    <a:pt x="4219" y="2628"/>
                  </a:lnTo>
                  <a:lnTo>
                    <a:pt x="4219" y="2578"/>
                  </a:lnTo>
                  <a:lnTo>
                    <a:pt x="3985" y="2545"/>
                  </a:lnTo>
                  <a:close/>
                  <a:moveTo>
                    <a:pt x="285" y="2678"/>
                  </a:moveTo>
                  <a:lnTo>
                    <a:pt x="84" y="2736"/>
                  </a:lnTo>
                  <a:lnTo>
                    <a:pt x="84" y="2736"/>
                  </a:lnTo>
                  <a:cubicBezTo>
                    <a:pt x="84" y="2733"/>
                    <a:pt x="84" y="2731"/>
                    <a:pt x="84" y="2729"/>
                  </a:cubicBezTo>
                  <a:lnTo>
                    <a:pt x="84" y="2729"/>
                  </a:lnTo>
                  <a:lnTo>
                    <a:pt x="51" y="2745"/>
                  </a:lnTo>
                  <a:lnTo>
                    <a:pt x="84" y="2736"/>
                  </a:lnTo>
                  <a:lnTo>
                    <a:pt x="84" y="2736"/>
                  </a:lnTo>
                  <a:cubicBezTo>
                    <a:pt x="84" y="2750"/>
                    <a:pt x="80" y="2765"/>
                    <a:pt x="51" y="2779"/>
                  </a:cubicBezTo>
                  <a:lnTo>
                    <a:pt x="285" y="2712"/>
                  </a:lnTo>
                  <a:lnTo>
                    <a:pt x="285" y="2678"/>
                  </a:lnTo>
                  <a:close/>
                  <a:moveTo>
                    <a:pt x="3951" y="2695"/>
                  </a:moveTo>
                  <a:lnTo>
                    <a:pt x="3951" y="2729"/>
                  </a:lnTo>
                  <a:lnTo>
                    <a:pt x="4169" y="2796"/>
                  </a:lnTo>
                  <a:cubicBezTo>
                    <a:pt x="4169" y="2779"/>
                    <a:pt x="4169" y="2762"/>
                    <a:pt x="4169" y="2762"/>
                  </a:cubicBezTo>
                  <a:lnTo>
                    <a:pt x="3951" y="2695"/>
                  </a:lnTo>
                  <a:close/>
                  <a:moveTo>
                    <a:pt x="302" y="2829"/>
                  </a:moveTo>
                  <a:lnTo>
                    <a:pt x="101" y="2913"/>
                  </a:lnTo>
                  <a:lnTo>
                    <a:pt x="118" y="2946"/>
                  </a:lnTo>
                  <a:lnTo>
                    <a:pt x="319" y="2863"/>
                  </a:lnTo>
                  <a:lnTo>
                    <a:pt x="302" y="2829"/>
                  </a:lnTo>
                  <a:close/>
                  <a:moveTo>
                    <a:pt x="3918" y="2846"/>
                  </a:moveTo>
                  <a:lnTo>
                    <a:pt x="3918" y="2879"/>
                  </a:lnTo>
                  <a:lnTo>
                    <a:pt x="4118" y="2963"/>
                  </a:lnTo>
                  <a:lnTo>
                    <a:pt x="4135" y="2930"/>
                  </a:lnTo>
                  <a:lnTo>
                    <a:pt x="3918" y="2846"/>
                  </a:lnTo>
                  <a:close/>
                  <a:moveTo>
                    <a:pt x="386" y="2963"/>
                  </a:moveTo>
                  <a:lnTo>
                    <a:pt x="168" y="3063"/>
                  </a:lnTo>
                  <a:lnTo>
                    <a:pt x="202" y="3063"/>
                  </a:lnTo>
                  <a:cubicBezTo>
                    <a:pt x="202" y="3072"/>
                    <a:pt x="206" y="3080"/>
                    <a:pt x="206" y="3086"/>
                  </a:cubicBezTo>
                  <a:lnTo>
                    <a:pt x="206" y="3086"/>
                  </a:lnTo>
                  <a:lnTo>
                    <a:pt x="386" y="2996"/>
                  </a:lnTo>
                  <a:lnTo>
                    <a:pt x="386" y="2963"/>
                  </a:lnTo>
                  <a:close/>
                  <a:moveTo>
                    <a:pt x="206" y="3086"/>
                  </a:moveTo>
                  <a:lnTo>
                    <a:pt x="185" y="3097"/>
                  </a:lnTo>
                  <a:cubicBezTo>
                    <a:pt x="202" y="3097"/>
                    <a:pt x="206" y="3093"/>
                    <a:pt x="206" y="3086"/>
                  </a:cubicBezTo>
                  <a:close/>
                  <a:moveTo>
                    <a:pt x="3817" y="2963"/>
                  </a:moveTo>
                  <a:lnTo>
                    <a:pt x="3800" y="2996"/>
                  </a:lnTo>
                  <a:lnTo>
                    <a:pt x="4018" y="3097"/>
                  </a:lnTo>
                  <a:lnTo>
                    <a:pt x="4035" y="3063"/>
                  </a:lnTo>
                  <a:lnTo>
                    <a:pt x="3817" y="2963"/>
                  </a:lnTo>
                  <a:close/>
                  <a:moveTo>
                    <a:pt x="453" y="3097"/>
                  </a:moveTo>
                  <a:lnTo>
                    <a:pt x="252" y="3214"/>
                  </a:lnTo>
                  <a:lnTo>
                    <a:pt x="269" y="3248"/>
                  </a:lnTo>
                  <a:lnTo>
                    <a:pt x="469" y="3130"/>
                  </a:lnTo>
                  <a:lnTo>
                    <a:pt x="453" y="3097"/>
                  </a:lnTo>
                  <a:close/>
                  <a:moveTo>
                    <a:pt x="3750" y="3114"/>
                  </a:moveTo>
                  <a:lnTo>
                    <a:pt x="3733" y="3130"/>
                  </a:lnTo>
                  <a:lnTo>
                    <a:pt x="3934" y="3264"/>
                  </a:lnTo>
                  <a:lnTo>
                    <a:pt x="3951" y="3231"/>
                  </a:lnTo>
                  <a:lnTo>
                    <a:pt x="3750" y="3114"/>
                  </a:lnTo>
                  <a:close/>
                  <a:moveTo>
                    <a:pt x="536" y="3231"/>
                  </a:moveTo>
                  <a:lnTo>
                    <a:pt x="352" y="3365"/>
                  </a:lnTo>
                  <a:lnTo>
                    <a:pt x="369" y="3398"/>
                  </a:lnTo>
                  <a:lnTo>
                    <a:pt x="553" y="3248"/>
                  </a:lnTo>
                  <a:lnTo>
                    <a:pt x="536" y="3231"/>
                  </a:lnTo>
                  <a:close/>
                  <a:moveTo>
                    <a:pt x="3667" y="3248"/>
                  </a:moveTo>
                  <a:lnTo>
                    <a:pt x="3633" y="3264"/>
                  </a:lnTo>
                  <a:lnTo>
                    <a:pt x="3834" y="3398"/>
                  </a:lnTo>
                  <a:lnTo>
                    <a:pt x="3851" y="3381"/>
                  </a:lnTo>
                  <a:lnTo>
                    <a:pt x="3667" y="3248"/>
                  </a:lnTo>
                  <a:close/>
                  <a:moveTo>
                    <a:pt x="637" y="3348"/>
                  </a:moveTo>
                  <a:lnTo>
                    <a:pt x="453" y="3499"/>
                  </a:lnTo>
                  <a:lnTo>
                    <a:pt x="469" y="3532"/>
                  </a:lnTo>
                  <a:lnTo>
                    <a:pt x="654" y="3381"/>
                  </a:lnTo>
                  <a:lnTo>
                    <a:pt x="637" y="3348"/>
                  </a:lnTo>
                  <a:close/>
                  <a:moveTo>
                    <a:pt x="3566" y="3365"/>
                  </a:moveTo>
                  <a:lnTo>
                    <a:pt x="3549" y="3381"/>
                  </a:lnTo>
                  <a:lnTo>
                    <a:pt x="3717" y="3549"/>
                  </a:lnTo>
                  <a:lnTo>
                    <a:pt x="3733" y="3515"/>
                  </a:lnTo>
                  <a:lnTo>
                    <a:pt x="3566" y="3365"/>
                  </a:lnTo>
                  <a:close/>
                  <a:moveTo>
                    <a:pt x="737" y="3465"/>
                  </a:moveTo>
                  <a:lnTo>
                    <a:pt x="570" y="3633"/>
                  </a:lnTo>
                  <a:lnTo>
                    <a:pt x="603" y="3666"/>
                  </a:lnTo>
                  <a:lnTo>
                    <a:pt x="754" y="3499"/>
                  </a:lnTo>
                  <a:lnTo>
                    <a:pt x="737" y="3465"/>
                  </a:lnTo>
                  <a:close/>
                  <a:moveTo>
                    <a:pt x="3449" y="3482"/>
                  </a:moveTo>
                  <a:lnTo>
                    <a:pt x="3432" y="3515"/>
                  </a:lnTo>
                  <a:lnTo>
                    <a:pt x="3600" y="3683"/>
                  </a:lnTo>
                  <a:lnTo>
                    <a:pt x="3616" y="3649"/>
                  </a:lnTo>
                  <a:lnTo>
                    <a:pt x="3449" y="3482"/>
                  </a:lnTo>
                  <a:close/>
                  <a:moveTo>
                    <a:pt x="854" y="3582"/>
                  </a:moveTo>
                  <a:lnTo>
                    <a:pt x="704" y="3766"/>
                  </a:lnTo>
                  <a:lnTo>
                    <a:pt x="721" y="3783"/>
                  </a:lnTo>
                  <a:lnTo>
                    <a:pt x="871" y="3599"/>
                  </a:lnTo>
                  <a:lnTo>
                    <a:pt x="854" y="3582"/>
                  </a:lnTo>
                  <a:close/>
                  <a:moveTo>
                    <a:pt x="3332" y="3599"/>
                  </a:moveTo>
                  <a:cubicBezTo>
                    <a:pt x="3332" y="3599"/>
                    <a:pt x="3332" y="3616"/>
                    <a:pt x="3315" y="3616"/>
                  </a:cubicBezTo>
                  <a:lnTo>
                    <a:pt x="3466" y="3800"/>
                  </a:lnTo>
                  <a:lnTo>
                    <a:pt x="3499" y="3766"/>
                  </a:lnTo>
                  <a:lnTo>
                    <a:pt x="3332" y="3599"/>
                  </a:lnTo>
                  <a:close/>
                  <a:moveTo>
                    <a:pt x="972" y="3683"/>
                  </a:moveTo>
                  <a:lnTo>
                    <a:pt x="838" y="3867"/>
                  </a:lnTo>
                  <a:lnTo>
                    <a:pt x="871" y="3884"/>
                  </a:lnTo>
                  <a:lnTo>
                    <a:pt x="1005" y="3700"/>
                  </a:lnTo>
                  <a:lnTo>
                    <a:pt x="972" y="3683"/>
                  </a:lnTo>
                  <a:close/>
                  <a:moveTo>
                    <a:pt x="3215" y="3700"/>
                  </a:moveTo>
                  <a:lnTo>
                    <a:pt x="3198" y="3716"/>
                  </a:lnTo>
                  <a:lnTo>
                    <a:pt x="3332" y="3900"/>
                  </a:lnTo>
                  <a:lnTo>
                    <a:pt x="3349" y="3884"/>
                  </a:lnTo>
                  <a:lnTo>
                    <a:pt x="3215" y="3700"/>
                  </a:lnTo>
                  <a:close/>
                  <a:moveTo>
                    <a:pt x="1106" y="3750"/>
                  </a:moveTo>
                  <a:lnTo>
                    <a:pt x="988" y="3951"/>
                  </a:lnTo>
                  <a:lnTo>
                    <a:pt x="1022" y="3967"/>
                  </a:lnTo>
                  <a:lnTo>
                    <a:pt x="1139" y="3766"/>
                  </a:lnTo>
                  <a:lnTo>
                    <a:pt x="1106" y="3750"/>
                  </a:lnTo>
                  <a:close/>
                  <a:moveTo>
                    <a:pt x="3081" y="3783"/>
                  </a:moveTo>
                  <a:lnTo>
                    <a:pt x="3064" y="3800"/>
                  </a:lnTo>
                  <a:lnTo>
                    <a:pt x="3181" y="4001"/>
                  </a:lnTo>
                  <a:lnTo>
                    <a:pt x="3198" y="3984"/>
                  </a:lnTo>
                  <a:lnTo>
                    <a:pt x="3081" y="3783"/>
                  </a:lnTo>
                  <a:close/>
                  <a:moveTo>
                    <a:pt x="1239" y="3833"/>
                  </a:moveTo>
                  <a:lnTo>
                    <a:pt x="1139" y="4051"/>
                  </a:lnTo>
                  <a:lnTo>
                    <a:pt x="1172" y="4051"/>
                  </a:lnTo>
                  <a:lnTo>
                    <a:pt x="1273" y="3850"/>
                  </a:lnTo>
                  <a:lnTo>
                    <a:pt x="1239" y="3833"/>
                  </a:lnTo>
                  <a:close/>
                  <a:moveTo>
                    <a:pt x="2947" y="3850"/>
                  </a:moveTo>
                  <a:lnTo>
                    <a:pt x="2913" y="3867"/>
                  </a:lnTo>
                  <a:lnTo>
                    <a:pt x="3014" y="4085"/>
                  </a:lnTo>
                  <a:lnTo>
                    <a:pt x="3047" y="4068"/>
                  </a:lnTo>
                  <a:lnTo>
                    <a:pt x="2947" y="3850"/>
                  </a:lnTo>
                  <a:close/>
                  <a:moveTo>
                    <a:pt x="1390" y="3917"/>
                  </a:moveTo>
                  <a:lnTo>
                    <a:pt x="1306" y="4118"/>
                  </a:lnTo>
                  <a:lnTo>
                    <a:pt x="1340" y="4135"/>
                  </a:lnTo>
                  <a:lnTo>
                    <a:pt x="1424" y="3917"/>
                  </a:lnTo>
                  <a:close/>
                  <a:moveTo>
                    <a:pt x="2779" y="3917"/>
                  </a:moveTo>
                  <a:lnTo>
                    <a:pt x="2846" y="4135"/>
                  </a:lnTo>
                  <a:lnTo>
                    <a:pt x="2880" y="4118"/>
                  </a:lnTo>
                  <a:lnTo>
                    <a:pt x="2796" y="3917"/>
                  </a:lnTo>
                  <a:close/>
                  <a:moveTo>
                    <a:pt x="1541" y="3951"/>
                  </a:moveTo>
                  <a:lnTo>
                    <a:pt x="1474" y="4185"/>
                  </a:lnTo>
                  <a:lnTo>
                    <a:pt x="1507" y="4185"/>
                  </a:lnTo>
                  <a:lnTo>
                    <a:pt x="1574" y="3951"/>
                  </a:lnTo>
                  <a:close/>
                  <a:moveTo>
                    <a:pt x="2629" y="3967"/>
                  </a:moveTo>
                  <a:lnTo>
                    <a:pt x="2679" y="4202"/>
                  </a:lnTo>
                  <a:lnTo>
                    <a:pt x="2712" y="4202"/>
                  </a:lnTo>
                  <a:lnTo>
                    <a:pt x="2645" y="3967"/>
                  </a:lnTo>
                  <a:close/>
                  <a:moveTo>
                    <a:pt x="1691" y="4001"/>
                  </a:moveTo>
                  <a:lnTo>
                    <a:pt x="1641" y="4218"/>
                  </a:lnTo>
                  <a:lnTo>
                    <a:pt x="1675" y="4218"/>
                  </a:lnTo>
                  <a:lnTo>
                    <a:pt x="1725" y="4001"/>
                  </a:lnTo>
                  <a:close/>
                  <a:moveTo>
                    <a:pt x="2461" y="4001"/>
                  </a:moveTo>
                  <a:lnTo>
                    <a:pt x="2512" y="4235"/>
                  </a:lnTo>
                  <a:lnTo>
                    <a:pt x="2545" y="4235"/>
                  </a:lnTo>
                  <a:lnTo>
                    <a:pt x="2495" y="4001"/>
                  </a:lnTo>
                  <a:close/>
                  <a:moveTo>
                    <a:pt x="1842" y="4018"/>
                  </a:moveTo>
                  <a:lnTo>
                    <a:pt x="1809" y="4252"/>
                  </a:lnTo>
                  <a:lnTo>
                    <a:pt x="1842" y="4252"/>
                  </a:lnTo>
                  <a:lnTo>
                    <a:pt x="1876" y="4018"/>
                  </a:lnTo>
                  <a:close/>
                  <a:moveTo>
                    <a:pt x="2311" y="4034"/>
                  </a:moveTo>
                  <a:lnTo>
                    <a:pt x="2344" y="4252"/>
                  </a:lnTo>
                  <a:lnTo>
                    <a:pt x="2378" y="4252"/>
                  </a:lnTo>
                  <a:lnTo>
                    <a:pt x="2344" y="4034"/>
                  </a:lnTo>
                  <a:close/>
                  <a:moveTo>
                    <a:pt x="1993" y="4034"/>
                  </a:moveTo>
                  <a:lnTo>
                    <a:pt x="1993" y="4269"/>
                  </a:lnTo>
                  <a:lnTo>
                    <a:pt x="2026" y="4269"/>
                  </a:lnTo>
                  <a:lnTo>
                    <a:pt x="2026" y="4034"/>
                  </a:lnTo>
                  <a:close/>
                  <a:moveTo>
                    <a:pt x="2160" y="4034"/>
                  </a:moveTo>
                  <a:lnTo>
                    <a:pt x="2160" y="4269"/>
                  </a:lnTo>
                  <a:lnTo>
                    <a:pt x="2194" y="4269"/>
                  </a:lnTo>
                  <a:lnTo>
                    <a:pt x="2194" y="4034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5566395" y="4081384"/>
              <a:ext cx="193247" cy="193516"/>
            </a:xfrm>
            <a:custGeom>
              <a:avLst/>
              <a:gdLst/>
              <a:ahLst/>
              <a:cxnLst/>
              <a:rect l="l" t="t" r="r" b="b"/>
              <a:pathLst>
                <a:path w="8605" h="8617" extrusionOk="0">
                  <a:moveTo>
                    <a:pt x="4034" y="0"/>
                  </a:moveTo>
                  <a:lnTo>
                    <a:pt x="4051" y="134"/>
                  </a:lnTo>
                  <a:lnTo>
                    <a:pt x="4302" y="134"/>
                  </a:lnTo>
                  <a:lnTo>
                    <a:pt x="4302" y="0"/>
                  </a:lnTo>
                  <a:close/>
                  <a:moveTo>
                    <a:pt x="4637" y="0"/>
                  </a:moveTo>
                  <a:lnTo>
                    <a:pt x="4637" y="134"/>
                  </a:lnTo>
                  <a:cubicBezTo>
                    <a:pt x="4721" y="134"/>
                    <a:pt x="4804" y="151"/>
                    <a:pt x="4888" y="151"/>
                  </a:cubicBezTo>
                  <a:lnTo>
                    <a:pt x="4905" y="17"/>
                  </a:lnTo>
                  <a:cubicBezTo>
                    <a:pt x="4804" y="17"/>
                    <a:pt x="4721" y="0"/>
                    <a:pt x="4637" y="0"/>
                  </a:cubicBezTo>
                  <a:close/>
                  <a:moveTo>
                    <a:pt x="3700" y="33"/>
                  </a:moveTo>
                  <a:cubicBezTo>
                    <a:pt x="3616" y="33"/>
                    <a:pt x="3532" y="50"/>
                    <a:pt x="3449" y="67"/>
                  </a:cubicBezTo>
                  <a:lnTo>
                    <a:pt x="3465" y="201"/>
                  </a:lnTo>
                  <a:cubicBezTo>
                    <a:pt x="3549" y="184"/>
                    <a:pt x="3633" y="167"/>
                    <a:pt x="3733" y="167"/>
                  </a:cubicBezTo>
                  <a:lnTo>
                    <a:pt x="3700" y="33"/>
                  </a:lnTo>
                  <a:close/>
                  <a:moveTo>
                    <a:pt x="5240" y="67"/>
                  </a:moveTo>
                  <a:lnTo>
                    <a:pt x="5206" y="201"/>
                  </a:lnTo>
                  <a:lnTo>
                    <a:pt x="5206" y="218"/>
                  </a:lnTo>
                  <a:cubicBezTo>
                    <a:pt x="5290" y="234"/>
                    <a:pt x="5374" y="251"/>
                    <a:pt x="5457" y="268"/>
                  </a:cubicBezTo>
                  <a:lnTo>
                    <a:pt x="5491" y="134"/>
                  </a:lnTo>
                  <a:cubicBezTo>
                    <a:pt x="5407" y="117"/>
                    <a:pt x="5323" y="84"/>
                    <a:pt x="5240" y="67"/>
                  </a:cubicBezTo>
                  <a:close/>
                  <a:moveTo>
                    <a:pt x="3114" y="151"/>
                  </a:moveTo>
                  <a:cubicBezTo>
                    <a:pt x="3030" y="184"/>
                    <a:pt x="2946" y="201"/>
                    <a:pt x="2863" y="234"/>
                  </a:cubicBezTo>
                  <a:lnTo>
                    <a:pt x="2913" y="368"/>
                  </a:lnTo>
                  <a:cubicBezTo>
                    <a:pt x="2997" y="335"/>
                    <a:pt x="3080" y="301"/>
                    <a:pt x="3147" y="285"/>
                  </a:cubicBezTo>
                  <a:lnTo>
                    <a:pt x="3114" y="151"/>
                  </a:lnTo>
                  <a:close/>
                  <a:moveTo>
                    <a:pt x="5809" y="234"/>
                  </a:moveTo>
                  <a:lnTo>
                    <a:pt x="5759" y="368"/>
                  </a:lnTo>
                  <a:lnTo>
                    <a:pt x="5775" y="368"/>
                  </a:lnTo>
                  <a:cubicBezTo>
                    <a:pt x="5859" y="402"/>
                    <a:pt x="5943" y="435"/>
                    <a:pt x="6010" y="469"/>
                  </a:cubicBezTo>
                  <a:lnTo>
                    <a:pt x="6060" y="335"/>
                  </a:lnTo>
                  <a:cubicBezTo>
                    <a:pt x="5976" y="301"/>
                    <a:pt x="5892" y="268"/>
                    <a:pt x="5809" y="234"/>
                  </a:cubicBezTo>
                  <a:close/>
                  <a:moveTo>
                    <a:pt x="2511" y="368"/>
                  </a:moveTo>
                  <a:cubicBezTo>
                    <a:pt x="2428" y="402"/>
                    <a:pt x="2344" y="452"/>
                    <a:pt x="2260" y="485"/>
                  </a:cubicBezTo>
                  <a:lnTo>
                    <a:pt x="2327" y="603"/>
                  </a:lnTo>
                  <a:cubicBezTo>
                    <a:pt x="2411" y="569"/>
                    <a:pt x="2478" y="519"/>
                    <a:pt x="2561" y="485"/>
                  </a:cubicBezTo>
                  <a:lnTo>
                    <a:pt x="2511" y="368"/>
                  </a:lnTo>
                  <a:close/>
                  <a:moveTo>
                    <a:pt x="6361" y="485"/>
                  </a:moveTo>
                  <a:lnTo>
                    <a:pt x="6294" y="603"/>
                  </a:lnTo>
                  <a:lnTo>
                    <a:pt x="6311" y="619"/>
                  </a:lnTo>
                  <a:cubicBezTo>
                    <a:pt x="6378" y="653"/>
                    <a:pt x="6462" y="703"/>
                    <a:pt x="6512" y="737"/>
                  </a:cubicBezTo>
                  <a:lnTo>
                    <a:pt x="6595" y="619"/>
                  </a:lnTo>
                  <a:cubicBezTo>
                    <a:pt x="6512" y="569"/>
                    <a:pt x="6428" y="536"/>
                    <a:pt x="6361" y="485"/>
                  </a:cubicBezTo>
                  <a:close/>
                  <a:moveTo>
                    <a:pt x="1976" y="653"/>
                  </a:moveTo>
                  <a:cubicBezTo>
                    <a:pt x="1909" y="703"/>
                    <a:pt x="1825" y="753"/>
                    <a:pt x="1758" y="803"/>
                  </a:cubicBezTo>
                  <a:lnTo>
                    <a:pt x="1842" y="904"/>
                  </a:lnTo>
                  <a:cubicBezTo>
                    <a:pt x="1909" y="854"/>
                    <a:pt x="1976" y="803"/>
                    <a:pt x="2043" y="753"/>
                  </a:cubicBezTo>
                  <a:lnTo>
                    <a:pt x="1976" y="653"/>
                  </a:lnTo>
                  <a:close/>
                  <a:moveTo>
                    <a:pt x="6863" y="803"/>
                  </a:moveTo>
                  <a:lnTo>
                    <a:pt x="6780" y="921"/>
                  </a:lnTo>
                  <a:lnTo>
                    <a:pt x="6796" y="921"/>
                  </a:lnTo>
                  <a:cubicBezTo>
                    <a:pt x="6863" y="971"/>
                    <a:pt x="6947" y="1038"/>
                    <a:pt x="6980" y="1071"/>
                  </a:cubicBezTo>
                  <a:lnTo>
                    <a:pt x="7064" y="971"/>
                  </a:lnTo>
                  <a:cubicBezTo>
                    <a:pt x="6997" y="921"/>
                    <a:pt x="6930" y="870"/>
                    <a:pt x="6863" y="803"/>
                  </a:cubicBezTo>
                  <a:close/>
                  <a:moveTo>
                    <a:pt x="1507" y="1004"/>
                  </a:moveTo>
                  <a:cubicBezTo>
                    <a:pt x="1440" y="1071"/>
                    <a:pt x="1373" y="1122"/>
                    <a:pt x="1306" y="1188"/>
                  </a:cubicBezTo>
                  <a:lnTo>
                    <a:pt x="1390" y="1289"/>
                  </a:lnTo>
                  <a:cubicBezTo>
                    <a:pt x="1457" y="1222"/>
                    <a:pt x="1524" y="1155"/>
                    <a:pt x="1591" y="1105"/>
                  </a:cubicBezTo>
                  <a:lnTo>
                    <a:pt x="1507" y="1004"/>
                  </a:lnTo>
                  <a:close/>
                  <a:moveTo>
                    <a:pt x="7315" y="1205"/>
                  </a:moveTo>
                  <a:lnTo>
                    <a:pt x="7232" y="1289"/>
                  </a:lnTo>
                  <a:lnTo>
                    <a:pt x="7265" y="1306"/>
                  </a:lnTo>
                  <a:cubicBezTo>
                    <a:pt x="7315" y="1373"/>
                    <a:pt x="7365" y="1423"/>
                    <a:pt x="7399" y="1490"/>
                  </a:cubicBezTo>
                  <a:lnTo>
                    <a:pt x="7499" y="1389"/>
                  </a:lnTo>
                  <a:cubicBezTo>
                    <a:pt x="7449" y="1322"/>
                    <a:pt x="7382" y="1255"/>
                    <a:pt x="7315" y="1205"/>
                  </a:cubicBezTo>
                  <a:close/>
                  <a:moveTo>
                    <a:pt x="1088" y="1423"/>
                  </a:moveTo>
                  <a:cubicBezTo>
                    <a:pt x="1022" y="1490"/>
                    <a:pt x="971" y="1557"/>
                    <a:pt x="904" y="1640"/>
                  </a:cubicBezTo>
                  <a:lnTo>
                    <a:pt x="1022" y="1724"/>
                  </a:lnTo>
                  <a:cubicBezTo>
                    <a:pt x="1072" y="1640"/>
                    <a:pt x="1122" y="1573"/>
                    <a:pt x="1172" y="1506"/>
                  </a:cubicBezTo>
                  <a:lnTo>
                    <a:pt x="1088" y="1423"/>
                  </a:lnTo>
                  <a:close/>
                  <a:moveTo>
                    <a:pt x="7717" y="1657"/>
                  </a:moveTo>
                  <a:lnTo>
                    <a:pt x="7600" y="1741"/>
                  </a:lnTo>
                  <a:lnTo>
                    <a:pt x="7633" y="1741"/>
                  </a:lnTo>
                  <a:cubicBezTo>
                    <a:pt x="7683" y="1808"/>
                    <a:pt x="7734" y="1875"/>
                    <a:pt x="7750" y="1942"/>
                  </a:cubicBezTo>
                  <a:lnTo>
                    <a:pt x="7868" y="1858"/>
                  </a:lnTo>
                  <a:cubicBezTo>
                    <a:pt x="7817" y="1791"/>
                    <a:pt x="7767" y="1724"/>
                    <a:pt x="7717" y="1657"/>
                  </a:cubicBezTo>
                  <a:close/>
                  <a:moveTo>
                    <a:pt x="720" y="1908"/>
                  </a:moveTo>
                  <a:cubicBezTo>
                    <a:pt x="670" y="1975"/>
                    <a:pt x="620" y="2059"/>
                    <a:pt x="586" y="2126"/>
                  </a:cubicBezTo>
                  <a:lnTo>
                    <a:pt x="687" y="2193"/>
                  </a:lnTo>
                  <a:cubicBezTo>
                    <a:pt x="737" y="2126"/>
                    <a:pt x="787" y="2042"/>
                    <a:pt x="837" y="1975"/>
                  </a:cubicBezTo>
                  <a:lnTo>
                    <a:pt x="720" y="1908"/>
                  </a:lnTo>
                  <a:close/>
                  <a:moveTo>
                    <a:pt x="8035" y="2159"/>
                  </a:moveTo>
                  <a:lnTo>
                    <a:pt x="7918" y="2226"/>
                  </a:lnTo>
                  <a:lnTo>
                    <a:pt x="7968" y="2226"/>
                  </a:lnTo>
                  <a:cubicBezTo>
                    <a:pt x="8002" y="2310"/>
                    <a:pt x="8052" y="2377"/>
                    <a:pt x="8052" y="2444"/>
                  </a:cubicBezTo>
                  <a:lnTo>
                    <a:pt x="8169" y="2394"/>
                  </a:lnTo>
                  <a:cubicBezTo>
                    <a:pt x="8119" y="2310"/>
                    <a:pt x="8085" y="2226"/>
                    <a:pt x="8035" y="2159"/>
                  </a:cubicBezTo>
                  <a:close/>
                  <a:moveTo>
                    <a:pt x="436" y="2427"/>
                  </a:moveTo>
                  <a:cubicBezTo>
                    <a:pt x="385" y="2511"/>
                    <a:pt x="352" y="2594"/>
                    <a:pt x="319" y="2678"/>
                  </a:cubicBezTo>
                  <a:lnTo>
                    <a:pt x="436" y="2728"/>
                  </a:lnTo>
                  <a:cubicBezTo>
                    <a:pt x="469" y="2645"/>
                    <a:pt x="503" y="2561"/>
                    <a:pt x="553" y="2494"/>
                  </a:cubicBezTo>
                  <a:lnTo>
                    <a:pt x="436" y="2427"/>
                  </a:lnTo>
                  <a:close/>
                  <a:moveTo>
                    <a:pt x="8303" y="2695"/>
                  </a:moveTo>
                  <a:lnTo>
                    <a:pt x="8169" y="2745"/>
                  </a:lnTo>
                  <a:lnTo>
                    <a:pt x="8219" y="2745"/>
                  </a:lnTo>
                  <a:cubicBezTo>
                    <a:pt x="8253" y="2829"/>
                    <a:pt x="8269" y="2913"/>
                    <a:pt x="8269" y="2996"/>
                  </a:cubicBezTo>
                  <a:lnTo>
                    <a:pt x="8386" y="2946"/>
                  </a:lnTo>
                  <a:cubicBezTo>
                    <a:pt x="8353" y="2862"/>
                    <a:pt x="8336" y="2779"/>
                    <a:pt x="8303" y="2695"/>
                  </a:cubicBezTo>
                  <a:close/>
                  <a:moveTo>
                    <a:pt x="201" y="2996"/>
                  </a:moveTo>
                  <a:cubicBezTo>
                    <a:pt x="185" y="3080"/>
                    <a:pt x="151" y="3164"/>
                    <a:pt x="134" y="3247"/>
                  </a:cubicBezTo>
                  <a:lnTo>
                    <a:pt x="268" y="3281"/>
                  </a:lnTo>
                  <a:cubicBezTo>
                    <a:pt x="285" y="3197"/>
                    <a:pt x="302" y="3113"/>
                    <a:pt x="335" y="3030"/>
                  </a:cubicBezTo>
                  <a:lnTo>
                    <a:pt x="201" y="2996"/>
                  </a:lnTo>
                  <a:close/>
                  <a:moveTo>
                    <a:pt x="8470" y="3264"/>
                  </a:moveTo>
                  <a:lnTo>
                    <a:pt x="8353" y="3298"/>
                  </a:lnTo>
                  <a:lnTo>
                    <a:pt x="8386" y="3314"/>
                  </a:lnTo>
                  <a:cubicBezTo>
                    <a:pt x="8420" y="3398"/>
                    <a:pt x="8437" y="3482"/>
                    <a:pt x="8403" y="3549"/>
                  </a:cubicBezTo>
                  <a:lnTo>
                    <a:pt x="8537" y="3532"/>
                  </a:lnTo>
                  <a:cubicBezTo>
                    <a:pt x="8520" y="3448"/>
                    <a:pt x="8504" y="3364"/>
                    <a:pt x="8470" y="3264"/>
                  </a:cubicBezTo>
                  <a:close/>
                  <a:moveTo>
                    <a:pt x="67" y="3582"/>
                  </a:moveTo>
                  <a:cubicBezTo>
                    <a:pt x="51" y="3666"/>
                    <a:pt x="34" y="3749"/>
                    <a:pt x="34" y="3850"/>
                  </a:cubicBezTo>
                  <a:lnTo>
                    <a:pt x="168" y="3850"/>
                  </a:lnTo>
                  <a:cubicBezTo>
                    <a:pt x="168" y="3766"/>
                    <a:pt x="185" y="3683"/>
                    <a:pt x="201" y="3599"/>
                  </a:cubicBezTo>
                  <a:lnTo>
                    <a:pt x="67" y="3582"/>
                  </a:lnTo>
                  <a:close/>
                  <a:moveTo>
                    <a:pt x="8571" y="3867"/>
                  </a:moveTo>
                  <a:lnTo>
                    <a:pt x="8453" y="3883"/>
                  </a:lnTo>
                  <a:lnTo>
                    <a:pt x="8487" y="3883"/>
                  </a:lnTo>
                  <a:cubicBezTo>
                    <a:pt x="8504" y="3967"/>
                    <a:pt x="8520" y="4051"/>
                    <a:pt x="8470" y="4134"/>
                  </a:cubicBezTo>
                  <a:lnTo>
                    <a:pt x="8604" y="4134"/>
                  </a:lnTo>
                  <a:cubicBezTo>
                    <a:pt x="8587" y="4051"/>
                    <a:pt x="8571" y="3967"/>
                    <a:pt x="8571" y="3867"/>
                  </a:cubicBezTo>
                  <a:close/>
                  <a:moveTo>
                    <a:pt x="0" y="4185"/>
                  </a:moveTo>
                  <a:lnTo>
                    <a:pt x="0" y="4302"/>
                  </a:lnTo>
                  <a:cubicBezTo>
                    <a:pt x="0" y="4352"/>
                    <a:pt x="17" y="4402"/>
                    <a:pt x="0" y="4436"/>
                  </a:cubicBezTo>
                  <a:lnTo>
                    <a:pt x="134" y="4436"/>
                  </a:lnTo>
                  <a:lnTo>
                    <a:pt x="134" y="4185"/>
                  </a:lnTo>
                  <a:close/>
                  <a:moveTo>
                    <a:pt x="8470" y="4469"/>
                  </a:moveTo>
                  <a:cubicBezTo>
                    <a:pt x="8470" y="4553"/>
                    <a:pt x="8453" y="4637"/>
                    <a:pt x="8453" y="4720"/>
                  </a:cubicBezTo>
                  <a:lnTo>
                    <a:pt x="8571" y="4720"/>
                  </a:lnTo>
                  <a:cubicBezTo>
                    <a:pt x="8604" y="4637"/>
                    <a:pt x="8604" y="4553"/>
                    <a:pt x="8604" y="4469"/>
                  </a:cubicBezTo>
                  <a:close/>
                  <a:moveTo>
                    <a:pt x="168" y="4771"/>
                  </a:moveTo>
                  <a:lnTo>
                    <a:pt x="34" y="4787"/>
                  </a:lnTo>
                  <a:cubicBezTo>
                    <a:pt x="51" y="4871"/>
                    <a:pt x="51" y="4955"/>
                    <a:pt x="67" y="5038"/>
                  </a:cubicBezTo>
                  <a:lnTo>
                    <a:pt x="201" y="5022"/>
                  </a:lnTo>
                  <a:cubicBezTo>
                    <a:pt x="185" y="4938"/>
                    <a:pt x="168" y="4854"/>
                    <a:pt x="168" y="4771"/>
                  </a:cubicBezTo>
                  <a:close/>
                  <a:moveTo>
                    <a:pt x="8403" y="5038"/>
                  </a:moveTo>
                  <a:cubicBezTo>
                    <a:pt x="8386" y="5122"/>
                    <a:pt x="8370" y="5206"/>
                    <a:pt x="8353" y="5289"/>
                  </a:cubicBezTo>
                  <a:lnTo>
                    <a:pt x="8470" y="5323"/>
                  </a:lnTo>
                  <a:cubicBezTo>
                    <a:pt x="8504" y="5239"/>
                    <a:pt x="8520" y="5155"/>
                    <a:pt x="8537" y="5072"/>
                  </a:cubicBezTo>
                  <a:lnTo>
                    <a:pt x="8403" y="5038"/>
                  </a:lnTo>
                  <a:close/>
                  <a:moveTo>
                    <a:pt x="268" y="5340"/>
                  </a:moveTo>
                  <a:lnTo>
                    <a:pt x="134" y="5373"/>
                  </a:lnTo>
                  <a:lnTo>
                    <a:pt x="151" y="5373"/>
                  </a:lnTo>
                  <a:cubicBezTo>
                    <a:pt x="168" y="5457"/>
                    <a:pt x="185" y="5540"/>
                    <a:pt x="218" y="5624"/>
                  </a:cubicBezTo>
                  <a:lnTo>
                    <a:pt x="335" y="5591"/>
                  </a:lnTo>
                  <a:cubicBezTo>
                    <a:pt x="302" y="5507"/>
                    <a:pt x="285" y="5423"/>
                    <a:pt x="268" y="5340"/>
                  </a:cubicBezTo>
                  <a:close/>
                  <a:moveTo>
                    <a:pt x="8269" y="5607"/>
                  </a:moveTo>
                  <a:cubicBezTo>
                    <a:pt x="8236" y="5691"/>
                    <a:pt x="8202" y="5775"/>
                    <a:pt x="8169" y="5859"/>
                  </a:cubicBezTo>
                  <a:lnTo>
                    <a:pt x="8303" y="5909"/>
                  </a:lnTo>
                  <a:cubicBezTo>
                    <a:pt x="8336" y="5825"/>
                    <a:pt x="8353" y="5741"/>
                    <a:pt x="8386" y="5658"/>
                  </a:cubicBezTo>
                  <a:lnTo>
                    <a:pt x="8269" y="5607"/>
                  </a:lnTo>
                  <a:close/>
                  <a:moveTo>
                    <a:pt x="436" y="5892"/>
                  </a:moveTo>
                  <a:lnTo>
                    <a:pt x="319" y="5942"/>
                  </a:lnTo>
                  <a:lnTo>
                    <a:pt x="335" y="5942"/>
                  </a:lnTo>
                  <a:cubicBezTo>
                    <a:pt x="369" y="6026"/>
                    <a:pt x="402" y="6110"/>
                    <a:pt x="436" y="6193"/>
                  </a:cubicBezTo>
                  <a:lnTo>
                    <a:pt x="553" y="6126"/>
                  </a:lnTo>
                  <a:cubicBezTo>
                    <a:pt x="503" y="6059"/>
                    <a:pt x="469" y="5976"/>
                    <a:pt x="436" y="5892"/>
                  </a:cubicBezTo>
                  <a:close/>
                  <a:moveTo>
                    <a:pt x="8052" y="6143"/>
                  </a:moveTo>
                  <a:cubicBezTo>
                    <a:pt x="8002" y="6227"/>
                    <a:pt x="7968" y="6310"/>
                    <a:pt x="7918" y="6377"/>
                  </a:cubicBezTo>
                  <a:lnTo>
                    <a:pt x="8035" y="6444"/>
                  </a:lnTo>
                  <a:cubicBezTo>
                    <a:pt x="8085" y="6361"/>
                    <a:pt x="8119" y="6294"/>
                    <a:pt x="8169" y="6210"/>
                  </a:cubicBezTo>
                  <a:lnTo>
                    <a:pt x="8052" y="6143"/>
                  </a:lnTo>
                  <a:close/>
                  <a:moveTo>
                    <a:pt x="687" y="6411"/>
                  </a:moveTo>
                  <a:lnTo>
                    <a:pt x="586" y="6478"/>
                  </a:lnTo>
                  <a:lnTo>
                    <a:pt x="603" y="6478"/>
                  </a:lnTo>
                  <a:cubicBezTo>
                    <a:pt x="637" y="6562"/>
                    <a:pt x="687" y="6645"/>
                    <a:pt x="720" y="6695"/>
                  </a:cubicBezTo>
                  <a:lnTo>
                    <a:pt x="837" y="6628"/>
                  </a:lnTo>
                  <a:cubicBezTo>
                    <a:pt x="787" y="6562"/>
                    <a:pt x="737" y="6495"/>
                    <a:pt x="687" y="6411"/>
                  </a:cubicBezTo>
                  <a:close/>
                  <a:moveTo>
                    <a:pt x="7750" y="6662"/>
                  </a:moveTo>
                  <a:cubicBezTo>
                    <a:pt x="7717" y="6729"/>
                    <a:pt x="7650" y="6796"/>
                    <a:pt x="7600" y="6863"/>
                  </a:cubicBezTo>
                  <a:lnTo>
                    <a:pt x="7700" y="6947"/>
                  </a:lnTo>
                  <a:cubicBezTo>
                    <a:pt x="7767" y="6880"/>
                    <a:pt x="7817" y="6813"/>
                    <a:pt x="7868" y="6729"/>
                  </a:cubicBezTo>
                  <a:lnTo>
                    <a:pt x="7750" y="6662"/>
                  </a:lnTo>
                  <a:close/>
                  <a:moveTo>
                    <a:pt x="1005" y="6896"/>
                  </a:moveTo>
                  <a:lnTo>
                    <a:pt x="904" y="6980"/>
                  </a:lnTo>
                  <a:lnTo>
                    <a:pt x="938" y="6980"/>
                  </a:lnTo>
                  <a:cubicBezTo>
                    <a:pt x="988" y="7047"/>
                    <a:pt x="1055" y="7131"/>
                    <a:pt x="1088" y="7198"/>
                  </a:cubicBezTo>
                  <a:lnTo>
                    <a:pt x="1172" y="7114"/>
                  </a:lnTo>
                  <a:cubicBezTo>
                    <a:pt x="1122" y="7030"/>
                    <a:pt x="1072" y="6963"/>
                    <a:pt x="1005" y="6896"/>
                  </a:cubicBezTo>
                  <a:close/>
                  <a:moveTo>
                    <a:pt x="7399" y="7114"/>
                  </a:moveTo>
                  <a:cubicBezTo>
                    <a:pt x="7332" y="7181"/>
                    <a:pt x="7282" y="7248"/>
                    <a:pt x="7215" y="7298"/>
                  </a:cubicBezTo>
                  <a:lnTo>
                    <a:pt x="7298" y="7398"/>
                  </a:lnTo>
                  <a:cubicBezTo>
                    <a:pt x="7365" y="7332"/>
                    <a:pt x="7432" y="7265"/>
                    <a:pt x="7499" y="7198"/>
                  </a:cubicBezTo>
                  <a:lnTo>
                    <a:pt x="7399" y="7114"/>
                  </a:lnTo>
                  <a:close/>
                  <a:moveTo>
                    <a:pt x="1390" y="7332"/>
                  </a:moveTo>
                  <a:lnTo>
                    <a:pt x="1306" y="7432"/>
                  </a:lnTo>
                  <a:lnTo>
                    <a:pt x="1340" y="7432"/>
                  </a:lnTo>
                  <a:cubicBezTo>
                    <a:pt x="1407" y="7482"/>
                    <a:pt x="1473" y="7549"/>
                    <a:pt x="1507" y="7599"/>
                  </a:cubicBezTo>
                  <a:lnTo>
                    <a:pt x="1591" y="7499"/>
                  </a:lnTo>
                  <a:cubicBezTo>
                    <a:pt x="1524" y="7449"/>
                    <a:pt x="1457" y="7382"/>
                    <a:pt x="1390" y="7332"/>
                  </a:cubicBezTo>
                  <a:close/>
                  <a:moveTo>
                    <a:pt x="6980" y="7516"/>
                  </a:moveTo>
                  <a:cubicBezTo>
                    <a:pt x="6913" y="7566"/>
                    <a:pt x="6847" y="7616"/>
                    <a:pt x="6780" y="7683"/>
                  </a:cubicBezTo>
                  <a:lnTo>
                    <a:pt x="6863" y="7783"/>
                  </a:lnTo>
                  <a:cubicBezTo>
                    <a:pt x="6930" y="7733"/>
                    <a:pt x="6997" y="7666"/>
                    <a:pt x="7064" y="7616"/>
                  </a:cubicBezTo>
                  <a:lnTo>
                    <a:pt x="6980" y="7516"/>
                  </a:lnTo>
                  <a:close/>
                  <a:moveTo>
                    <a:pt x="1842" y="7700"/>
                  </a:moveTo>
                  <a:lnTo>
                    <a:pt x="1775" y="7817"/>
                  </a:lnTo>
                  <a:lnTo>
                    <a:pt x="1825" y="7817"/>
                  </a:lnTo>
                  <a:cubicBezTo>
                    <a:pt x="1892" y="7867"/>
                    <a:pt x="1959" y="7917"/>
                    <a:pt x="2026" y="7968"/>
                  </a:cubicBezTo>
                  <a:lnTo>
                    <a:pt x="2059" y="7850"/>
                  </a:lnTo>
                  <a:cubicBezTo>
                    <a:pt x="1992" y="7800"/>
                    <a:pt x="1925" y="7750"/>
                    <a:pt x="1842" y="7700"/>
                  </a:cubicBezTo>
                  <a:close/>
                  <a:moveTo>
                    <a:pt x="6512" y="7850"/>
                  </a:moveTo>
                  <a:cubicBezTo>
                    <a:pt x="6428" y="7901"/>
                    <a:pt x="6361" y="7951"/>
                    <a:pt x="6277" y="7984"/>
                  </a:cubicBezTo>
                  <a:lnTo>
                    <a:pt x="6344" y="8101"/>
                  </a:lnTo>
                  <a:cubicBezTo>
                    <a:pt x="6428" y="8068"/>
                    <a:pt x="6495" y="8018"/>
                    <a:pt x="6579" y="7968"/>
                  </a:cubicBezTo>
                  <a:lnTo>
                    <a:pt x="6512" y="7850"/>
                  </a:lnTo>
                  <a:close/>
                  <a:moveTo>
                    <a:pt x="2344" y="8018"/>
                  </a:moveTo>
                  <a:lnTo>
                    <a:pt x="2277" y="8135"/>
                  </a:lnTo>
                  <a:lnTo>
                    <a:pt x="2528" y="8252"/>
                  </a:lnTo>
                  <a:lnTo>
                    <a:pt x="2578" y="8135"/>
                  </a:lnTo>
                  <a:cubicBezTo>
                    <a:pt x="2495" y="8101"/>
                    <a:pt x="2428" y="8051"/>
                    <a:pt x="2344" y="8018"/>
                  </a:cubicBezTo>
                  <a:close/>
                  <a:moveTo>
                    <a:pt x="5993" y="8135"/>
                  </a:moveTo>
                  <a:cubicBezTo>
                    <a:pt x="5926" y="8168"/>
                    <a:pt x="5842" y="8202"/>
                    <a:pt x="5759" y="8219"/>
                  </a:cubicBezTo>
                  <a:lnTo>
                    <a:pt x="5809" y="8353"/>
                  </a:lnTo>
                  <a:cubicBezTo>
                    <a:pt x="5892" y="8319"/>
                    <a:pt x="5976" y="8286"/>
                    <a:pt x="6060" y="8252"/>
                  </a:cubicBezTo>
                  <a:lnTo>
                    <a:pt x="5993" y="8135"/>
                  </a:lnTo>
                  <a:close/>
                  <a:moveTo>
                    <a:pt x="2930" y="8252"/>
                  </a:moveTo>
                  <a:lnTo>
                    <a:pt x="2880" y="8369"/>
                  </a:lnTo>
                  <a:cubicBezTo>
                    <a:pt x="2963" y="8403"/>
                    <a:pt x="3047" y="8436"/>
                    <a:pt x="3131" y="8453"/>
                  </a:cubicBezTo>
                  <a:lnTo>
                    <a:pt x="3164" y="8319"/>
                  </a:lnTo>
                  <a:lnTo>
                    <a:pt x="2930" y="8252"/>
                  </a:lnTo>
                  <a:close/>
                  <a:moveTo>
                    <a:pt x="5457" y="8319"/>
                  </a:moveTo>
                  <a:cubicBezTo>
                    <a:pt x="5374" y="8353"/>
                    <a:pt x="5290" y="8369"/>
                    <a:pt x="5206" y="8386"/>
                  </a:cubicBezTo>
                  <a:lnTo>
                    <a:pt x="5223" y="8520"/>
                  </a:lnTo>
                  <a:cubicBezTo>
                    <a:pt x="5307" y="8503"/>
                    <a:pt x="5407" y="8470"/>
                    <a:pt x="5491" y="8453"/>
                  </a:cubicBezTo>
                  <a:lnTo>
                    <a:pt x="5457" y="8319"/>
                  </a:lnTo>
                  <a:close/>
                  <a:moveTo>
                    <a:pt x="3482" y="8403"/>
                  </a:moveTo>
                  <a:lnTo>
                    <a:pt x="3465" y="8537"/>
                  </a:lnTo>
                  <a:cubicBezTo>
                    <a:pt x="3549" y="8553"/>
                    <a:pt x="3633" y="8570"/>
                    <a:pt x="3733" y="8570"/>
                  </a:cubicBezTo>
                  <a:lnTo>
                    <a:pt x="3750" y="8453"/>
                  </a:lnTo>
                  <a:lnTo>
                    <a:pt x="3482" y="8403"/>
                  </a:lnTo>
                  <a:close/>
                  <a:moveTo>
                    <a:pt x="4888" y="8453"/>
                  </a:moveTo>
                  <a:cubicBezTo>
                    <a:pt x="4804" y="8453"/>
                    <a:pt x="4704" y="8470"/>
                    <a:pt x="4620" y="8470"/>
                  </a:cubicBezTo>
                  <a:lnTo>
                    <a:pt x="4637" y="8604"/>
                  </a:lnTo>
                  <a:cubicBezTo>
                    <a:pt x="4721" y="8604"/>
                    <a:pt x="4804" y="8587"/>
                    <a:pt x="4905" y="8587"/>
                  </a:cubicBezTo>
                  <a:lnTo>
                    <a:pt x="4888" y="8453"/>
                  </a:lnTo>
                  <a:close/>
                  <a:moveTo>
                    <a:pt x="4051" y="8486"/>
                  </a:moveTo>
                  <a:lnTo>
                    <a:pt x="4051" y="8604"/>
                  </a:lnTo>
                  <a:cubicBezTo>
                    <a:pt x="4101" y="8612"/>
                    <a:pt x="4147" y="8616"/>
                    <a:pt x="4191" y="8616"/>
                  </a:cubicBezTo>
                  <a:cubicBezTo>
                    <a:pt x="4235" y="8616"/>
                    <a:pt x="4277" y="8612"/>
                    <a:pt x="4319" y="8604"/>
                  </a:cubicBezTo>
                  <a:lnTo>
                    <a:pt x="4319" y="8486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5065323" y="4268567"/>
              <a:ext cx="78579" cy="78601"/>
            </a:xfrm>
            <a:custGeom>
              <a:avLst/>
              <a:gdLst/>
              <a:ahLst/>
              <a:cxnLst/>
              <a:rect l="l" t="t" r="r" b="b"/>
              <a:pathLst>
                <a:path w="3499" h="3500" extrusionOk="0">
                  <a:moveTo>
                    <a:pt x="1691" y="1"/>
                  </a:moveTo>
                  <a:cubicBezTo>
                    <a:pt x="1640" y="1"/>
                    <a:pt x="1573" y="18"/>
                    <a:pt x="1523" y="18"/>
                  </a:cubicBezTo>
                  <a:lnTo>
                    <a:pt x="1540" y="101"/>
                  </a:lnTo>
                  <a:cubicBezTo>
                    <a:pt x="1573" y="101"/>
                    <a:pt x="1640" y="85"/>
                    <a:pt x="1691" y="85"/>
                  </a:cubicBezTo>
                  <a:lnTo>
                    <a:pt x="1691" y="1"/>
                  </a:lnTo>
                  <a:close/>
                  <a:moveTo>
                    <a:pt x="1908" y="1"/>
                  </a:moveTo>
                  <a:lnTo>
                    <a:pt x="1908" y="85"/>
                  </a:lnTo>
                  <a:lnTo>
                    <a:pt x="2076" y="118"/>
                  </a:lnTo>
                  <a:lnTo>
                    <a:pt x="2092" y="34"/>
                  </a:lnTo>
                  <a:cubicBezTo>
                    <a:pt x="2025" y="18"/>
                    <a:pt x="1975" y="18"/>
                    <a:pt x="1908" y="1"/>
                  </a:cubicBezTo>
                  <a:close/>
                  <a:moveTo>
                    <a:pt x="1306" y="51"/>
                  </a:moveTo>
                  <a:cubicBezTo>
                    <a:pt x="1239" y="68"/>
                    <a:pt x="1188" y="85"/>
                    <a:pt x="1138" y="118"/>
                  </a:cubicBezTo>
                  <a:lnTo>
                    <a:pt x="1155" y="185"/>
                  </a:lnTo>
                  <a:lnTo>
                    <a:pt x="1155" y="202"/>
                  </a:lnTo>
                  <a:cubicBezTo>
                    <a:pt x="1205" y="168"/>
                    <a:pt x="1255" y="151"/>
                    <a:pt x="1322" y="135"/>
                  </a:cubicBezTo>
                  <a:lnTo>
                    <a:pt x="1306" y="51"/>
                  </a:lnTo>
                  <a:close/>
                  <a:moveTo>
                    <a:pt x="2310" y="85"/>
                  </a:moveTo>
                  <a:lnTo>
                    <a:pt x="2293" y="168"/>
                  </a:lnTo>
                  <a:cubicBezTo>
                    <a:pt x="2343" y="185"/>
                    <a:pt x="2394" y="202"/>
                    <a:pt x="2444" y="235"/>
                  </a:cubicBezTo>
                  <a:lnTo>
                    <a:pt x="2477" y="151"/>
                  </a:lnTo>
                  <a:cubicBezTo>
                    <a:pt x="2427" y="135"/>
                    <a:pt x="2377" y="101"/>
                    <a:pt x="2310" y="85"/>
                  </a:cubicBezTo>
                  <a:close/>
                  <a:moveTo>
                    <a:pt x="937" y="202"/>
                  </a:moveTo>
                  <a:cubicBezTo>
                    <a:pt x="870" y="235"/>
                    <a:pt x="820" y="252"/>
                    <a:pt x="770" y="302"/>
                  </a:cubicBezTo>
                  <a:lnTo>
                    <a:pt x="820" y="369"/>
                  </a:lnTo>
                  <a:cubicBezTo>
                    <a:pt x="870" y="336"/>
                    <a:pt x="921" y="302"/>
                    <a:pt x="971" y="285"/>
                  </a:cubicBezTo>
                  <a:lnTo>
                    <a:pt x="937" y="202"/>
                  </a:lnTo>
                  <a:close/>
                  <a:moveTo>
                    <a:pt x="2678" y="252"/>
                  </a:moveTo>
                  <a:lnTo>
                    <a:pt x="2628" y="336"/>
                  </a:lnTo>
                  <a:cubicBezTo>
                    <a:pt x="2678" y="369"/>
                    <a:pt x="2728" y="403"/>
                    <a:pt x="2762" y="436"/>
                  </a:cubicBezTo>
                  <a:lnTo>
                    <a:pt x="2829" y="352"/>
                  </a:lnTo>
                  <a:cubicBezTo>
                    <a:pt x="2779" y="319"/>
                    <a:pt x="2728" y="285"/>
                    <a:pt x="2678" y="252"/>
                  </a:cubicBezTo>
                  <a:close/>
                  <a:moveTo>
                    <a:pt x="603" y="436"/>
                  </a:moveTo>
                  <a:cubicBezTo>
                    <a:pt x="552" y="469"/>
                    <a:pt x="519" y="503"/>
                    <a:pt x="469" y="553"/>
                  </a:cubicBezTo>
                  <a:lnTo>
                    <a:pt x="527" y="612"/>
                  </a:lnTo>
                  <a:lnTo>
                    <a:pt x="527" y="612"/>
                  </a:lnTo>
                  <a:cubicBezTo>
                    <a:pt x="573" y="566"/>
                    <a:pt x="605" y="534"/>
                    <a:pt x="653" y="486"/>
                  </a:cubicBezTo>
                  <a:lnTo>
                    <a:pt x="603" y="436"/>
                  </a:lnTo>
                  <a:close/>
                  <a:moveTo>
                    <a:pt x="527" y="612"/>
                  </a:moveTo>
                  <a:lnTo>
                    <a:pt x="527" y="612"/>
                  </a:lnTo>
                  <a:cubicBezTo>
                    <a:pt x="525" y="615"/>
                    <a:pt x="522" y="617"/>
                    <a:pt x="519" y="620"/>
                  </a:cubicBezTo>
                  <a:lnTo>
                    <a:pt x="536" y="620"/>
                  </a:lnTo>
                  <a:lnTo>
                    <a:pt x="527" y="612"/>
                  </a:lnTo>
                  <a:close/>
                  <a:moveTo>
                    <a:pt x="2996" y="503"/>
                  </a:moveTo>
                  <a:lnTo>
                    <a:pt x="2929" y="570"/>
                  </a:lnTo>
                  <a:cubicBezTo>
                    <a:pt x="2963" y="603"/>
                    <a:pt x="3013" y="654"/>
                    <a:pt x="3046" y="687"/>
                  </a:cubicBezTo>
                  <a:lnTo>
                    <a:pt x="3113" y="637"/>
                  </a:lnTo>
                  <a:cubicBezTo>
                    <a:pt x="3080" y="587"/>
                    <a:pt x="3030" y="553"/>
                    <a:pt x="2996" y="503"/>
                  </a:cubicBezTo>
                  <a:close/>
                  <a:moveTo>
                    <a:pt x="335" y="721"/>
                  </a:moveTo>
                  <a:cubicBezTo>
                    <a:pt x="301" y="771"/>
                    <a:pt x="268" y="821"/>
                    <a:pt x="234" y="871"/>
                  </a:cubicBezTo>
                  <a:lnTo>
                    <a:pt x="306" y="914"/>
                  </a:lnTo>
                  <a:lnTo>
                    <a:pt x="306" y="914"/>
                  </a:lnTo>
                  <a:cubicBezTo>
                    <a:pt x="336" y="866"/>
                    <a:pt x="354" y="819"/>
                    <a:pt x="402" y="771"/>
                  </a:cubicBezTo>
                  <a:lnTo>
                    <a:pt x="335" y="721"/>
                  </a:lnTo>
                  <a:close/>
                  <a:moveTo>
                    <a:pt x="306" y="914"/>
                  </a:moveTo>
                  <a:cubicBezTo>
                    <a:pt x="304" y="917"/>
                    <a:pt x="303" y="919"/>
                    <a:pt x="301" y="921"/>
                  </a:cubicBezTo>
                  <a:lnTo>
                    <a:pt x="318" y="921"/>
                  </a:lnTo>
                  <a:lnTo>
                    <a:pt x="306" y="914"/>
                  </a:lnTo>
                  <a:close/>
                  <a:moveTo>
                    <a:pt x="3231" y="821"/>
                  </a:moveTo>
                  <a:lnTo>
                    <a:pt x="3164" y="871"/>
                  </a:lnTo>
                  <a:cubicBezTo>
                    <a:pt x="3180" y="921"/>
                    <a:pt x="3214" y="972"/>
                    <a:pt x="3247" y="1022"/>
                  </a:cubicBezTo>
                  <a:lnTo>
                    <a:pt x="3314" y="972"/>
                  </a:lnTo>
                  <a:cubicBezTo>
                    <a:pt x="3298" y="921"/>
                    <a:pt x="3264" y="871"/>
                    <a:pt x="3231" y="821"/>
                  </a:cubicBezTo>
                  <a:close/>
                  <a:moveTo>
                    <a:pt x="134" y="1072"/>
                  </a:moveTo>
                  <a:cubicBezTo>
                    <a:pt x="100" y="1139"/>
                    <a:pt x="84" y="1189"/>
                    <a:pt x="67" y="1239"/>
                  </a:cubicBezTo>
                  <a:lnTo>
                    <a:pt x="151" y="1273"/>
                  </a:lnTo>
                  <a:cubicBezTo>
                    <a:pt x="167" y="1223"/>
                    <a:pt x="184" y="1156"/>
                    <a:pt x="201" y="1106"/>
                  </a:cubicBezTo>
                  <a:lnTo>
                    <a:pt x="134" y="1072"/>
                  </a:lnTo>
                  <a:close/>
                  <a:moveTo>
                    <a:pt x="3398" y="1189"/>
                  </a:moveTo>
                  <a:lnTo>
                    <a:pt x="3314" y="1206"/>
                  </a:lnTo>
                  <a:cubicBezTo>
                    <a:pt x="3331" y="1256"/>
                    <a:pt x="3348" y="1323"/>
                    <a:pt x="3364" y="1373"/>
                  </a:cubicBezTo>
                  <a:lnTo>
                    <a:pt x="3448" y="1357"/>
                  </a:lnTo>
                  <a:cubicBezTo>
                    <a:pt x="3431" y="1290"/>
                    <a:pt x="3415" y="1239"/>
                    <a:pt x="3398" y="1189"/>
                  </a:cubicBezTo>
                  <a:close/>
                  <a:moveTo>
                    <a:pt x="17" y="1474"/>
                  </a:moveTo>
                  <a:cubicBezTo>
                    <a:pt x="0" y="1524"/>
                    <a:pt x="0" y="1591"/>
                    <a:pt x="0" y="1641"/>
                  </a:cubicBezTo>
                  <a:lnTo>
                    <a:pt x="84" y="1641"/>
                  </a:lnTo>
                  <a:cubicBezTo>
                    <a:pt x="84" y="1591"/>
                    <a:pt x="84" y="1541"/>
                    <a:pt x="100" y="1474"/>
                  </a:cubicBezTo>
                  <a:close/>
                  <a:moveTo>
                    <a:pt x="3398" y="1591"/>
                  </a:moveTo>
                  <a:lnTo>
                    <a:pt x="3398" y="1758"/>
                  </a:lnTo>
                  <a:lnTo>
                    <a:pt x="3398" y="1926"/>
                  </a:lnTo>
                  <a:lnTo>
                    <a:pt x="3482" y="1926"/>
                  </a:lnTo>
                  <a:lnTo>
                    <a:pt x="3482" y="1942"/>
                  </a:lnTo>
                  <a:cubicBezTo>
                    <a:pt x="3498" y="1876"/>
                    <a:pt x="3498" y="1825"/>
                    <a:pt x="3482" y="1775"/>
                  </a:cubicBezTo>
                  <a:cubicBezTo>
                    <a:pt x="3498" y="1708"/>
                    <a:pt x="3498" y="1641"/>
                    <a:pt x="3482" y="1591"/>
                  </a:cubicBezTo>
                  <a:close/>
                  <a:moveTo>
                    <a:pt x="0" y="1859"/>
                  </a:moveTo>
                  <a:cubicBezTo>
                    <a:pt x="0" y="1926"/>
                    <a:pt x="0" y="1976"/>
                    <a:pt x="17" y="2043"/>
                  </a:cubicBezTo>
                  <a:lnTo>
                    <a:pt x="100" y="2026"/>
                  </a:lnTo>
                  <a:cubicBezTo>
                    <a:pt x="84" y="1976"/>
                    <a:pt x="84" y="1909"/>
                    <a:pt x="84" y="1859"/>
                  </a:cubicBezTo>
                  <a:close/>
                  <a:moveTo>
                    <a:pt x="3364" y="2127"/>
                  </a:moveTo>
                  <a:cubicBezTo>
                    <a:pt x="3348" y="2177"/>
                    <a:pt x="3331" y="2244"/>
                    <a:pt x="3314" y="2294"/>
                  </a:cubicBezTo>
                  <a:lnTo>
                    <a:pt x="3398" y="2327"/>
                  </a:lnTo>
                  <a:cubicBezTo>
                    <a:pt x="3415" y="2261"/>
                    <a:pt x="3431" y="2210"/>
                    <a:pt x="3448" y="2143"/>
                  </a:cubicBezTo>
                  <a:lnTo>
                    <a:pt x="3364" y="2127"/>
                  </a:lnTo>
                  <a:close/>
                  <a:moveTo>
                    <a:pt x="151" y="2227"/>
                  </a:moveTo>
                  <a:lnTo>
                    <a:pt x="67" y="2261"/>
                  </a:lnTo>
                  <a:cubicBezTo>
                    <a:pt x="84" y="2311"/>
                    <a:pt x="100" y="2361"/>
                    <a:pt x="134" y="2428"/>
                  </a:cubicBezTo>
                  <a:lnTo>
                    <a:pt x="201" y="2394"/>
                  </a:lnTo>
                  <a:cubicBezTo>
                    <a:pt x="184" y="2344"/>
                    <a:pt x="167" y="2277"/>
                    <a:pt x="151" y="2227"/>
                  </a:cubicBezTo>
                  <a:close/>
                  <a:moveTo>
                    <a:pt x="3247" y="2495"/>
                  </a:moveTo>
                  <a:cubicBezTo>
                    <a:pt x="3214" y="2545"/>
                    <a:pt x="3180" y="2579"/>
                    <a:pt x="3164" y="2629"/>
                  </a:cubicBezTo>
                  <a:lnTo>
                    <a:pt x="3231" y="2679"/>
                  </a:lnTo>
                  <a:cubicBezTo>
                    <a:pt x="3264" y="2629"/>
                    <a:pt x="3298" y="2579"/>
                    <a:pt x="3314" y="2528"/>
                  </a:cubicBezTo>
                  <a:lnTo>
                    <a:pt x="3247" y="2495"/>
                  </a:lnTo>
                  <a:close/>
                  <a:moveTo>
                    <a:pt x="301" y="2579"/>
                  </a:moveTo>
                  <a:lnTo>
                    <a:pt x="218" y="2629"/>
                  </a:lnTo>
                  <a:cubicBezTo>
                    <a:pt x="251" y="2679"/>
                    <a:pt x="285" y="2729"/>
                    <a:pt x="318" y="2779"/>
                  </a:cubicBezTo>
                  <a:lnTo>
                    <a:pt x="385" y="2712"/>
                  </a:lnTo>
                  <a:cubicBezTo>
                    <a:pt x="352" y="2679"/>
                    <a:pt x="335" y="2629"/>
                    <a:pt x="301" y="2579"/>
                  </a:cubicBezTo>
                  <a:close/>
                  <a:moveTo>
                    <a:pt x="3030" y="2813"/>
                  </a:moveTo>
                  <a:cubicBezTo>
                    <a:pt x="2996" y="2863"/>
                    <a:pt x="2946" y="2897"/>
                    <a:pt x="2913" y="2947"/>
                  </a:cubicBezTo>
                  <a:lnTo>
                    <a:pt x="2979" y="2997"/>
                  </a:lnTo>
                  <a:cubicBezTo>
                    <a:pt x="3030" y="2947"/>
                    <a:pt x="3063" y="2913"/>
                    <a:pt x="3097" y="2863"/>
                  </a:cubicBezTo>
                  <a:lnTo>
                    <a:pt x="3030" y="2813"/>
                  </a:lnTo>
                  <a:close/>
                  <a:moveTo>
                    <a:pt x="519" y="2897"/>
                  </a:moveTo>
                  <a:lnTo>
                    <a:pt x="452" y="2947"/>
                  </a:lnTo>
                  <a:cubicBezTo>
                    <a:pt x="502" y="2997"/>
                    <a:pt x="536" y="3030"/>
                    <a:pt x="586" y="3081"/>
                  </a:cubicBezTo>
                  <a:lnTo>
                    <a:pt x="636" y="3014"/>
                  </a:lnTo>
                  <a:cubicBezTo>
                    <a:pt x="603" y="2980"/>
                    <a:pt x="552" y="2930"/>
                    <a:pt x="519" y="2897"/>
                  </a:cubicBezTo>
                  <a:close/>
                  <a:moveTo>
                    <a:pt x="2745" y="3081"/>
                  </a:moveTo>
                  <a:cubicBezTo>
                    <a:pt x="2712" y="3114"/>
                    <a:pt x="2661" y="3148"/>
                    <a:pt x="2611" y="3181"/>
                  </a:cubicBezTo>
                  <a:lnTo>
                    <a:pt x="2661" y="3248"/>
                  </a:lnTo>
                  <a:cubicBezTo>
                    <a:pt x="2712" y="3215"/>
                    <a:pt x="2762" y="3181"/>
                    <a:pt x="2812" y="3148"/>
                  </a:cubicBezTo>
                  <a:lnTo>
                    <a:pt x="2745" y="3081"/>
                  </a:lnTo>
                  <a:close/>
                  <a:moveTo>
                    <a:pt x="803" y="3148"/>
                  </a:moveTo>
                  <a:lnTo>
                    <a:pt x="753" y="3215"/>
                  </a:lnTo>
                  <a:cubicBezTo>
                    <a:pt x="803" y="3248"/>
                    <a:pt x="854" y="3282"/>
                    <a:pt x="904" y="3298"/>
                  </a:cubicBezTo>
                  <a:lnTo>
                    <a:pt x="954" y="3231"/>
                  </a:lnTo>
                  <a:cubicBezTo>
                    <a:pt x="904" y="3198"/>
                    <a:pt x="854" y="3164"/>
                    <a:pt x="803" y="3148"/>
                  </a:cubicBezTo>
                  <a:close/>
                  <a:moveTo>
                    <a:pt x="2427" y="3282"/>
                  </a:moveTo>
                  <a:cubicBezTo>
                    <a:pt x="2377" y="3298"/>
                    <a:pt x="2327" y="3315"/>
                    <a:pt x="2260" y="3332"/>
                  </a:cubicBezTo>
                  <a:lnTo>
                    <a:pt x="2293" y="3415"/>
                  </a:lnTo>
                  <a:lnTo>
                    <a:pt x="2310" y="3415"/>
                  </a:lnTo>
                  <a:cubicBezTo>
                    <a:pt x="2377" y="3399"/>
                    <a:pt x="2410" y="3365"/>
                    <a:pt x="2461" y="3349"/>
                  </a:cubicBezTo>
                  <a:lnTo>
                    <a:pt x="2427" y="3282"/>
                  </a:lnTo>
                  <a:close/>
                  <a:moveTo>
                    <a:pt x="1138" y="3315"/>
                  </a:moveTo>
                  <a:lnTo>
                    <a:pt x="1122" y="3399"/>
                  </a:lnTo>
                  <a:cubicBezTo>
                    <a:pt x="1172" y="3415"/>
                    <a:pt x="1222" y="3432"/>
                    <a:pt x="1289" y="3449"/>
                  </a:cubicBezTo>
                  <a:lnTo>
                    <a:pt x="1306" y="3365"/>
                  </a:lnTo>
                  <a:cubicBezTo>
                    <a:pt x="1255" y="3349"/>
                    <a:pt x="1205" y="3332"/>
                    <a:pt x="1138" y="3315"/>
                  </a:cubicBezTo>
                  <a:close/>
                  <a:moveTo>
                    <a:pt x="1540" y="3399"/>
                  </a:moveTo>
                  <a:lnTo>
                    <a:pt x="1506" y="3482"/>
                  </a:lnTo>
                  <a:cubicBezTo>
                    <a:pt x="1573" y="3499"/>
                    <a:pt x="1624" y="3499"/>
                    <a:pt x="1691" y="3499"/>
                  </a:cubicBezTo>
                  <a:lnTo>
                    <a:pt x="1707" y="3415"/>
                  </a:lnTo>
                  <a:cubicBezTo>
                    <a:pt x="1640" y="3415"/>
                    <a:pt x="1590" y="3399"/>
                    <a:pt x="1540" y="3399"/>
                  </a:cubicBezTo>
                  <a:close/>
                  <a:moveTo>
                    <a:pt x="2076" y="3399"/>
                  </a:moveTo>
                  <a:cubicBezTo>
                    <a:pt x="2025" y="3399"/>
                    <a:pt x="1958" y="3415"/>
                    <a:pt x="1908" y="3415"/>
                  </a:cubicBezTo>
                  <a:lnTo>
                    <a:pt x="1908" y="3499"/>
                  </a:lnTo>
                  <a:cubicBezTo>
                    <a:pt x="1975" y="3499"/>
                    <a:pt x="2042" y="3482"/>
                    <a:pt x="2092" y="3482"/>
                  </a:cubicBezTo>
                  <a:lnTo>
                    <a:pt x="2076" y="3399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5020947" y="4226841"/>
              <a:ext cx="163558" cy="159785"/>
            </a:xfrm>
            <a:custGeom>
              <a:avLst/>
              <a:gdLst/>
              <a:ahLst/>
              <a:cxnLst/>
              <a:rect l="l" t="t" r="r" b="b"/>
              <a:pathLst>
                <a:path w="7283" h="7115" extrusionOk="0">
                  <a:moveTo>
                    <a:pt x="3516" y="1"/>
                  </a:moveTo>
                  <a:lnTo>
                    <a:pt x="3516" y="18"/>
                  </a:lnTo>
                  <a:lnTo>
                    <a:pt x="3616" y="18"/>
                  </a:lnTo>
                  <a:lnTo>
                    <a:pt x="3616" y="235"/>
                  </a:lnTo>
                  <a:lnTo>
                    <a:pt x="3516" y="235"/>
                  </a:lnTo>
                  <a:lnTo>
                    <a:pt x="3516" y="252"/>
                  </a:lnTo>
                  <a:lnTo>
                    <a:pt x="3633" y="252"/>
                  </a:lnTo>
                  <a:lnTo>
                    <a:pt x="3650" y="1"/>
                  </a:lnTo>
                  <a:close/>
                  <a:moveTo>
                    <a:pt x="3876" y="143"/>
                  </a:moveTo>
                  <a:lnTo>
                    <a:pt x="3867" y="252"/>
                  </a:lnTo>
                  <a:lnTo>
                    <a:pt x="3869" y="252"/>
                  </a:lnTo>
                  <a:lnTo>
                    <a:pt x="3876" y="143"/>
                  </a:lnTo>
                  <a:close/>
                  <a:moveTo>
                    <a:pt x="3150" y="51"/>
                  </a:moveTo>
                  <a:lnTo>
                    <a:pt x="3148" y="51"/>
                  </a:lnTo>
                  <a:lnTo>
                    <a:pt x="3181" y="269"/>
                  </a:lnTo>
                  <a:lnTo>
                    <a:pt x="3150" y="51"/>
                  </a:lnTo>
                  <a:close/>
                  <a:moveTo>
                    <a:pt x="3265" y="18"/>
                  </a:moveTo>
                  <a:lnTo>
                    <a:pt x="3148" y="34"/>
                  </a:lnTo>
                  <a:lnTo>
                    <a:pt x="3150" y="51"/>
                  </a:lnTo>
                  <a:lnTo>
                    <a:pt x="3150" y="51"/>
                  </a:lnTo>
                  <a:lnTo>
                    <a:pt x="3248" y="34"/>
                  </a:lnTo>
                  <a:lnTo>
                    <a:pt x="3282" y="252"/>
                  </a:lnTo>
                  <a:lnTo>
                    <a:pt x="3181" y="269"/>
                  </a:lnTo>
                  <a:lnTo>
                    <a:pt x="3298" y="269"/>
                  </a:lnTo>
                  <a:lnTo>
                    <a:pt x="3265" y="18"/>
                  </a:lnTo>
                  <a:close/>
                  <a:moveTo>
                    <a:pt x="3884" y="18"/>
                  </a:moveTo>
                  <a:lnTo>
                    <a:pt x="3876" y="143"/>
                  </a:lnTo>
                  <a:lnTo>
                    <a:pt x="3884" y="34"/>
                  </a:lnTo>
                  <a:lnTo>
                    <a:pt x="3985" y="34"/>
                  </a:lnTo>
                  <a:lnTo>
                    <a:pt x="3968" y="252"/>
                  </a:lnTo>
                  <a:lnTo>
                    <a:pt x="3869" y="252"/>
                  </a:lnTo>
                  <a:lnTo>
                    <a:pt x="3867" y="269"/>
                  </a:lnTo>
                  <a:lnTo>
                    <a:pt x="3985" y="269"/>
                  </a:lnTo>
                  <a:lnTo>
                    <a:pt x="4001" y="18"/>
                  </a:lnTo>
                  <a:close/>
                  <a:moveTo>
                    <a:pt x="4227" y="177"/>
                  </a:moveTo>
                  <a:lnTo>
                    <a:pt x="4202" y="285"/>
                  </a:lnTo>
                  <a:lnTo>
                    <a:pt x="4205" y="286"/>
                  </a:lnTo>
                  <a:lnTo>
                    <a:pt x="4205" y="286"/>
                  </a:lnTo>
                  <a:lnTo>
                    <a:pt x="4227" y="177"/>
                  </a:lnTo>
                  <a:close/>
                  <a:moveTo>
                    <a:pt x="2897" y="85"/>
                  </a:moveTo>
                  <a:lnTo>
                    <a:pt x="2930" y="285"/>
                  </a:lnTo>
                  <a:lnTo>
                    <a:pt x="2846" y="319"/>
                  </a:lnTo>
                  <a:lnTo>
                    <a:pt x="2796" y="101"/>
                  </a:lnTo>
                  <a:lnTo>
                    <a:pt x="2897" y="85"/>
                  </a:lnTo>
                  <a:close/>
                  <a:moveTo>
                    <a:pt x="4252" y="51"/>
                  </a:moveTo>
                  <a:lnTo>
                    <a:pt x="4227" y="177"/>
                  </a:lnTo>
                  <a:lnTo>
                    <a:pt x="4252" y="68"/>
                  </a:lnTo>
                  <a:lnTo>
                    <a:pt x="4353" y="101"/>
                  </a:lnTo>
                  <a:lnTo>
                    <a:pt x="4303" y="302"/>
                  </a:lnTo>
                  <a:lnTo>
                    <a:pt x="4205" y="286"/>
                  </a:lnTo>
                  <a:lnTo>
                    <a:pt x="4205" y="286"/>
                  </a:lnTo>
                  <a:lnTo>
                    <a:pt x="4202" y="302"/>
                  </a:lnTo>
                  <a:lnTo>
                    <a:pt x="4319" y="319"/>
                  </a:lnTo>
                  <a:lnTo>
                    <a:pt x="4370" y="85"/>
                  </a:lnTo>
                  <a:lnTo>
                    <a:pt x="4252" y="51"/>
                  </a:lnTo>
                  <a:close/>
                  <a:moveTo>
                    <a:pt x="2913" y="68"/>
                  </a:moveTo>
                  <a:lnTo>
                    <a:pt x="2779" y="101"/>
                  </a:lnTo>
                  <a:lnTo>
                    <a:pt x="2846" y="336"/>
                  </a:lnTo>
                  <a:lnTo>
                    <a:pt x="2947" y="319"/>
                  </a:lnTo>
                  <a:lnTo>
                    <a:pt x="2913" y="68"/>
                  </a:lnTo>
                  <a:close/>
                  <a:moveTo>
                    <a:pt x="2433" y="200"/>
                  </a:moveTo>
                  <a:lnTo>
                    <a:pt x="2428" y="202"/>
                  </a:lnTo>
                  <a:lnTo>
                    <a:pt x="2495" y="419"/>
                  </a:lnTo>
                  <a:lnTo>
                    <a:pt x="2510" y="414"/>
                  </a:lnTo>
                  <a:lnTo>
                    <a:pt x="2510" y="414"/>
                  </a:lnTo>
                  <a:lnTo>
                    <a:pt x="2433" y="200"/>
                  </a:lnTo>
                  <a:close/>
                  <a:moveTo>
                    <a:pt x="2545" y="151"/>
                  </a:moveTo>
                  <a:lnTo>
                    <a:pt x="2428" y="185"/>
                  </a:lnTo>
                  <a:lnTo>
                    <a:pt x="2433" y="200"/>
                  </a:lnTo>
                  <a:lnTo>
                    <a:pt x="2433" y="200"/>
                  </a:lnTo>
                  <a:lnTo>
                    <a:pt x="2528" y="168"/>
                  </a:lnTo>
                  <a:lnTo>
                    <a:pt x="2595" y="386"/>
                  </a:lnTo>
                  <a:lnTo>
                    <a:pt x="2510" y="414"/>
                  </a:lnTo>
                  <a:lnTo>
                    <a:pt x="2510" y="414"/>
                  </a:lnTo>
                  <a:lnTo>
                    <a:pt x="2512" y="419"/>
                  </a:lnTo>
                  <a:lnTo>
                    <a:pt x="2612" y="386"/>
                  </a:lnTo>
                  <a:lnTo>
                    <a:pt x="2545" y="151"/>
                  </a:lnTo>
                  <a:close/>
                  <a:moveTo>
                    <a:pt x="2135" y="444"/>
                  </a:moveTo>
                  <a:lnTo>
                    <a:pt x="2177" y="553"/>
                  </a:lnTo>
                  <a:lnTo>
                    <a:pt x="2190" y="547"/>
                  </a:lnTo>
                  <a:lnTo>
                    <a:pt x="2190" y="547"/>
                  </a:lnTo>
                  <a:lnTo>
                    <a:pt x="2135" y="444"/>
                  </a:lnTo>
                  <a:close/>
                  <a:moveTo>
                    <a:pt x="2194" y="285"/>
                  </a:moveTo>
                  <a:lnTo>
                    <a:pt x="2076" y="336"/>
                  </a:lnTo>
                  <a:lnTo>
                    <a:pt x="2135" y="444"/>
                  </a:lnTo>
                  <a:lnTo>
                    <a:pt x="2135" y="444"/>
                  </a:lnTo>
                  <a:lnTo>
                    <a:pt x="2093" y="336"/>
                  </a:lnTo>
                  <a:lnTo>
                    <a:pt x="2177" y="302"/>
                  </a:lnTo>
                  <a:lnTo>
                    <a:pt x="2277" y="503"/>
                  </a:lnTo>
                  <a:lnTo>
                    <a:pt x="2190" y="547"/>
                  </a:lnTo>
                  <a:lnTo>
                    <a:pt x="2190" y="547"/>
                  </a:lnTo>
                  <a:lnTo>
                    <a:pt x="2194" y="553"/>
                  </a:lnTo>
                  <a:lnTo>
                    <a:pt x="2294" y="520"/>
                  </a:lnTo>
                  <a:lnTo>
                    <a:pt x="2194" y="285"/>
                  </a:lnTo>
                  <a:close/>
                  <a:moveTo>
                    <a:pt x="1859" y="453"/>
                  </a:moveTo>
                  <a:lnTo>
                    <a:pt x="1847" y="461"/>
                  </a:lnTo>
                  <a:lnTo>
                    <a:pt x="1847" y="461"/>
                  </a:lnTo>
                  <a:lnTo>
                    <a:pt x="1909" y="553"/>
                  </a:lnTo>
                  <a:lnTo>
                    <a:pt x="1909" y="553"/>
                  </a:lnTo>
                  <a:lnTo>
                    <a:pt x="1859" y="453"/>
                  </a:lnTo>
                  <a:close/>
                  <a:moveTo>
                    <a:pt x="1842" y="453"/>
                  </a:moveTo>
                  <a:lnTo>
                    <a:pt x="1742" y="520"/>
                  </a:lnTo>
                  <a:lnTo>
                    <a:pt x="1876" y="721"/>
                  </a:lnTo>
                  <a:lnTo>
                    <a:pt x="1976" y="654"/>
                  </a:lnTo>
                  <a:lnTo>
                    <a:pt x="1909" y="553"/>
                  </a:lnTo>
                  <a:lnTo>
                    <a:pt x="1909" y="553"/>
                  </a:lnTo>
                  <a:lnTo>
                    <a:pt x="1959" y="654"/>
                  </a:lnTo>
                  <a:lnTo>
                    <a:pt x="1876" y="704"/>
                  </a:lnTo>
                  <a:lnTo>
                    <a:pt x="1758" y="520"/>
                  </a:lnTo>
                  <a:lnTo>
                    <a:pt x="1847" y="461"/>
                  </a:lnTo>
                  <a:lnTo>
                    <a:pt x="1847" y="461"/>
                  </a:lnTo>
                  <a:lnTo>
                    <a:pt x="1842" y="453"/>
                  </a:lnTo>
                  <a:close/>
                  <a:moveTo>
                    <a:pt x="5625" y="587"/>
                  </a:moveTo>
                  <a:lnTo>
                    <a:pt x="5613" y="606"/>
                  </a:lnTo>
                  <a:lnTo>
                    <a:pt x="5613" y="606"/>
                  </a:lnTo>
                  <a:cubicBezTo>
                    <a:pt x="5612" y="605"/>
                    <a:pt x="5610" y="604"/>
                    <a:pt x="5608" y="603"/>
                  </a:cubicBezTo>
                  <a:lnTo>
                    <a:pt x="5491" y="788"/>
                  </a:lnTo>
                  <a:lnTo>
                    <a:pt x="5499" y="792"/>
                  </a:lnTo>
                  <a:lnTo>
                    <a:pt x="5499" y="792"/>
                  </a:lnTo>
                  <a:lnTo>
                    <a:pt x="5613" y="606"/>
                  </a:lnTo>
                  <a:lnTo>
                    <a:pt x="5613" y="606"/>
                  </a:lnTo>
                  <a:cubicBezTo>
                    <a:pt x="5645" y="622"/>
                    <a:pt x="5676" y="638"/>
                    <a:pt x="5692" y="654"/>
                  </a:cubicBezTo>
                  <a:lnTo>
                    <a:pt x="5575" y="838"/>
                  </a:lnTo>
                  <a:lnTo>
                    <a:pt x="5499" y="792"/>
                  </a:lnTo>
                  <a:lnTo>
                    <a:pt x="5499" y="792"/>
                  </a:lnTo>
                  <a:lnTo>
                    <a:pt x="5491" y="804"/>
                  </a:lnTo>
                  <a:lnTo>
                    <a:pt x="5575" y="871"/>
                  </a:lnTo>
                  <a:lnTo>
                    <a:pt x="5725" y="654"/>
                  </a:lnTo>
                  <a:lnTo>
                    <a:pt x="5625" y="587"/>
                  </a:lnTo>
                  <a:close/>
                  <a:moveTo>
                    <a:pt x="5910" y="821"/>
                  </a:moveTo>
                  <a:lnTo>
                    <a:pt x="5843" y="905"/>
                  </a:lnTo>
                  <a:lnTo>
                    <a:pt x="5911" y="822"/>
                  </a:lnTo>
                  <a:lnTo>
                    <a:pt x="5911" y="822"/>
                  </a:lnTo>
                  <a:lnTo>
                    <a:pt x="5910" y="821"/>
                  </a:lnTo>
                  <a:close/>
                  <a:moveTo>
                    <a:pt x="5843" y="905"/>
                  </a:moveTo>
                  <a:lnTo>
                    <a:pt x="5843" y="905"/>
                  </a:lnTo>
                  <a:lnTo>
                    <a:pt x="5843" y="905"/>
                  </a:lnTo>
                  <a:close/>
                  <a:moveTo>
                    <a:pt x="1541" y="637"/>
                  </a:moveTo>
                  <a:lnTo>
                    <a:pt x="1440" y="704"/>
                  </a:lnTo>
                  <a:lnTo>
                    <a:pt x="1591" y="921"/>
                  </a:lnTo>
                  <a:lnTo>
                    <a:pt x="1591" y="905"/>
                  </a:lnTo>
                  <a:lnTo>
                    <a:pt x="1675" y="838"/>
                  </a:lnTo>
                  <a:lnTo>
                    <a:pt x="1675" y="838"/>
                  </a:lnTo>
                  <a:lnTo>
                    <a:pt x="1591" y="888"/>
                  </a:lnTo>
                  <a:lnTo>
                    <a:pt x="1457" y="721"/>
                  </a:lnTo>
                  <a:lnTo>
                    <a:pt x="1541" y="654"/>
                  </a:lnTo>
                  <a:lnTo>
                    <a:pt x="1675" y="838"/>
                  </a:lnTo>
                  <a:lnTo>
                    <a:pt x="1675" y="838"/>
                  </a:lnTo>
                  <a:lnTo>
                    <a:pt x="1541" y="637"/>
                  </a:lnTo>
                  <a:close/>
                  <a:moveTo>
                    <a:pt x="5926" y="804"/>
                  </a:moveTo>
                  <a:lnTo>
                    <a:pt x="5911" y="822"/>
                  </a:lnTo>
                  <a:lnTo>
                    <a:pt x="5911" y="822"/>
                  </a:lnTo>
                  <a:lnTo>
                    <a:pt x="5993" y="888"/>
                  </a:lnTo>
                  <a:lnTo>
                    <a:pt x="5843" y="1055"/>
                  </a:lnTo>
                  <a:cubicBezTo>
                    <a:pt x="5826" y="1039"/>
                    <a:pt x="5792" y="1005"/>
                    <a:pt x="5776" y="988"/>
                  </a:cubicBezTo>
                  <a:lnTo>
                    <a:pt x="5843" y="905"/>
                  </a:lnTo>
                  <a:lnTo>
                    <a:pt x="5759" y="1005"/>
                  </a:lnTo>
                  <a:cubicBezTo>
                    <a:pt x="5792" y="1022"/>
                    <a:pt x="5826" y="1055"/>
                    <a:pt x="5843" y="1072"/>
                  </a:cubicBezTo>
                  <a:lnTo>
                    <a:pt x="6010" y="888"/>
                  </a:lnTo>
                  <a:cubicBezTo>
                    <a:pt x="5977" y="855"/>
                    <a:pt x="5943" y="821"/>
                    <a:pt x="5926" y="804"/>
                  </a:cubicBezTo>
                  <a:close/>
                  <a:moveTo>
                    <a:pt x="6177" y="1055"/>
                  </a:moveTo>
                  <a:lnTo>
                    <a:pt x="6027" y="1206"/>
                  </a:lnTo>
                  <a:lnTo>
                    <a:pt x="6035" y="1214"/>
                  </a:lnTo>
                  <a:lnTo>
                    <a:pt x="6178" y="1056"/>
                  </a:lnTo>
                  <a:lnTo>
                    <a:pt x="6177" y="1055"/>
                  </a:lnTo>
                  <a:close/>
                  <a:moveTo>
                    <a:pt x="6194" y="1039"/>
                  </a:moveTo>
                  <a:lnTo>
                    <a:pt x="6178" y="1056"/>
                  </a:lnTo>
                  <a:lnTo>
                    <a:pt x="6261" y="1122"/>
                  </a:lnTo>
                  <a:lnTo>
                    <a:pt x="6094" y="1273"/>
                  </a:lnTo>
                  <a:lnTo>
                    <a:pt x="6035" y="1214"/>
                  </a:lnTo>
                  <a:lnTo>
                    <a:pt x="6027" y="1223"/>
                  </a:lnTo>
                  <a:cubicBezTo>
                    <a:pt x="6043" y="1239"/>
                    <a:pt x="6077" y="1273"/>
                    <a:pt x="6094" y="1306"/>
                  </a:cubicBezTo>
                  <a:lnTo>
                    <a:pt x="6278" y="1122"/>
                  </a:lnTo>
                  <a:lnTo>
                    <a:pt x="6194" y="1039"/>
                  </a:lnTo>
                  <a:close/>
                  <a:moveTo>
                    <a:pt x="6345" y="1390"/>
                  </a:moveTo>
                  <a:lnTo>
                    <a:pt x="6261" y="1457"/>
                  </a:lnTo>
                  <a:lnTo>
                    <a:pt x="6262" y="1459"/>
                  </a:lnTo>
                  <a:lnTo>
                    <a:pt x="6262" y="1459"/>
                  </a:lnTo>
                  <a:lnTo>
                    <a:pt x="6345" y="1390"/>
                  </a:lnTo>
                  <a:close/>
                  <a:moveTo>
                    <a:pt x="6445" y="1306"/>
                  </a:moveTo>
                  <a:lnTo>
                    <a:pt x="6345" y="1390"/>
                  </a:lnTo>
                  <a:lnTo>
                    <a:pt x="6428" y="1323"/>
                  </a:lnTo>
                  <a:cubicBezTo>
                    <a:pt x="6462" y="1357"/>
                    <a:pt x="6479" y="1373"/>
                    <a:pt x="6495" y="1407"/>
                  </a:cubicBezTo>
                  <a:lnTo>
                    <a:pt x="6328" y="1541"/>
                  </a:lnTo>
                  <a:lnTo>
                    <a:pt x="6262" y="1459"/>
                  </a:lnTo>
                  <a:lnTo>
                    <a:pt x="6262" y="1459"/>
                  </a:lnTo>
                  <a:lnTo>
                    <a:pt x="6244" y="1474"/>
                  </a:lnTo>
                  <a:lnTo>
                    <a:pt x="6328" y="1558"/>
                  </a:lnTo>
                  <a:lnTo>
                    <a:pt x="6529" y="1407"/>
                  </a:lnTo>
                  <a:cubicBezTo>
                    <a:pt x="6495" y="1373"/>
                    <a:pt x="6479" y="1340"/>
                    <a:pt x="6445" y="1306"/>
                  </a:cubicBezTo>
                  <a:close/>
                  <a:moveTo>
                    <a:pt x="6646" y="1608"/>
                  </a:moveTo>
                  <a:lnTo>
                    <a:pt x="6462" y="1742"/>
                  </a:lnTo>
                  <a:lnTo>
                    <a:pt x="6462" y="1742"/>
                  </a:lnTo>
                  <a:lnTo>
                    <a:pt x="6651" y="1615"/>
                  </a:lnTo>
                  <a:lnTo>
                    <a:pt x="6651" y="1615"/>
                  </a:lnTo>
                  <a:lnTo>
                    <a:pt x="6646" y="1608"/>
                  </a:lnTo>
                  <a:close/>
                  <a:moveTo>
                    <a:pt x="6663" y="1608"/>
                  </a:moveTo>
                  <a:lnTo>
                    <a:pt x="6651" y="1615"/>
                  </a:lnTo>
                  <a:lnTo>
                    <a:pt x="6651" y="1615"/>
                  </a:lnTo>
                  <a:lnTo>
                    <a:pt x="6713" y="1708"/>
                  </a:lnTo>
                  <a:lnTo>
                    <a:pt x="6529" y="1825"/>
                  </a:lnTo>
                  <a:lnTo>
                    <a:pt x="6462" y="1742"/>
                  </a:lnTo>
                  <a:lnTo>
                    <a:pt x="6462" y="1742"/>
                  </a:lnTo>
                  <a:cubicBezTo>
                    <a:pt x="6479" y="1775"/>
                    <a:pt x="6495" y="1809"/>
                    <a:pt x="6512" y="1842"/>
                  </a:cubicBezTo>
                  <a:lnTo>
                    <a:pt x="6730" y="1708"/>
                  </a:lnTo>
                  <a:cubicBezTo>
                    <a:pt x="6713" y="1675"/>
                    <a:pt x="6696" y="1641"/>
                    <a:pt x="6663" y="1608"/>
                  </a:cubicBezTo>
                  <a:close/>
                  <a:moveTo>
                    <a:pt x="6847" y="1926"/>
                  </a:moveTo>
                  <a:lnTo>
                    <a:pt x="6897" y="2026"/>
                  </a:lnTo>
                  <a:lnTo>
                    <a:pt x="6696" y="2127"/>
                  </a:lnTo>
                  <a:cubicBezTo>
                    <a:pt x="6680" y="2093"/>
                    <a:pt x="6663" y="2060"/>
                    <a:pt x="6646" y="2043"/>
                  </a:cubicBezTo>
                  <a:lnTo>
                    <a:pt x="6847" y="1926"/>
                  </a:lnTo>
                  <a:close/>
                  <a:moveTo>
                    <a:pt x="6864" y="1909"/>
                  </a:moveTo>
                  <a:lnTo>
                    <a:pt x="6629" y="2043"/>
                  </a:lnTo>
                  <a:cubicBezTo>
                    <a:pt x="6646" y="2076"/>
                    <a:pt x="6663" y="2110"/>
                    <a:pt x="6680" y="2143"/>
                  </a:cubicBezTo>
                  <a:lnTo>
                    <a:pt x="6914" y="2026"/>
                  </a:lnTo>
                  <a:lnTo>
                    <a:pt x="6864" y="1909"/>
                  </a:lnTo>
                  <a:close/>
                  <a:moveTo>
                    <a:pt x="352" y="2043"/>
                  </a:moveTo>
                  <a:cubicBezTo>
                    <a:pt x="336" y="2076"/>
                    <a:pt x="319" y="2110"/>
                    <a:pt x="302" y="2160"/>
                  </a:cubicBezTo>
                  <a:lnTo>
                    <a:pt x="537" y="2277"/>
                  </a:lnTo>
                  <a:lnTo>
                    <a:pt x="537" y="2261"/>
                  </a:lnTo>
                  <a:cubicBezTo>
                    <a:pt x="553" y="2227"/>
                    <a:pt x="570" y="2194"/>
                    <a:pt x="587" y="2160"/>
                  </a:cubicBezTo>
                  <a:lnTo>
                    <a:pt x="386" y="2060"/>
                  </a:lnTo>
                  <a:lnTo>
                    <a:pt x="570" y="2160"/>
                  </a:lnTo>
                  <a:lnTo>
                    <a:pt x="537" y="2244"/>
                  </a:lnTo>
                  <a:lnTo>
                    <a:pt x="319" y="2160"/>
                  </a:lnTo>
                  <a:lnTo>
                    <a:pt x="386" y="2060"/>
                  </a:lnTo>
                  <a:lnTo>
                    <a:pt x="352" y="2043"/>
                  </a:lnTo>
                  <a:close/>
                  <a:moveTo>
                    <a:pt x="202" y="2394"/>
                  </a:moveTo>
                  <a:cubicBezTo>
                    <a:pt x="202" y="2428"/>
                    <a:pt x="185" y="2478"/>
                    <a:pt x="168" y="2512"/>
                  </a:cubicBezTo>
                  <a:lnTo>
                    <a:pt x="403" y="2595"/>
                  </a:lnTo>
                  <a:lnTo>
                    <a:pt x="453" y="2478"/>
                  </a:lnTo>
                  <a:lnTo>
                    <a:pt x="327" y="2436"/>
                  </a:lnTo>
                  <a:lnTo>
                    <a:pt x="327" y="2436"/>
                  </a:lnTo>
                  <a:lnTo>
                    <a:pt x="436" y="2478"/>
                  </a:lnTo>
                  <a:lnTo>
                    <a:pt x="403" y="2579"/>
                  </a:lnTo>
                  <a:lnTo>
                    <a:pt x="185" y="2495"/>
                  </a:lnTo>
                  <a:lnTo>
                    <a:pt x="202" y="2495"/>
                  </a:lnTo>
                  <a:cubicBezTo>
                    <a:pt x="202" y="2463"/>
                    <a:pt x="217" y="2432"/>
                    <a:pt x="218" y="2400"/>
                  </a:cubicBezTo>
                  <a:lnTo>
                    <a:pt x="218" y="2400"/>
                  </a:lnTo>
                  <a:lnTo>
                    <a:pt x="327" y="2436"/>
                  </a:lnTo>
                  <a:lnTo>
                    <a:pt x="327" y="2436"/>
                  </a:lnTo>
                  <a:lnTo>
                    <a:pt x="218" y="2394"/>
                  </a:lnTo>
                  <a:cubicBezTo>
                    <a:pt x="218" y="2396"/>
                    <a:pt x="218" y="2398"/>
                    <a:pt x="218" y="2400"/>
                  </a:cubicBezTo>
                  <a:lnTo>
                    <a:pt x="218" y="2400"/>
                  </a:lnTo>
                  <a:lnTo>
                    <a:pt x="202" y="2394"/>
                  </a:lnTo>
                  <a:close/>
                  <a:moveTo>
                    <a:pt x="101" y="2746"/>
                  </a:moveTo>
                  <a:cubicBezTo>
                    <a:pt x="85" y="2796"/>
                    <a:pt x="68" y="2830"/>
                    <a:pt x="68" y="2863"/>
                  </a:cubicBezTo>
                  <a:lnTo>
                    <a:pt x="319" y="2930"/>
                  </a:lnTo>
                  <a:lnTo>
                    <a:pt x="336" y="2813"/>
                  </a:lnTo>
                  <a:lnTo>
                    <a:pt x="218" y="2779"/>
                  </a:lnTo>
                  <a:lnTo>
                    <a:pt x="218" y="2779"/>
                  </a:lnTo>
                  <a:lnTo>
                    <a:pt x="319" y="2813"/>
                  </a:lnTo>
                  <a:lnTo>
                    <a:pt x="302" y="2897"/>
                  </a:lnTo>
                  <a:lnTo>
                    <a:pt x="85" y="2863"/>
                  </a:lnTo>
                  <a:lnTo>
                    <a:pt x="101" y="2846"/>
                  </a:lnTo>
                  <a:cubicBezTo>
                    <a:pt x="101" y="2815"/>
                    <a:pt x="116" y="2783"/>
                    <a:pt x="118" y="2751"/>
                  </a:cubicBezTo>
                  <a:lnTo>
                    <a:pt x="118" y="2751"/>
                  </a:lnTo>
                  <a:lnTo>
                    <a:pt x="218" y="2779"/>
                  </a:lnTo>
                  <a:lnTo>
                    <a:pt x="218" y="2779"/>
                  </a:lnTo>
                  <a:lnTo>
                    <a:pt x="118" y="2746"/>
                  </a:lnTo>
                  <a:cubicBezTo>
                    <a:pt x="118" y="2748"/>
                    <a:pt x="118" y="2749"/>
                    <a:pt x="118" y="2751"/>
                  </a:cubicBezTo>
                  <a:lnTo>
                    <a:pt x="118" y="2751"/>
                  </a:lnTo>
                  <a:lnTo>
                    <a:pt x="101" y="2746"/>
                  </a:lnTo>
                  <a:close/>
                  <a:moveTo>
                    <a:pt x="34" y="3114"/>
                  </a:moveTo>
                  <a:cubicBezTo>
                    <a:pt x="18" y="3148"/>
                    <a:pt x="18" y="3198"/>
                    <a:pt x="18" y="3231"/>
                  </a:cubicBezTo>
                  <a:lnTo>
                    <a:pt x="253" y="3263"/>
                  </a:lnTo>
                  <a:lnTo>
                    <a:pt x="253" y="3263"/>
                  </a:lnTo>
                  <a:cubicBezTo>
                    <a:pt x="269" y="3229"/>
                    <a:pt x="269" y="3180"/>
                    <a:pt x="269" y="3148"/>
                  </a:cubicBezTo>
                  <a:lnTo>
                    <a:pt x="269" y="3148"/>
                  </a:lnTo>
                  <a:lnTo>
                    <a:pt x="252" y="3248"/>
                  </a:lnTo>
                  <a:lnTo>
                    <a:pt x="34" y="3215"/>
                  </a:lnTo>
                  <a:cubicBezTo>
                    <a:pt x="34" y="3167"/>
                    <a:pt x="50" y="3134"/>
                    <a:pt x="51" y="3117"/>
                  </a:cubicBezTo>
                  <a:lnTo>
                    <a:pt x="51" y="3117"/>
                  </a:lnTo>
                  <a:lnTo>
                    <a:pt x="269" y="3148"/>
                  </a:lnTo>
                  <a:lnTo>
                    <a:pt x="51" y="3114"/>
                  </a:lnTo>
                  <a:cubicBezTo>
                    <a:pt x="51" y="3115"/>
                    <a:pt x="51" y="3116"/>
                    <a:pt x="51" y="3117"/>
                  </a:cubicBezTo>
                  <a:lnTo>
                    <a:pt x="51" y="3117"/>
                  </a:lnTo>
                  <a:lnTo>
                    <a:pt x="34" y="3114"/>
                  </a:lnTo>
                  <a:close/>
                  <a:moveTo>
                    <a:pt x="253" y="3263"/>
                  </a:moveTo>
                  <a:cubicBezTo>
                    <a:pt x="253" y="3263"/>
                    <a:pt x="252" y="3264"/>
                    <a:pt x="252" y="3265"/>
                  </a:cubicBezTo>
                  <a:lnTo>
                    <a:pt x="269" y="3265"/>
                  </a:lnTo>
                  <a:lnTo>
                    <a:pt x="253" y="3263"/>
                  </a:lnTo>
                  <a:close/>
                  <a:moveTo>
                    <a:pt x="7265" y="3332"/>
                  </a:moveTo>
                  <a:lnTo>
                    <a:pt x="7157" y="3340"/>
                  </a:lnTo>
                  <a:lnTo>
                    <a:pt x="7157" y="3340"/>
                  </a:lnTo>
                  <a:lnTo>
                    <a:pt x="7265" y="3333"/>
                  </a:lnTo>
                  <a:lnTo>
                    <a:pt x="7265" y="3333"/>
                  </a:lnTo>
                  <a:lnTo>
                    <a:pt x="7265" y="3332"/>
                  </a:lnTo>
                  <a:close/>
                  <a:moveTo>
                    <a:pt x="7157" y="3340"/>
                  </a:moveTo>
                  <a:lnTo>
                    <a:pt x="7031" y="3349"/>
                  </a:lnTo>
                  <a:lnTo>
                    <a:pt x="7031" y="3449"/>
                  </a:lnTo>
                  <a:cubicBezTo>
                    <a:pt x="7048" y="3416"/>
                    <a:pt x="7048" y="3382"/>
                    <a:pt x="7048" y="3349"/>
                  </a:cubicBezTo>
                  <a:lnTo>
                    <a:pt x="7157" y="3340"/>
                  </a:lnTo>
                  <a:close/>
                  <a:moveTo>
                    <a:pt x="7282" y="3332"/>
                  </a:moveTo>
                  <a:lnTo>
                    <a:pt x="7265" y="3333"/>
                  </a:lnTo>
                  <a:lnTo>
                    <a:pt x="7265" y="3333"/>
                  </a:lnTo>
                  <a:lnTo>
                    <a:pt x="7265" y="3449"/>
                  </a:lnTo>
                  <a:lnTo>
                    <a:pt x="7031" y="3449"/>
                  </a:lnTo>
                  <a:lnTo>
                    <a:pt x="7031" y="3466"/>
                  </a:lnTo>
                  <a:lnTo>
                    <a:pt x="7282" y="3449"/>
                  </a:lnTo>
                  <a:lnTo>
                    <a:pt x="7282" y="3332"/>
                  </a:lnTo>
                  <a:close/>
                  <a:moveTo>
                    <a:pt x="1" y="3482"/>
                  </a:moveTo>
                  <a:lnTo>
                    <a:pt x="1" y="3600"/>
                  </a:lnTo>
                  <a:lnTo>
                    <a:pt x="252" y="3600"/>
                  </a:lnTo>
                  <a:lnTo>
                    <a:pt x="252" y="3499"/>
                  </a:lnTo>
                  <a:lnTo>
                    <a:pt x="235" y="3498"/>
                  </a:lnTo>
                  <a:lnTo>
                    <a:pt x="235" y="3498"/>
                  </a:lnTo>
                  <a:lnTo>
                    <a:pt x="235" y="3583"/>
                  </a:lnTo>
                  <a:lnTo>
                    <a:pt x="18" y="3583"/>
                  </a:lnTo>
                  <a:cubicBezTo>
                    <a:pt x="18" y="3534"/>
                    <a:pt x="18" y="3501"/>
                    <a:pt x="18" y="3484"/>
                  </a:cubicBezTo>
                  <a:lnTo>
                    <a:pt x="18" y="3484"/>
                  </a:lnTo>
                  <a:lnTo>
                    <a:pt x="235" y="3498"/>
                  </a:lnTo>
                  <a:lnTo>
                    <a:pt x="235" y="3498"/>
                  </a:lnTo>
                  <a:lnTo>
                    <a:pt x="235" y="3482"/>
                  </a:lnTo>
                  <a:lnTo>
                    <a:pt x="18" y="3482"/>
                  </a:lnTo>
                  <a:cubicBezTo>
                    <a:pt x="18" y="3483"/>
                    <a:pt x="18" y="3483"/>
                    <a:pt x="18" y="3484"/>
                  </a:cubicBezTo>
                  <a:lnTo>
                    <a:pt x="18" y="3484"/>
                  </a:lnTo>
                  <a:lnTo>
                    <a:pt x="1" y="3482"/>
                  </a:lnTo>
                  <a:close/>
                  <a:moveTo>
                    <a:pt x="7031" y="3700"/>
                  </a:moveTo>
                  <a:lnTo>
                    <a:pt x="7031" y="3817"/>
                  </a:lnTo>
                  <a:lnTo>
                    <a:pt x="7282" y="3817"/>
                  </a:lnTo>
                  <a:lnTo>
                    <a:pt x="7282" y="3700"/>
                  </a:lnTo>
                  <a:lnTo>
                    <a:pt x="7249" y="3700"/>
                  </a:lnTo>
                  <a:lnTo>
                    <a:pt x="7249" y="3800"/>
                  </a:lnTo>
                  <a:lnTo>
                    <a:pt x="7048" y="3800"/>
                  </a:lnTo>
                  <a:cubicBezTo>
                    <a:pt x="7048" y="3767"/>
                    <a:pt x="7048" y="3734"/>
                    <a:pt x="7048" y="3700"/>
                  </a:cubicBezTo>
                  <a:close/>
                  <a:moveTo>
                    <a:pt x="1" y="3817"/>
                  </a:moveTo>
                  <a:lnTo>
                    <a:pt x="1" y="3951"/>
                  </a:lnTo>
                  <a:lnTo>
                    <a:pt x="252" y="3934"/>
                  </a:lnTo>
                  <a:lnTo>
                    <a:pt x="252" y="3918"/>
                  </a:lnTo>
                  <a:lnTo>
                    <a:pt x="252" y="3817"/>
                  </a:lnTo>
                  <a:lnTo>
                    <a:pt x="235" y="3817"/>
                  </a:lnTo>
                  <a:lnTo>
                    <a:pt x="235" y="3901"/>
                  </a:lnTo>
                  <a:lnTo>
                    <a:pt x="18" y="3934"/>
                  </a:lnTo>
                  <a:lnTo>
                    <a:pt x="18" y="3817"/>
                  </a:lnTo>
                  <a:close/>
                  <a:moveTo>
                    <a:pt x="269" y="4169"/>
                  </a:moveTo>
                  <a:lnTo>
                    <a:pt x="160" y="4185"/>
                  </a:lnTo>
                  <a:lnTo>
                    <a:pt x="160" y="4185"/>
                  </a:lnTo>
                  <a:lnTo>
                    <a:pt x="269" y="4171"/>
                  </a:lnTo>
                  <a:lnTo>
                    <a:pt x="269" y="4171"/>
                  </a:lnTo>
                  <a:cubicBezTo>
                    <a:pt x="269" y="4204"/>
                    <a:pt x="285" y="4236"/>
                    <a:pt x="285" y="4269"/>
                  </a:cubicBezTo>
                  <a:lnTo>
                    <a:pt x="68" y="4303"/>
                  </a:lnTo>
                  <a:lnTo>
                    <a:pt x="51" y="4202"/>
                  </a:lnTo>
                  <a:lnTo>
                    <a:pt x="160" y="4185"/>
                  </a:lnTo>
                  <a:lnTo>
                    <a:pt x="160" y="4185"/>
                  </a:lnTo>
                  <a:lnTo>
                    <a:pt x="34" y="4202"/>
                  </a:lnTo>
                  <a:cubicBezTo>
                    <a:pt x="51" y="4236"/>
                    <a:pt x="68" y="4286"/>
                    <a:pt x="68" y="4319"/>
                  </a:cubicBezTo>
                  <a:lnTo>
                    <a:pt x="302" y="4269"/>
                  </a:lnTo>
                  <a:lnTo>
                    <a:pt x="285" y="4169"/>
                  </a:lnTo>
                  <a:lnTo>
                    <a:pt x="269" y="4171"/>
                  </a:lnTo>
                  <a:lnTo>
                    <a:pt x="269" y="4171"/>
                  </a:lnTo>
                  <a:cubicBezTo>
                    <a:pt x="269" y="4170"/>
                    <a:pt x="269" y="4169"/>
                    <a:pt x="269" y="4169"/>
                  </a:cubicBezTo>
                  <a:close/>
                  <a:moveTo>
                    <a:pt x="336" y="4504"/>
                  </a:moveTo>
                  <a:lnTo>
                    <a:pt x="135" y="4554"/>
                  </a:lnTo>
                  <a:cubicBezTo>
                    <a:pt x="135" y="4557"/>
                    <a:pt x="135" y="4561"/>
                    <a:pt x="135" y="4566"/>
                  </a:cubicBezTo>
                  <a:lnTo>
                    <a:pt x="135" y="4566"/>
                  </a:lnTo>
                  <a:lnTo>
                    <a:pt x="337" y="4508"/>
                  </a:lnTo>
                  <a:lnTo>
                    <a:pt x="337" y="4508"/>
                  </a:lnTo>
                  <a:lnTo>
                    <a:pt x="336" y="4504"/>
                  </a:lnTo>
                  <a:close/>
                  <a:moveTo>
                    <a:pt x="352" y="4504"/>
                  </a:moveTo>
                  <a:lnTo>
                    <a:pt x="337" y="4508"/>
                  </a:lnTo>
                  <a:lnTo>
                    <a:pt x="337" y="4508"/>
                  </a:lnTo>
                  <a:lnTo>
                    <a:pt x="369" y="4604"/>
                  </a:lnTo>
                  <a:lnTo>
                    <a:pt x="166" y="4666"/>
                  </a:lnTo>
                  <a:lnTo>
                    <a:pt x="166" y="4666"/>
                  </a:lnTo>
                  <a:cubicBezTo>
                    <a:pt x="152" y="4637"/>
                    <a:pt x="138" y="4597"/>
                    <a:pt x="135" y="4566"/>
                  </a:cubicBezTo>
                  <a:lnTo>
                    <a:pt x="135" y="4566"/>
                  </a:lnTo>
                  <a:lnTo>
                    <a:pt x="118" y="4570"/>
                  </a:lnTo>
                  <a:lnTo>
                    <a:pt x="152" y="4688"/>
                  </a:lnTo>
                  <a:lnTo>
                    <a:pt x="385" y="4604"/>
                  </a:lnTo>
                  <a:lnTo>
                    <a:pt x="385" y="4604"/>
                  </a:lnTo>
                  <a:cubicBezTo>
                    <a:pt x="385" y="4610"/>
                    <a:pt x="386" y="4615"/>
                    <a:pt x="386" y="4621"/>
                  </a:cubicBezTo>
                  <a:lnTo>
                    <a:pt x="386" y="4604"/>
                  </a:lnTo>
                  <a:lnTo>
                    <a:pt x="385" y="4604"/>
                  </a:lnTo>
                  <a:lnTo>
                    <a:pt x="385" y="4604"/>
                  </a:lnTo>
                  <a:cubicBezTo>
                    <a:pt x="379" y="4563"/>
                    <a:pt x="352" y="4533"/>
                    <a:pt x="352" y="4504"/>
                  </a:cubicBezTo>
                  <a:close/>
                  <a:moveTo>
                    <a:pt x="352" y="4872"/>
                  </a:moveTo>
                  <a:lnTo>
                    <a:pt x="252" y="4905"/>
                  </a:lnTo>
                  <a:cubicBezTo>
                    <a:pt x="252" y="4908"/>
                    <a:pt x="252" y="4911"/>
                    <a:pt x="252" y="4915"/>
                  </a:cubicBezTo>
                  <a:lnTo>
                    <a:pt x="252" y="4915"/>
                  </a:lnTo>
                  <a:lnTo>
                    <a:pt x="352" y="4872"/>
                  </a:lnTo>
                  <a:close/>
                  <a:moveTo>
                    <a:pt x="470" y="4822"/>
                  </a:moveTo>
                  <a:lnTo>
                    <a:pt x="352" y="4872"/>
                  </a:lnTo>
                  <a:lnTo>
                    <a:pt x="352" y="4872"/>
                  </a:lnTo>
                  <a:lnTo>
                    <a:pt x="453" y="4838"/>
                  </a:lnTo>
                  <a:cubicBezTo>
                    <a:pt x="470" y="4855"/>
                    <a:pt x="486" y="4888"/>
                    <a:pt x="486" y="4922"/>
                  </a:cubicBezTo>
                  <a:lnTo>
                    <a:pt x="285" y="5006"/>
                  </a:lnTo>
                  <a:cubicBezTo>
                    <a:pt x="270" y="4975"/>
                    <a:pt x="255" y="4945"/>
                    <a:pt x="252" y="4915"/>
                  </a:cubicBezTo>
                  <a:lnTo>
                    <a:pt x="252" y="4915"/>
                  </a:lnTo>
                  <a:lnTo>
                    <a:pt x="235" y="4922"/>
                  </a:lnTo>
                  <a:lnTo>
                    <a:pt x="269" y="5022"/>
                  </a:lnTo>
                  <a:lnTo>
                    <a:pt x="503" y="4939"/>
                  </a:lnTo>
                  <a:cubicBezTo>
                    <a:pt x="486" y="4905"/>
                    <a:pt x="470" y="4855"/>
                    <a:pt x="470" y="4822"/>
                  </a:cubicBezTo>
                  <a:close/>
                  <a:moveTo>
                    <a:pt x="6747" y="5022"/>
                  </a:moveTo>
                  <a:lnTo>
                    <a:pt x="6696" y="5123"/>
                  </a:lnTo>
                  <a:cubicBezTo>
                    <a:pt x="6712" y="5091"/>
                    <a:pt x="6728" y="5059"/>
                    <a:pt x="6758" y="5027"/>
                  </a:cubicBezTo>
                  <a:lnTo>
                    <a:pt x="6758" y="5027"/>
                  </a:lnTo>
                  <a:lnTo>
                    <a:pt x="6864" y="5073"/>
                  </a:lnTo>
                  <a:lnTo>
                    <a:pt x="6864" y="5073"/>
                  </a:lnTo>
                  <a:lnTo>
                    <a:pt x="6763" y="5022"/>
                  </a:lnTo>
                  <a:cubicBezTo>
                    <a:pt x="6762" y="5024"/>
                    <a:pt x="6760" y="5026"/>
                    <a:pt x="6758" y="5027"/>
                  </a:cubicBezTo>
                  <a:lnTo>
                    <a:pt x="6758" y="5027"/>
                  </a:lnTo>
                  <a:lnTo>
                    <a:pt x="6747" y="5022"/>
                  </a:lnTo>
                  <a:close/>
                  <a:moveTo>
                    <a:pt x="6864" y="5073"/>
                  </a:moveTo>
                  <a:lnTo>
                    <a:pt x="6964" y="5123"/>
                  </a:lnTo>
                  <a:lnTo>
                    <a:pt x="6931" y="5207"/>
                  </a:lnTo>
                  <a:lnTo>
                    <a:pt x="6713" y="5123"/>
                  </a:lnTo>
                  <a:lnTo>
                    <a:pt x="6696" y="5123"/>
                  </a:lnTo>
                  <a:lnTo>
                    <a:pt x="6931" y="5240"/>
                  </a:lnTo>
                  <a:lnTo>
                    <a:pt x="6981" y="5123"/>
                  </a:lnTo>
                  <a:lnTo>
                    <a:pt x="6864" y="5073"/>
                  </a:lnTo>
                  <a:close/>
                  <a:moveTo>
                    <a:pt x="587" y="5140"/>
                  </a:moveTo>
                  <a:lnTo>
                    <a:pt x="386" y="5240"/>
                  </a:lnTo>
                  <a:cubicBezTo>
                    <a:pt x="387" y="5242"/>
                    <a:pt x="388" y="5244"/>
                    <a:pt x="389" y="5246"/>
                  </a:cubicBezTo>
                  <a:lnTo>
                    <a:pt x="587" y="5140"/>
                  </a:lnTo>
                  <a:close/>
                  <a:moveTo>
                    <a:pt x="587" y="5140"/>
                  </a:moveTo>
                  <a:lnTo>
                    <a:pt x="587" y="5140"/>
                  </a:lnTo>
                  <a:cubicBezTo>
                    <a:pt x="603" y="5173"/>
                    <a:pt x="620" y="5207"/>
                    <a:pt x="637" y="5240"/>
                  </a:cubicBezTo>
                  <a:lnTo>
                    <a:pt x="436" y="5340"/>
                  </a:lnTo>
                  <a:cubicBezTo>
                    <a:pt x="420" y="5309"/>
                    <a:pt x="405" y="5278"/>
                    <a:pt x="389" y="5246"/>
                  </a:cubicBezTo>
                  <a:lnTo>
                    <a:pt x="389" y="5246"/>
                  </a:lnTo>
                  <a:lnTo>
                    <a:pt x="369" y="5257"/>
                  </a:lnTo>
                  <a:lnTo>
                    <a:pt x="436" y="5357"/>
                  </a:lnTo>
                  <a:lnTo>
                    <a:pt x="654" y="5240"/>
                  </a:lnTo>
                  <a:lnTo>
                    <a:pt x="587" y="5140"/>
                  </a:lnTo>
                  <a:close/>
                  <a:moveTo>
                    <a:pt x="6659" y="5366"/>
                  </a:moveTo>
                  <a:lnTo>
                    <a:pt x="6790" y="5453"/>
                  </a:lnTo>
                  <a:cubicBezTo>
                    <a:pt x="6793" y="5449"/>
                    <a:pt x="6795" y="5445"/>
                    <a:pt x="6797" y="5441"/>
                  </a:cubicBezTo>
                  <a:lnTo>
                    <a:pt x="6659" y="5366"/>
                  </a:lnTo>
                  <a:close/>
                  <a:moveTo>
                    <a:pt x="6596" y="5324"/>
                  </a:moveTo>
                  <a:lnTo>
                    <a:pt x="6529" y="5424"/>
                  </a:lnTo>
                  <a:lnTo>
                    <a:pt x="6747" y="5558"/>
                  </a:lnTo>
                  <a:lnTo>
                    <a:pt x="6797" y="5458"/>
                  </a:lnTo>
                  <a:lnTo>
                    <a:pt x="6790" y="5453"/>
                  </a:lnTo>
                  <a:lnTo>
                    <a:pt x="6790" y="5453"/>
                  </a:lnTo>
                  <a:cubicBezTo>
                    <a:pt x="6776" y="5483"/>
                    <a:pt x="6761" y="5512"/>
                    <a:pt x="6747" y="5541"/>
                  </a:cubicBezTo>
                  <a:lnTo>
                    <a:pt x="6562" y="5424"/>
                  </a:lnTo>
                  <a:lnTo>
                    <a:pt x="6613" y="5340"/>
                  </a:lnTo>
                  <a:lnTo>
                    <a:pt x="6659" y="5366"/>
                  </a:lnTo>
                  <a:lnTo>
                    <a:pt x="6659" y="5366"/>
                  </a:lnTo>
                  <a:lnTo>
                    <a:pt x="6596" y="5324"/>
                  </a:lnTo>
                  <a:close/>
                  <a:moveTo>
                    <a:pt x="754" y="5458"/>
                  </a:moveTo>
                  <a:lnTo>
                    <a:pt x="804" y="5541"/>
                  </a:lnTo>
                  <a:lnTo>
                    <a:pt x="620" y="5658"/>
                  </a:lnTo>
                  <a:lnTo>
                    <a:pt x="570" y="5575"/>
                  </a:lnTo>
                  <a:lnTo>
                    <a:pt x="754" y="5458"/>
                  </a:lnTo>
                  <a:close/>
                  <a:moveTo>
                    <a:pt x="771" y="5441"/>
                  </a:moveTo>
                  <a:lnTo>
                    <a:pt x="553" y="5575"/>
                  </a:lnTo>
                  <a:lnTo>
                    <a:pt x="620" y="5675"/>
                  </a:lnTo>
                  <a:lnTo>
                    <a:pt x="821" y="5541"/>
                  </a:lnTo>
                  <a:lnTo>
                    <a:pt x="771" y="5441"/>
                  </a:lnTo>
                  <a:close/>
                  <a:moveTo>
                    <a:pt x="6412" y="5625"/>
                  </a:moveTo>
                  <a:lnTo>
                    <a:pt x="6596" y="5759"/>
                  </a:lnTo>
                  <a:lnTo>
                    <a:pt x="6529" y="5843"/>
                  </a:lnTo>
                  <a:lnTo>
                    <a:pt x="6362" y="5709"/>
                  </a:lnTo>
                  <a:lnTo>
                    <a:pt x="6412" y="5625"/>
                  </a:lnTo>
                  <a:close/>
                  <a:moveTo>
                    <a:pt x="6395" y="5608"/>
                  </a:moveTo>
                  <a:lnTo>
                    <a:pt x="6328" y="5709"/>
                  </a:lnTo>
                  <a:lnTo>
                    <a:pt x="6529" y="5859"/>
                  </a:lnTo>
                  <a:cubicBezTo>
                    <a:pt x="6562" y="5826"/>
                    <a:pt x="6579" y="5792"/>
                    <a:pt x="6613" y="5759"/>
                  </a:cubicBezTo>
                  <a:lnTo>
                    <a:pt x="6395" y="5608"/>
                  </a:lnTo>
                  <a:close/>
                  <a:moveTo>
                    <a:pt x="972" y="5725"/>
                  </a:moveTo>
                  <a:lnTo>
                    <a:pt x="771" y="5876"/>
                  </a:lnTo>
                  <a:lnTo>
                    <a:pt x="955" y="5742"/>
                  </a:lnTo>
                  <a:lnTo>
                    <a:pt x="1022" y="5809"/>
                  </a:lnTo>
                  <a:lnTo>
                    <a:pt x="838" y="5960"/>
                  </a:lnTo>
                  <a:lnTo>
                    <a:pt x="771" y="5876"/>
                  </a:lnTo>
                  <a:lnTo>
                    <a:pt x="771" y="5876"/>
                  </a:lnTo>
                  <a:cubicBezTo>
                    <a:pt x="788" y="5910"/>
                    <a:pt x="821" y="5943"/>
                    <a:pt x="838" y="5977"/>
                  </a:cubicBezTo>
                  <a:lnTo>
                    <a:pt x="1039" y="5809"/>
                  </a:lnTo>
                  <a:cubicBezTo>
                    <a:pt x="1005" y="5776"/>
                    <a:pt x="988" y="5759"/>
                    <a:pt x="972" y="5725"/>
                  </a:cubicBezTo>
                  <a:close/>
                  <a:moveTo>
                    <a:pt x="1189" y="5993"/>
                  </a:moveTo>
                  <a:lnTo>
                    <a:pt x="1181" y="6000"/>
                  </a:lnTo>
                  <a:lnTo>
                    <a:pt x="1181" y="6000"/>
                  </a:lnTo>
                  <a:lnTo>
                    <a:pt x="1256" y="6060"/>
                  </a:lnTo>
                  <a:lnTo>
                    <a:pt x="1189" y="5993"/>
                  </a:lnTo>
                  <a:close/>
                  <a:moveTo>
                    <a:pt x="6211" y="5893"/>
                  </a:moveTo>
                  <a:lnTo>
                    <a:pt x="6362" y="6043"/>
                  </a:lnTo>
                  <a:cubicBezTo>
                    <a:pt x="6345" y="6060"/>
                    <a:pt x="6328" y="6094"/>
                    <a:pt x="6295" y="6110"/>
                  </a:cubicBezTo>
                  <a:lnTo>
                    <a:pt x="6127" y="5960"/>
                  </a:lnTo>
                  <a:lnTo>
                    <a:pt x="6211" y="5893"/>
                  </a:lnTo>
                  <a:close/>
                  <a:moveTo>
                    <a:pt x="6194" y="5876"/>
                  </a:moveTo>
                  <a:cubicBezTo>
                    <a:pt x="6161" y="5910"/>
                    <a:pt x="6144" y="5943"/>
                    <a:pt x="6110" y="5960"/>
                  </a:cubicBezTo>
                  <a:lnTo>
                    <a:pt x="6295" y="6144"/>
                  </a:lnTo>
                  <a:lnTo>
                    <a:pt x="6295" y="6127"/>
                  </a:lnTo>
                  <a:cubicBezTo>
                    <a:pt x="6328" y="6110"/>
                    <a:pt x="6345" y="6077"/>
                    <a:pt x="6378" y="6043"/>
                  </a:cubicBezTo>
                  <a:lnTo>
                    <a:pt x="6194" y="5876"/>
                  </a:lnTo>
                  <a:close/>
                  <a:moveTo>
                    <a:pt x="1173" y="5993"/>
                  </a:moveTo>
                  <a:lnTo>
                    <a:pt x="1022" y="6144"/>
                  </a:lnTo>
                  <a:lnTo>
                    <a:pt x="1023" y="6145"/>
                  </a:lnTo>
                  <a:lnTo>
                    <a:pt x="1181" y="6000"/>
                  </a:lnTo>
                  <a:lnTo>
                    <a:pt x="1181" y="6000"/>
                  </a:lnTo>
                  <a:lnTo>
                    <a:pt x="1173" y="5993"/>
                  </a:lnTo>
                  <a:close/>
                  <a:moveTo>
                    <a:pt x="5960" y="6144"/>
                  </a:moveTo>
                  <a:lnTo>
                    <a:pt x="5959" y="6145"/>
                  </a:lnTo>
                  <a:lnTo>
                    <a:pt x="5959" y="6145"/>
                  </a:lnTo>
                  <a:lnTo>
                    <a:pt x="6027" y="6219"/>
                  </a:lnTo>
                  <a:lnTo>
                    <a:pt x="6027" y="6219"/>
                  </a:lnTo>
                  <a:lnTo>
                    <a:pt x="5960" y="6144"/>
                  </a:lnTo>
                  <a:close/>
                  <a:moveTo>
                    <a:pt x="1256" y="6060"/>
                  </a:moveTo>
                  <a:lnTo>
                    <a:pt x="1089" y="6228"/>
                  </a:lnTo>
                  <a:lnTo>
                    <a:pt x="1023" y="6145"/>
                  </a:lnTo>
                  <a:lnTo>
                    <a:pt x="1005" y="6161"/>
                  </a:lnTo>
                  <a:lnTo>
                    <a:pt x="1089" y="6244"/>
                  </a:lnTo>
                  <a:lnTo>
                    <a:pt x="1273" y="6077"/>
                  </a:lnTo>
                  <a:lnTo>
                    <a:pt x="1256" y="6060"/>
                  </a:lnTo>
                  <a:close/>
                  <a:moveTo>
                    <a:pt x="1424" y="6228"/>
                  </a:moveTo>
                  <a:lnTo>
                    <a:pt x="1357" y="6311"/>
                  </a:lnTo>
                  <a:lnTo>
                    <a:pt x="1425" y="6229"/>
                  </a:lnTo>
                  <a:lnTo>
                    <a:pt x="1425" y="6229"/>
                  </a:lnTo>
                  <a:lnTo>
                    <a:pt x="1424" y="6228"/>
                  </a:lnTo>
                  <a:close/>
                  <a:moveTo>
                    <a:pt x="1357" y="6311"/>
                  </a:moveTo>
                  <a:lnTo>
                    <a:pt x="1357" y="6311"/>
                  </a:lnTo>
                  <a:lnTo>
                    <a:pt x="1357" y="6311"/>
                  </a:lnTo>
                  <a:close/>
                  <a:moveTo>
                    <a:pt x="5943" y="6127"/>
                  </a:moveTo>
                  <a:lnTo>
                    <a:pt x="5859" y="6211"/>
                  </a:lnTo>
                  <a:lnTo>
                    <a:pt x="6010" y="6395"/>
                  </a:lnTo>
                  <a:lnTo>
                    <a:pt x="6110" y="6311"/>
                  </a:lnTo>
                  <a:lnTo>
                    <a:pt x="6027" y="6219"/>
                  </a:lnTo>
                  <a:lnTo>
                    <a:pt x="6027" y="6219"/>
                  </a:lnTo>
                  <a:lnTo>
                    <a:pt x="6094" y="6295"/>
                  </a:lnTo>
                  <a:cubicBezTo>
                    <a:pt x="6077" y="6328"/>
                    <a:pt x="6043" y="6345"/>
                    <a:pt x="6027" y="6378"/>
                  </a:cubicBezTo>
                  <a:lnTo>
                    <a:pt x="5876" y="6211"/>
                  </a:lnTo>
                  <a:lnTo>
                    <a:pt x="5959" y="6145"/>
                  </a:lnTo>
                  <a:lnTo>
                    <a:pt x="5959" y="6145"/>
                  </a:lnTo>
                  <a:lnTo>
                    <a:pt x="5943" y="6127"/>
                  </a:lnTo>
                  <a:close/>
                  <a:moveTo>
                    <a:pt x="1440" y="6211"/>
                  </a:moveTo>
                  <a:lnTo>
                    <a:pt x="1425" y="6229"/>
                  </a:lnTo>
                  <a:lnTo>
                    <a:pt x="1425" y="6229"/>
                  </a:lnTo>
                  <a:lnTo>
                    <a:pt x="1507" y="6295"/>
                  </a:lnTo>
                  <a:lnTo>
                    <a:pt x="1373" y="6462"/>
                  </a:lnTo>
                  <a:lnTo>
                    <a:pt x="1290" y="6395"/>
                  </a:lnTo>
                  <a:lnTo>
                    <a:pt x="1357" y="6311"/>
                  </a:lnTo>
                  <a:lnTo>
                    <a:pt x="1273" y="6412"/>
                  </a:lnTo>
                  <a:cubicBezTo>
                    <a:pt x="1306" y="6428"/>
                    <a:pt x="1340" y="6462"/>
                    <a:pt x="1373" y="6495"/>
                  </a:cubicBezTo>
                  <a:lnTo>
                    <a:pt x="1524" y="6295"/>
                  </a:lnTo>
                  <a:lnTo>
                    <a:pt x="1440" y="6211"/>
                  </a:lnTo>
                  <a:close/>
                  <a:moveTo>
                    <a:pt x="1725" y="6428"/>
                  </a:moveTo>
                  <a:lnTo>
                    <a:pt x="1666" y="6521"/>
                  </a:lnTo>
                  <a:lnTo>
                    <a:pt x="1728" y="6431"/>
                  </a:lnTo>
                  <a:lnTo>
                    <a:pt x="1728" y="6431"/>
                  </a:lnTo>
                  <a:lnTo>
                    <a:pt x="1725" y="6428"/>
                  </a:lnTo>
                  <a:close/>
                  <a:moveTo>
                    <a:pt x="5761" y="6469"/>
                  </a:moveTo>
                  <a:lnTo>
                    <a:pt x="5805" y="6532"/>
                  </a:lnTo>
                  <a:lnTo>
                    <a:pt x="5805" y="6532"/>
                  </a:lnTo>
                  <a:lnTo>
                    <a:pt x="5809" y="6529"/>
                  </a:lnTo>
                  <a:lnTo>
                    <a:pt x="5761" y="6469"/>
                  </a:lnTo>
                  <a:close/>
                  <a:moveTo>
                    <a:pt x="5675" y="6345"/>
                  </a:moveTo>
                  <a:lnTo>
                    <a:pt x="5575" y="6412"/>
                  </a:lnTo>
                  <a:lnTo>
                    <a:pt x="5725" y="6629"/>
                  </a:lnTo>
                  <a:lnTo>
                    <a:pt x="5826" y="6562"/>
                  </a:lnTo>
                  <a:lnTo>
                    <a:pt x="5805" y="6532"/>
                  </a:lnTo>
                  <a:lnTo>
                    <a:pt x="5805" y="6532"/>
                  </a:lnTo>
                  <a:lnTo>
                    <a:pt x="5725" y="6596"/>
                  </a:lnTo>
                  <a:lnTo>
                    <a:pt x="5592" y="6412"/>
                  </a:lnTo>
                  <a:lnTo>
                    <a:pt x="5675" y="6361"/>
                  </a:lnTo>
                  <a:lnTo>
                    <a:pt x="5761" y="6469"/>
                  </a:lnTo>
                  <a:lnTo>
                    <a:pt x="5675" y="6345"/>
                  </a:lnTo>
                  <a:close/>
                  <a:moveTo>
                    <a:pt x="2010" y="6613"/>
                  </a:moveTo>
                  <a:lnTo>
                    <a:pt x="1982" y="6668"/>
                  </a:lnTo>
                  <a:lnTo>
                    <a:pt x="1982" y="6668"/>
                  </a:lnTo>
                  <a:lnTo>
                    <a:pt x="2014" y="6615"/>
                  </a:lnTo>
                  <a:lnTo>
                    <a:pt x="2014" y="6615"/>
                  </a:lnTo>
                  <a:lnTo>
                    <a:pt x="2010" y="6613"/>
                  </a:lnTo>
                  <a:close/>
                  <a:moveTo>
                    <a:pt x="1742" y="6412"/>
                  </a:moveTo>
                  <a:lnTo>
                    <a:pt x="1728" y="6431"/>
                  </a:lnTo>
                  <a:lnTo>
                    <a:pt x="1728" y="6431"/>
                  </a:lnTo>
                  <a:lnTo>
                    <a:pt x="1809" y="6495"/>
                  </a:lnTo>
                  <a:lnTo>
                    <a:pt x="1691" y="6680"/>
                  </a:lnTo>
                  <a:lnTo>
                    <a:pt x="1608" y="6613"/>
                  </a:lnTo>
                  <a:lnTo>
                    <a:pt x="1666" y="6521"/>
                  </a:lnTo>
                  <a:lnTo>
                    <a:pt x="1591" y="6629"/>
                  </a:lnTo>
                  <a:lnTo>
                    <a:pt x="1691" y="6696"/>
                  </a:lnTo>
                  <a:lnTo>
                    <a:pt x="1825" y="6479"/>
                  </a:lnTo>
                  <a:cubicBezTo>
                    <a:pt x="1792" y="6462"/>
                    <a:pt x="1775" y="6445"/>
                    <a:pt x="1742" y="6412"/>
                  </a:cubicBezTo>
                  <a:close/>
                  <a:moveTo>
                    <a:pt x="5449" y="6654"/>
                  </a:moveTo>
                  <a:lnTo>
                    <a:pt x="5501" y="6750"/>
                  </a:lnTo>
                  <a:lnTo>
                    <a:pt x="5508" y="6746"/>
                  </a:lnTo>
                  <a:lnTo>
                    <a:pt x="5449" y="6654"/>
                  </a:lnTo>
                  <a:close/>
                  <a:moveTo>
                    <a:pt x="5089" y="6696"/>
                  </a:moveTo>
                  <a:lnTo>
                    <a:pt x="4989" y="6746"/>
                  </a:lnTo>
                  <a:lnTo>
                    <a:pt x="5089" y="6713"/>
                  </a:lnTo>
                  <a:lnTo>
                    <a:pt x="5140" y="6813"/>
                  </a:lnTo>
                  <a:lnTo>
                    <a:pt x="5089" y="6696"/>
                  </a:lnTo>
                  <a:close/>
                  <a:moveTo>
                    <a:pt x="5391" y="6546"/>
                  </a:moveTo>
                  <a:lnTo>
                    <a:pt x="5290" y="6613"/>
                  </a:lnTo>
                  <a:lnTo>
                    <a:pt x="5407" y="6813"/>
                  </a:lnTo>
                  <a:lnTo>
                    <a:pt x="5508" y="6763"/>
                  </a:lnTo>
                  <a:lnTo>
                    <a:pt x="5501" y="6750"/>
                  </a:lnTo>
                  <a:lnTo>
                    <a:pt x="5407" y="6797"/>
                  </a:lnTo>
                  <a:lnTo>
                    <a:pt x="5307" y="6613"/>
                  </a:lnTo>
                  <a:cubicBezTo>
                    <a:pt x="5340" y="6596"/>
                    <a:pt x="5357" y="6579"/>
                    <a:pt x="5391" y="6562"/>
                  </a:cubicBezTo>
                  <a:lnTo>
                    <a:pt x="5449" y="6654"/>
                  </a:lnTo>
                  <a:lnTo>
                    <a:pt x="5391" y="6546"/>
                  </a:lnTo>
                  <a:close/>
                  <a:moveTo>
                    <a:pt x="5140" y="6813"/>
                  </a:moveTo>
                  <a:lnTo>
                    <a:pt x="5140" y="6813"/>
                  </a:lnTo>
                  <a:lnTo>
                    <a:pt x="5140" y="6813"/>
                  </a:lnTo>
                  <a:close/>
                  <a:moveTo>
                    <a:pt x="2026" y="6596"/>
                  </a:moveTo>
                  <a:lnTo>
                    <a:pt x="2014" y="6615"/>
                  </a:lnTo>
                  <a:lnTo>
                    <a:pt x="2014" y="6615"/>
                  </a:lnTo>
                  <a:lnTo>
                    <a:pt x="2093" y="6663"/>
                  </a:lnTo>
                  <a:lnTo>
                    <a:pt x="1993" y="6864"/>
                  </a:lnTo>
                  <a:lnTo>
                    <a:pt x="1909" y="6813"/>
                  </a:lnTo>
                  <a:lnTo>
                    <a:pt x="1982" y="6668"/>
                  </a:lnTo>
                  <a:lnTo>
                    <a:pt x="1982" y="6668"/>
                  </a:lnTo>
                  <a:lnTo>
                    <a:pt x="1892" y="6813"/>
                  </a:lnTo>
                  <a:lnTo>
                    <a:pt x="2010" y="6880"/>
                  </a:lnTo>
                  <a:lnTo>
                    <a:pt x="2127" y="6646"/>
                  </a:lnTo>
                  <a:lnTo>
                    <a:pt x="2026" y="6596"/>
                  </a:lnTo>
                  <a:close/>
                  <a:moveTo>
                    <a:pt x="5140" y="6813"/>
                  </a:moveTo>
                  <a:lnTo>
                    <a:pt x="5184" y="6917"/>
                  </a:lnTo>
                  <a:lnTo>
                    <a:pt x="5184" y="6917"/>
                  </a:lnTo>
                  <a:lnTo>
                    <a:pt x="5190" y="6914"/>
                  </a:lnTo>
                  <a:lnTo>
                    <a:pt x="5140" y="6813"/>
                  </a:lnTo>
                  <a:close/>
                  <a:moveTo>
                    <a:pt x="4989" y="6746"/>
                  </a:moveTo>
                  <a:lnTo>
                    <a:pt x="5089" y="6981"/>
                  </a:lnTo>
                  <a:cubicBezTo>
                    <a:pt x="5123" y="6964"/>
                    <a:pt x="5156" y="6947"/>
                    <a:pt x="5190" y="6931"/>
                  </a:cubicBezTo>
                  <a:lnTo>
                    <a:pt x="5184" y="6917"/>
                  </a:lnTo>
                  <a:lnTo>
                    <a:pt x="5184" y="6917"/>
                  </a:lnTo>
                  <a:lnTo>
                    <a:pt x="5089" y="6964"/>
                  </a:lnTo>
                  <a:lnTo>
                    <a:pt x="4989" y="6746"/>
                  </a:lnTo>
                  <a:close/>
                  <a:moveTo>
                    <a:pt x="4675" y="6879"/>
                  </a:moveTo>
                  <a:lnTo>
                    <a:pt x="4671" y="6880"/>
                  </a:lnTo>
                  <a:lnTo>
                    <a:pt x="4704" y="6989"/>
                  </a:lnTo>
                  <a:lnTo>
                    <a:pt x="4675" y="6879"/>
                  </a:lnTo>
                  <a:close/>
                  <a:moveTo>
                    <a:pt x="2328" y="6763"/>
                  </a:moveTo>
                  <a:lnTo>
                    <a:pt x="2411" y="6797"/>
                  </a:lnTo>
                  <a:lnTo>
                    <a:pt x="2328" y="7014"/>
                  </a:lnTo>
                  <a:lnTo>
                    <a:pt x="2244" y="6964"/>
                  </a:lnTo>
                  <a:lnTo>
                    <a:pt x="2328" y="6763"/>
                  </a:lnTo>
                  <a:close/>
                  <a:moveTo>
                    <a:pt x="2328" y="6746"/>
                  </a:moveTo>
                  <a:lnTo>
                    <a:pt x="2227" y="6981"/>
                  </a:lnTo>
                  <a:lnTo>
                    <a:pt x="2344" y="7031"/>
                  </a:lnTo>
                  <a:lnTo>
                    <a:pt x="2428" y="6797"/>
                  </a:lnTo>
                  <a:lnTo>
                    <a:pt x="2328" y="6746"/>
                  </a:lnTo>
                  <a:close/>
                  <a:moveTo>
                    <a:pt x="4771" y="6830"/>
                  </a:moveTo>
                  <a:lnTo>
                    <a:pt x="4671" y="6864"/>
                  </a:lnTo>
                  <a:lnTo>
                    <a:pt x="4675" y="6879"/>
                  </a:lnTo>
                  <a:lnTo>
                    <a:pt x="4675" y="6879"/>
                  </a:lnTo>
                  <a:lnTo>
                    <a:pt x="4771" y="6847"/>
                  </a:lnTo>
                  <a:lnTo>
                    <a:pt x="4838" y="7065"/>
                  </a:lnTo>
                  <a:lnTo>
                    <a:pt x="4738" y="7098"/>
                  </a:lnTo>
                  <a:lnTo>
                    <a:pt x="4704" y="6989"/>
                  </a:lnTo>
                  <a:lnTo>
                    <a:pt x="4738" y="7115"/>
                  </a:lnTo>
                  <a:lnTo>
                    <a:pt x="4855" y="7065"/>
                  </a:lnTo>
                  <a:lnTo>
                    <a:pt x="4771" y="683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0" name="Google Shape;860;p27"/>
          <p:cNvSpPr txBox="1">
            <a:spLocks noGrp="1"/>
          </p:cNvSpPr>
          <p:nvPr>
            <p:ph type="subTitle" idx="1"/>
          </p:nvPr>
        </p:nvSpPr>
        <p:spPr>
          <a:xfrm>
            <a:off x="719975" y="1358050"/>
            <a:ext cx="3672600" cy="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1" name="Google Shape;861;p27"/>
          <p:cNvSpPr txBox="1">
            <a:spLocks noGrp="1"/>
          </p:cNvSpPr>
          <p:nvPr>
            <p:ph type="subTitle" idx="2"/>
          </p:nvPr>
        </p:nvSpPr>
        <p:spPr>
          <a:xfrm>
            <a:off x="719991" y="1664999"/>
            <a:ext cx="36726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2" name="Google Shape;862;p27"/>
          <p:cNvSpPr txBox="1">
            <a:spLocks noGrp="1"/>
          </p:cNvSpPr>
          <p:nvPr>
            <p:ph type="subTitle" idx="3"/>
          </p:nvPr>
        </p:nvSpPr>
        <p:spPr>
          <a:xfrm>
            <a:off x="719975" y="2539364"/>
            <a:ext cx="3672600" cy="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3" name="Google Shape;863;p27"/>
          <p:cNvSpPr txBox="1">
            <a:spLocks noGrp="1"/>
          </p:cNvSpPr>
          <p:nvPr>
            <p:ph type="subTitle" idx="4"/>
          </p:nvPr>
        </p:nvSpPr>
        <p:spPr>
          <a:xfrm>
            <a:off x="719991" y="2846314"/>
            <a:ext cx="36726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27"/>
          <p:cNvSpPr txBox="1">
            <a:spLocks noGrp="1"/>
          </p:cNvSpPr>
          <p:nvPr>
            <p:ph type="subTitle" idx="5"/>
          </p:nvPr>
        </p:nvSpPr>
        <p:spPr>
          <a:xfrm>
            <a:off x="719988" y="3720704"/>
            <a:ext cx="3672600" cy="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5" name="Google Shape;865;p27"/>
          <p:cNvSpPr txBox="1">
            <a:spLocks noGrp="1"/>
          </p:cNvSpPr>
          <p:nvPr>
            <p:ph type="subTitle" idx="6"/>
          </p:nvPr>
        </p:nvSpPr>
        <p:spPr>
          <a:xfrm>
            <a:off x="720003" y="4027653"/>
            <a:ext cx="36726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6" name="Google Shape;866;p27"/>
          <p:cNvSpPr txBox="1">
            <a:spLocks noGrp="1"/>
          </p:cNvSpPr>
          <p:nvPr>
            <p:ph type="subTitle" idx="7"/>
          </p:nvPr>
        </p:nvSpPr>
        <p:spPr>
          <a:xfrm>
            <a:off x="4751382" y="1358050"/>
            <a:ext cx="3672600" cy="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7" name="Google Shape;867;p27"/>
          <p:cNvSpPr txBox="1">
            <a:spLocks noGrp="1"/>
          </p:cNvSpPr>
          <p:nvPr>
            <p:ph type="subTitle" idx="8"/>
          </p:nvPr>
        </p:nvSpPr>
        <p:spPr>
          <a:xfrm>
            <a:off x="4751398" y="1664999"/>
            <a:ext cx="36726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27"/>
          <p:cNvSpPr txBox="1">
            <a:spLocks noGrp="1"/>
          </p:cNvSpPr>
          <p:nvPr>
            <p:ph type="subTitle" idx="9"/>
          </p:nvPr>
        </p:nvSpPr>
        <p:spPr>
          <a:xfrm>
            <a:off x="4751382" y="2539364"/>
            <a:ext cx="3672600" cy="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9" name="Google Shape;869;p27"/>
          <p:cNvSpPr txBox="1">
            <a:spLocks noGrp="1"/>
          </p:cNvSpPr>
          <p:nvPr>
            <p:ph type="subTitle" idx="13"/>
          </p:nvPr>
        </p:nvSpPr>
        <p:spPr>
          <a:xfrm>
            <a:off x="4751398" y="2846314"/>
            <a:ext cx="36726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27"/>
          <p:cNvSpPr txBox="1">
            <a:spLocks noGrp="1"/>
          </p:cNvSpPr>
          <p:nvPr>
            <p:ph type="subTitle" idx="14"/>
          </p:nvPr>
        </p:nvSpPr>
        <p:spPr>
          <a:xfrm>
            <a:off x="4751395" y="3720704"/>
            <a:ext cx="3672600" cy="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1" name="Google Shape;871;p27"/>
          <p:cNvSpPr txBox="1">
            <a:spLocks noGrp="1"/>
          </p:cNvSpPr>
          <p:nvPr>
            <p:ph type="subTitle" idx="15"/>
          </p:nvPr>
        </p:nvSpPr>
        <p:spPr>
          <a:xfrm>
            <a:off x="4751410" y="4027653"/>
            <a:ext cx="36726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2" name="Google Shape;872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8"/>
          <p:cNvSpPr/>
          <p:nvPr/>
        </p:nvSpPr>
        <p:spPr>
          <a:xfrm>
            <a:off x="7022800" y="-1306737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28"/>
          <p:cNvSpPr/>
          <p:nvPr/>
        </p:nvSpPr>
        <p:spPr>
          <a:xfrm>
            <a:off x="-1284562" y="2743463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28"/>
          <p:cNvSpPr txBox="1">
            <a:spLocks noGrp="1"/>
          </p:cNvSpPr>
          <p:nvPr>
            <p:ph type="title" hasCustomPrompt="1"/>
          </p:nvPr>
        </p:nvSpPr>
        <p:spPr>
          <a:xfrm>
            <a:off x="3214450" y="540000"/>
            <a:ext cx="42495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77" name="Google Shape;877;p28"/>
          <p:cNvSpPr txBox="1">
            <a:spLocks noGrp="1"/>
          </p:cNvSpPr>
          <p:nvPr>
            <p:ph type="subTitle" idx="1"/>
          </p:nvPr>
        </p:nvSpPr>
        <p:spPr>
          <a:xfrm>
            <a:off x="3214450" y="1246023"/>
            <a:ext cx="42495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8"/>
          <p:cNvSpPr txBox="1">
            <a:spLocks noGrp="1"/>
          </p:cNvSpPr>
          <p:nvPr>
            <p:ph type="title" idx="2" hasCustomPrompt="1"/>
          </p:nvPr>
        </p:nvSpPr>
        <p:spPr>
          <a:xfrm>
            <a:off x="3214450" y="1996144"/>
            <a:ext cx="42495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79" name="Google Shape;879;p28"/>
          <p:cNvSpPr txBox="1">
            <a:spLocks noGrp="1"/>
          </p:cNvSpPr>
          <p:nvPr>
            <p:ph type="subTitle" idx="3"/>
          </p:nvPr>
        </p:nvSpPr>
        <p:spPr>
          <a:xfrm>
            <a:off x="3214450" y="2702157"/>
            <a:ext cx="42495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28"/>
          <p:cNvSpPr txBox="1">
            <a:spLocks noGrp="1"/>
          </p:cNvSpPr>
          <p:nvPr>
            <p:ph type="title" idx="4" hasCustomPrompt="1"/>
          </p:nvPr>
        </p:nvSpPr>
        <p:spPr>
          <a:xfrm>
            <a:off x="3214450" y="3452290"/>
            <a:ext cx="42495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81" name="Google Shape;881;p28"/>
          <p:cNvSpPr txBox="1">
            <a:spLocks noGrp="1"/>
          </p:cNvSpPr>
          <p:nvPr>
            <p:ph type="subTitle" idx="5"/>
          </p:nvPr>
        </p:nvSpPr>
        <p:spPr>
          <a:xfrm>
            <a:off x="3214450" y="4158303"/>
            <a:ext cx="42495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82" name="Google Shape;882;p28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883" name="Google Shape;883;p28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884" name="Google Shape;884;p28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5" name="Google Shape;885;p28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6" name="Google Shape;886;p28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87" name="Google Shape;887;p28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88" name="Google Shape;888;p28"/>
          <p:cNvGrpSpPr/>
          <p:nvPr/>
        </p:nvGrpSpPr>
        <p:grpSpPr>
          <a:xfrm rot="10800000">
            <a:off x="253220" y="4616600"/>
            <a:ext cx="461890" cy="269131"/>
            <a:chOff x="5170200" y="1824271"/>
            <a:chExt cx="336458" cy="196031"/>
          </a:xfrm>
        </p:grpSpPr>
        <p:sp>
          <p:nvSpPr>
            <p:cNvPr id="889" name="Google Shape;889;p28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8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8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8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8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8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8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8"/>
            <p:cNvSpPr/>
            <p:nvPr/>
          </p:nvSpPr>
          <p:spPr>
            <a:xfrm>
              <a:off x="5331443" y="1824271"/>
              <a:ext cx="22" cy="130252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8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8"/>
            <p:cNvSpPr/>
            <p:nvPr/>
          </p:nvSpPr>
          <p:spPr>
            <a:xfrm>
              <a:off x="5469041" y="1824271"/>
              <a:ext cx="22" cy="130252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9" name="Google Shape;899;p28"/>
          <p:cNvGrpSpPr/>
          <p:nvPr/>
        </p:nvGrpSpPr>
        <p:grpSpPr>
          <a:xfrm>
            <a:off x="8192954" y="267696"/>
            <a:ext cx="763488" cy="305242"/>
            <a:chOff x="4996154" y="4081384"/>
            <a:chExt cx="763488" cy="305242"/>
          </a:xfrm>
        </p:grpSpPr>
        <p:sp>
          <p:nvSpPr>
            <p:cNvPr id="900" name="Google Shape;900;p28"/>
            <p:cNvSpPr/>
            <p:nvPr/>
          </p:nvSpPr>
          <p:spPr>
            <a:xfrm>
              <a:off x="4996154" y="4176851"/>
              <a:ext cx="664989" cy="147748"/>
            </a:xfrm>
            <a:custGeom>
              <a:avLst/>
              <a:gdLst/>
              <a:ahLst/>
              <a:cxnLst/>
              <a:rect l="l" t="t" r="r" b="b"/>
              <a:pathLst>
                <a:path w="29611" h="6579" extrusionOk="0">
                  <a:moveTo>
                    <a:pt x="24556" y="1"/>
                  </a:moveTo>
                  <a:lnTo>
                    <a:pt x="18513" y="6478"/>
                  </a:lnTo>
                  <a:lnTo>
                    <a:pt x="0" y="6478"/>
                  </a:lnTo>
                  <a:lnTo>
                    <a:pt x="0" y="6579"/>
                  </a:lnTo>
                  <a:lnTo>
                    <a:pt x="18563" y="6579"/>
                  </a:lnTo>
                  <a:lnTo>
                    <a:pt x="24589" y="101"/>
                  </a:lnTo>
                  <a:lnTo>
                    <a:pt x="29611" y="101"/>
                  </a:lnTo>
                  <a:lnTo>
                    <a:pt x="2961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8"/>
            <p:cNvSpPr/>
            <p:nvPr/>
          </p:nvSpPr>
          <p:spPr>
            <a:xfrm>
              <a:off x="5593838" y="4115923"/>
              <a:ext cx="135711" cy="124190"/>
            </a:xfrm>
            <a:custGeom>
              <a:avLst/>
              <a:gdLst/>
              <a:ahLst/>
              <a:cxnLst/>
              <a:rect l="l" t="t" r="r" b="b"/>
              <a:pathLst>
                <a:path w="6043" h="5530" extrusionOk="0">
                  <a:moveTo>
                    <a:pt x="2998" y="50"/>
                  </a:moveTo>
                  <a:cubicBezTo>
                    <a:pt x="3175" y="50"/>
                    <a:pt x="3354" y="67"/>
                    <a:pt x="3532" y="102"/>
                  </a:cubicBezTo>
                  <a:cubicBezTo>
                    <a:pt x="4804" y="353"/>
                    <a:pt x="5725" y="1475"/>
                    <a:pt x="5725" y="2764"/>
                  </a:cubicBezTo>
                  <a:cubicBezTo>
                    <a:pt x="5725" y="3484"/>
                    <a:pt x="5440" y="4187"/>
                    <a:pt x="4922" y="4689"/>
                  </a:cubicBezTo>
                  <a:cubicBezTo>
                    <a:pt x="4396" y="5215"/>
                    <a:pt x="3700" y="5484"/>
                    <a:pt x="3001" y="5484"/>
                  </a:cubicBezTo>
                  <a:cubicBezTo>
                    <a:pt x="2477" y="5484"/>
                    <a:pt x="1949" y="5332"/>
                    <a:pt x="1490" y="5024"/>
                  </a:cubicBezTo>
                  <a:cubicBezTo>
                    <a:pt x="419" y="4304"/>
                    <a:pt x="0" y="2914"/>
                    <a:pt x="486" y="1726"/>
                  </a:cubicBezTo>
                  <a:cubicBezTo>
                    <a:pt x="917" y="690"/>
                    <a:pt x="1918" y="50"/>
                    <a:pt x="2998" y="50"/>
                  </a:cubicBezTo>
                  <a:close/>
                  <a:moveTo>
                    <a:pt x="2993" y="1"/>
                  </a:moveTo>
                  <a:cubicBezTo>
                    <a:pt x="2817" y="1"/>
                    <a:pt x="2639" y="18"/>
                    <a:pt x="2461" y="52"/>
                  </a:cubicBezTo>
                  <a:cubicBezTo>
                    <a:pt x="1155" y="303"/>
                    <a:pt x="235" y="1441"/>
                    <a:pt x="235" y="2764"/>
                  </a:cubicBezTo>
                  <a:cubicBezTo>
                    <a:pt x="218" y="3500"/>
                    <a:pt x="519" y="4203"/>
                    <a:pt x="1038" y="4722"/>
                  </a:cubicBezTo>
                  <a:cubicBezTo>
                    <a:pt x="1572" y="5256"/>
                    <a:pt x="2275" y="5530"/>
                    <a:pt x="2982" y="5530"/>
                  </a:cubicBezTo>
                  <a:cubicBezTo>
                    <a:pt x="3516" y="5530"/>
                    <a:pt x="4052" y="5374"/>
                    <a:pt x="4520" y="5057"/>
                  </a:cubicBezTo>
                  <a:cubicBezTo>
                    <a:pt x="5625" y="4337"/>
                    <a:pt x="6043" y="2931"/>
                    <a:pt x="5541" y="1709"/>
                  </a:cubicBezTo>
                  <a:cubicBezTo>
                    <a:pt x="5108" y="656"/>
                    <a:pt x="4091" y="1"/>
                    <a:pt x="29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8"/>
            <p:cNvSpPr/>
            <p:nvPr/>
          </p:nvSpPr>
          <p:spPr>
            <a:xfrm>
              <a:off x="5613376" y="4129869"/>
              <a:ext cx="95512" cy="95871"/>
            </a:xfrm>
            <a:custGeom>
              <a:avLst/>
              <a:gdLst/>
              <a:ahLst/>
              <a:cxnLst/>
              <a:rect l="l" t="t" r="r" b="b"/>
              <a:pathLst>
                <a:path w="4253" h="4269" extrusionOk="0">
                  <a:moveTo>
                    <a:pt x="2009" y="0"/>
                  </a:moveTo>
                  <a:lnTo>
                    <a:pt x="2026" y="235"/>
                  </a:lnTo>
                  <a:lnTo>
                    <a:pt x="2060" y="235"/>
                  </a:lnTo>
                  <a:lnTo>
                    <a:pt x="2060" y="0"/>
                  </a:lnTo>
                  <a:close/>
                  <a:moveTo>
                    <a:pt x="2194" y="0"/>
                  </a:moveTo>
                  <a:lnTo>
                    <a:pt x="2177" y="235"/>
                  </a:lnTo>
                  <a:lnTo>
                    <a:pt x="2210" y="235"/>
                  </a:lnTo>
                  <a:lnTo>
                    <a:pt x="2227" y="0"/>
                  </a:lnTo>
                  <a:close/>
                  <a:moveTo>
                    <a:pt x="2378" y="17"/>
                  </a:moveTo>
                  <a:lnTo>
                    <a:pt x="2344" y="235"/>
                  </a:lnTo>
                  <a:lnTo>
                    <a:pt x="2378" y="235"/>
                  </a:lnTo>
                  <a:lnTo>
                    <a:pt x="2411" y="17"/>
                  </a:lnTo>
                  <a:close/>
                  <a:moveTo>
                    <a:pt x="1842" y="17"/>
                  </a:moveTo>
                  <a:lnTo>
                    <a:pt x="1876" y="251"/>
                  </a:lnTo>
                  <a:lnTo>
                    <a:pt x="1909" y="251"/>
                  </a:lnTo>
                  <a:lnTo>
                    <a:pt x="1876" y="17"/>
                  </a:lnTo>
                  <a:close/>
                  <a:moveTo>
                    <a:pt x="1675" y="34"/>
                  </a:moveTo>
                  <a:lnTo>
                    <a:pt x="1708" y="268"/>
                  </a:lnTo>
                  <a:lnTo>
                    <a:pt x="1742" y="268"/>
                  </a:lnTo>
                  <a:lnTo>
                    <a:pt x="1708" y="34"/>
                  </a:lnTo>
                  <a:close/>
                  <a:moveTo>
                    <a:pt x="2545" y="51"/>
                  </a:moveTo>
                  <a:lnTo>
                    <a:pt x="2495" y="268"/>
                  </a:lnTo>
                  <a:lnTo>
                    <a:pt x="2528" y="268"/>
                  </a:lnTo>
                  <a:lnTo>
                    <a:pt x="2579" y="51"/>
                  </a:lnTo>
                  <a:close/>
                  <a:moveTo>
                    <a:pt x="1491" y="84"/>
                  </a:moveTo>
                  <a:lnTo>
                    <a:pt x="1557" y="318"/>
                  </a:lnTo>
                  <a:lnTo>
                    <a:pt x="1591" y="318"/>
                  </a:lnTo>
                  <a:lnTo>
                    <a:pt x="1524" y="84"/>
                  </a:lnTo>
                  <a:close/>
                  <a:moveTo>
                    <a:pt x="2712" y="84"/>
                  </a:moveTo>
                  <a:lnTo>
                    <a:pt x="2645" y="318"/>
                  </a:lnTo>
                  <a:lnTo>
                    <a:pt x="2679" y="318"/>
                  </a:lnTo>
                  <a:lnTo>
                    <a:pt x="2746" y="84"/>
                  </a:lnTo>
                  <a:close/>
                  <a:moveTo>
                    <a:pt x="1323" y="151"/>
                  </a:moveTo>
                  <a:lnTo>
                    <a:pt x="1457" y="385"/>
                  </a:lnTo>
                  <a:lnTo>
                    <a:pt x="1474" y="369"/>
                  </a:lnTo>
                  <a:lnTo>
                    <a:pt x="1407" y="168"/>
                  </a:lnTo>
                  <a:lnTo>
                    <a:pt x="1323" y="151"/>
                  </a:lnTo>
                  <a:close/>
                  <a:moveTo>
                    <a:pt x="2880" y="151"/>
                  </a:moveTo>
                  <a:lnTo>
                    <a:pt x="2796" y="369"/>
                  </a:lnTo>
                  <a:lnTo>
                    <a:pt x="2830" y="385"/>
                  </a:lnTo>
                  <a:lnTo>
                    <a:pt x="2913" y="168"/>
                  </a:lnTo>
                  <a:lnTo>
                    <a:pt x="2880" y="151"/>
                  </a:lnTo>
                  <a:close/>
                  <a:moveTo>
                    <a:pt x="1206" y="201"/>
                  </a:moveTo>
                  <a:lnTo>
                    <a:pt x="1172" y="218"/>
                  </a:lnTo>
                  <a:lnTo>
                    <a:pt x="1273" y="419"/>
                  </a:lnTo>
                  <a:lnTo>
                    <a:pt x="1290" y="402"/>
                  </a:lnTo>
                  <a:lnTo>
                    <a:pt x="1206" y="201"/>
                  </a:lnTo>
                  <a:close/>
                  <a:moveTo>
                    <a:pt x="3047" y="218"/>
                  </a:moveTo>
                  <a:lnTo>
                    <a:pt x="2947" y="435"/>
                  </a:lnTo>
                  <a:lnTo>
                    <a:pt x="2964" y="452"/>
                  </a:lnTo>
                  <a:lnTo>
                    <a:pt x="3081" y="235"/>
                  </a:lnTo>
                  <a:lnTo>
                    <a:pt x="3047" y="218"/>
                  </a:lnTo>
                  <a:close/>
                  <a:moveTo>
                    <a:pt x="1039" y="285"/>
                  </a:moveTo>
                  <a:lnTo>
                    <a:pt x="1005" y="302"/>
                  </a:lnTo>
                  <a:lnTo>
                    <a:pt x="1139" y="502"/>
                  </a:lnTo>
                  <a:lnTo>
                    <a:pt x="1156" y="486"/>
                  </a:lnTo>
                  <a:lnTo>
                    <a:pt x="1039" y="285"/>
                  </a:lnTo>
                  <a:close/>
                  <a:moveTo>
                    <a:pt x="3198" y="302"/>
                  </a:moveTo>
                  <a:lnTo>
                    <a:pt x="3081" y="502"/>
                  </a:lnTo>
                  <a:lnTo>
                    <a:pt x="3114" y="519"/>
                  </a:lnTo>
                  <a:lnTo>
                    <a:pt x="3231" y="318"/>
                  </a:lnTo>
                  <a:lnTo>
                    <a:pt x="3198" y="302"/>
                  </a:lnTo>
                  <a:close/>
                  <a:moveTo>
                    <a:pt x="888" y="385"/>
                  </a:moveTo>
                  <a:lnTo>
                    <a:pt x="854" y="402"/>
                  </a:lnTo>
                  <a:lnTo>
                    <a:pt x="1005" y="586"/>
                  </a:lnTo>
                  <a:lnTo>
                    <a:pt x="1022" y="569"/>
                  </a:lnTo>
                  <a:lnTo>
                    <a:pt x="888" y="385"/>
                  </a:lnTo>
                  <a:close/>
                  <a:moveTo>
                    <a:pt x="3349" y="402"/>
                  </a:moveTo>
                  <a:lnTo>
                    <a:pt x="3215" y="586"/>
                  </a:lnTo>
                  <a:lnTo>
                    <a:pt x="3231" y="603"/>
                  </a:lnTo>
                  <a:lnTo>
                    <a:pt x="3382" y="419"/>
                  </a:lnTo>
                  <a:lnTo>
                    <a:pt x="3349" y="402"/>
                  </a:lnTo>
                  <a:close/>
                  <a:moveTo>
                    <a:pt x="754" y="486"/>
                  </a:moveTo>
                  <a:lnTo>
                    <a:pt x="721" y="519"/>
                  </a:lnTo>
                  <a:lnTo>
                    <a:pt x="871" y="687"/>
                  </a:lnTo>
                  <a:lnTo>
                    <a:pt x="905" y="670"/>
                  </a:lnTo>
                  <a:lnTo>
                    <a:pt x="754" y="486"/>
                  </a:lnTo>
                  <a:close/>
                  <a:moveTo>
                    <a:pt x="3482" y="502"/>
                  </a:moveTo>
                  <a:lnTo>
                    <a:pt x="3332" y="687"/>
                  </a:lnTo>
                  <a:lnTo>
                    <a:pt x="3365" y="703"/>
                  </a:lnTo>
                  <a:lnTo>
                    <a:pt x="3516" y="536"/>
                  </a:lnTo>
                  <a:lnTo>
                    <a:pt x="3482" y="502"/>
                  </a:lnTo>
                  <a:close/>
                  <a:moveTo>
                    <a:pt x="620" y="603"/>
                  </a:moveTo>
                  <a:lnTo>
                    <a:pt x="587" y="636"/>
                  </a:lnTo>
                  <a:lnTo>
                    <a:pt x="754" y="804"/>
                  </a:lnTo>
                  <a:lnTo>
                    <a:pt x="788" y="787"/>
                  </a:lnTo>
                  <a:lnTo>
                    <a:pt x="620" y="603"/>
                  </a:lnTo>
                  <a:close/>
                  <a:moveTo>
                    <a:pt x="3616" y="620"/>
                  </a:moveTo>
                  <a:lnTo>
                    <a:pt x="3533" y="703"/>
                  </a:lnTo>
                  <a:lnTo>
                    <a:pt x="3449" y="787"/>
                  </a:lnTo>
                  <a:lnTo>
                    <a:pt x="3466" y="804"/>
                  </a:lnTo>
                  <a:lnTo>
                    <a:pt x="3633" y="636"/>
                  </a:lnTo>
                  <a:lnTo>
                    <a:pt x="3616" y="620"/>
                  </a:lnTo>
                  <a:close/>
                  <a:moveTo>
                    <a:pt x="503" y="737"/>
                  </a:moveTo>
                  <a:lnTo>
                    <a:pt x="469" y="770"/>
                  </a:lnTo>
                  <a:lnTo>
                    <a:pt x="654" y="921"/>
                  </a:lnTo>
                  <a:lnTo>
                    <a:pt x="670" y="887"/>
                  </a:lnTo>
                  <a:lnTo>
                    <a:pt x="503" y="737"/>
                  </a:lnTo>
                  <a:close/>
                  <a:moveTo>
                    <a:pt x="3733" y="754"/>
                  </a:moveTo>
                  <a:lnTo>
                    <a:pt x="3566" y="904"/>
                  </a:lnTo>
                  <a:lnTo>
                    <a:pt x="3583" y="921"/>
                  </a:lnTo>
                  <a:lnTo>
                    <a:pt x="3767" y="770"/>
                  </a:lnTo>
                  <a:lnTo>
                    <a:pt x="3733" y="754"/>
                  </a:lnTo>
                  <a:close/>
                  <a:moveTo>
                    <a:pt x="386" y="871"/>
                  </a:moveTo>
                  <a:lnTo>
                    <a:pt x="369" y="904"/>
                  </a:lnTo>
                  <a:lnTo>
                    <a:pt x="553" y="1038"/>
                  </a:lnTo>
                  <a:lnTo>
                    <a:pt x="570" y="1021"/>
                  </a:lnTo>
                  <a:lnTo>
                    <a:pt x="386" y="871"/>
                  </a:lnTo>
                  <a:close/>
                  <a:moveTo>
                    <a:pt x="3851" y="887"/>
                  </a:moveTo>
                  <a:lnTo>
                    <a:pt x="3650" y="1021"/>
                  </a:lnTo>
                  <a:lnTo>
                    <a:pt x="3667" y="1055"/>
                  </a:lnTo>
                  <a:lnTo>
                    <a:pt x="3867" y="921"/>
                  </a:lnTo>
                  <a:cubicBezTo>
                    <a:pt x="3867" y="904"/>
                    <a:pt x="3851" y="904"/>
                    <a:pt x="3851" y="887"/>
                  </a:cubicBezTo>
                  <a:close/>
                  <a:moveTo>
                    <a:pt x="285" y="1021"/>
                  </a:moveTo>
                  <a:lnTo>
                    <a:pt x="269" y="1055"/>
                  </a:lnTo>
                  <a:lnTo>
                    <a:pt x="469" y="1172"/>
                  </a:lnTo>
                  <a:cubicBezTo>
                    <a:pt x="486" y="1172"/>
                    <a:pt x="486" y="1155"/>
                    <a:pt x="486" y="1155"/>
                  </a:cubicBezTo>
                  <a:lnTo>
                    <a:pt x="285" y="1021"/>
                  </a:lnTo>
                  <a:close/>
                  <a:moveTo>
                    <a:pt x="3951" y="1038"/>
                  </a:moveTo>
                  <a:lnTo>
                    <a:pt x="3750" y="1155"/>
                  </a:lnTo>
                  <a:lnTo>
                    <a:pt x="3778" y="1183"/>
                  </a:lnTo>
                  <a:lnTo>
                    <a:pt x="3778" y="1183"/>
                  </a:lnTo>
                  <a:lnTo>
                    <a:pt x="3968" y="1072"/>
                  </a:lnTo>
                  <a:lnTo>
                    <a:pt x="3951" y="1038"/>
                  </a:lnTo>
                  <a:close/>
                  <a:moveTo>
                    <a:pt x="3778" y="1183"/>
                  </a:moveTo>
                  <a:lnTo>
                    <a:pt x="3767" y="1189"/>
                  </a:lnTo>
                  <a:lnTo>
                    <a:pt x="3784" y="1189"/>
                  </a:lnTo>
                  <a:lnTo>
                    <a:pt x="3778" y="1183"/>
                  </a:lnTo>
                  <a:close/>
                  <a:moveTo>
                    <a:pt x="202" y="1189"/>
                  </a:moveTo>
                  <a:lnTo>
                    <a:pt x="185" y="1222"/>
                  </a:lnTo>
                  <a:lnTo>
                    <a:pt x="403" y="1323"/>
                  </a:lnTo>
                  <a:lnTo>
                    <a:pt x="403" y="1289"/>
                  </a:lnTo>
                  <a:lnTo>
                    <a:pt x="202" y="1189"/>
                  </a:lnTo>
                  <a:close/>
                  <a:moveTo>
                    <a:pt x="4035" y="1189"/>
                  </a:moveTo>
                  <a:lnTo>
                    <a:pt x="3817" y="1289"/>
                  </a:lnTo>
                  <a:lnTo>
                    <a:pt x="3834" y="1323"/>
                  </a:lnTo>
                  <a:lnTo>
                    <a:pt x="4035" y="1222"/>
                  </a:lnTo>
                  <a:lnTo>
                    <a:pt x="4035" y="1189"/>
                  </a:lnTo>
                  <a:close/>
                  <a:moveTo>
                    <a:pt x="135" y="1356"/>
                  </a:moveTo>
                  <a:cubicBezTo>
                    <a:pt x="118" y="1373"/>
                    <a:pt x="118" y="1373"/>
                    <a:pt x="118" y="1390"/>
                  </a:cubicBezTo>
                  <a:lnTo>
                    <a:pt x="319" y="1473"/>
                  </a:lnTo>
                  <a:cubicBezTo>
                    <a:pt x="336" y="1457"/>
                    <a:pt x="336" y="1457"/>
                    <a:pt x="336" y="1440"/>
                  </a:cubicBezTo>
                  <a:lnTo>
                    <a:pt x="135" y="1356"/>
                  </a:lnTo>
                  <a:close/>
                  <a:moveTo>
                    <a:pt x="4118" y="1373"/>
                  </a:moveTo>
                  <a:lnTo>
                    <a:pt x="3918" y="1473"/>
                  </a:lnTo>
                  <a:cubicBezTo>
                    <a:pt x="3918" y="1483"/>
                    <a:pt x="3918" y="1490"/>
                    <a:pt x="3918" y="1490"/>
                  </a:cubicBezTo>
                  <a:lnTo>
                    <a:pt x="4135" y="1406"/>
                  </a:lnTo>
                  <a:lnTo>
                    <a:pt x="4118" y="1373"/>
                  </a:lnTo>
                  <a:close/>
                  <a:moveTo>
                    <a:pt x="4169" y="1540"/>
                  </a:moveTo>
                  <a:lnTo>
                    <a:pt x="3951" y="1607"/>
                  </a:lnTo>
                  <a:lnTo>
                    <a:pt x="3968" y="1607"/>
                  </a:lnTo>
                  <a:cubicBezTo>
                    <a:pt x="3968" y="1616"/>
                    <a:pt x="3963" y="1620"/>
                    <a:pt x="3959" y="1622"/>
                  </a:cubicBezTo>
                  <a:lnTo>
                    <a:pt x="3959" y="1622"/>
                  </a:lnTo>
                  <a:lnTo>
                    <a:pt x="4169" y="1574"/>
                  </a:lnTo>
                  <a:cubicBezTo>
                    <a:pt x="4169" y="1557"/>
                    <a:pt x="4169" y="1540"/>
                    <a:pt x="4169" y="1540"/>
                  </a:cubicBezTo>
                  <a:close/>
                  <a:moveTo>
                    <a:pt x="51" y="1524"/>
                  </a:moveTo>
                  <a:lnTo>
                    <a:pt x="51" y="1557"/>
                  </a:lnTo>
                  <a:lnTo>
                    <a:pt x="269" y="1624"/>
                  </a:lnTo>
                  <a:cubicBezTo>
                    <a:pt x="285" y="1607"/>
                    <a:pt x="285" y="1607"/>
                    <a:pt x="285" y="1590"/>
                  </a:cubicBezTo>
                  <a:lnTo>
                    <a:pt x="51" y="1524"/>
                  </a:lnTo>
                  <a:close/>
                  <a:moveTo>
                    <a:pt x="3959" y="1622"/>
                  </a:moveTo>
                  <a:lnTo>
                    <a:pt x="3951" y="1624"/>
                  </a:lnTo>
                  <a:cubicBezTo>
                    <a:pt x="3951" y="1624"/>
                    <a:pt x="3955" y="1624"/>
                    <a:pt x="3959" y="1622"/>
                  </a:cubicBezTo>
                  <a:close/>
                  <a:moveTo>
                    <a:pt x="18" y="1691"/>
                  </a:moveTo>
                  <a:cubicBezTo>
                    <a:pt x="18" y="1708"/>
                    <a:pt x="18" y="1708"/>
                    <a:pt x="18" y="1724"/>
                  </a:cubicBezTo>
                  <a:lnTo>
                    <a:pt x="252" y="1775"/>
                  </a:lnTo>
                  <a:lnTo>
                    <a:pt x="252" y="1741"/>
                  </a:lnTo>
                  <a:lnTo>
                    <a:pt x="18" y="1691"/>
                  </a:lnTo>
                  <a:close/>
                  <a:moveTo>
                    <a:pt x="4219" y="1708"/>
                  </a:moveTo>
                  <a:lnTo>
                    <a:pt x="3985" y="1758"/>
                  </a:lnTo>
                  <a:lnTo>
                    <a:pt x="3985" y="1791"/>
                  </a:lnTo>
                  <a:lnTo>
                    <a:pt x="4219" y="1741"/>
                  </a:lnTo>
                  <a:cubicBezTo>
                    <a:pt x="4219" y="1724"/>
                    <a:pt x="4219" y="1724"/>
                    <a:pt x="4219" y="1708"/>
                  </a:cubicBezTo>
                  <a:close/>
                  <a:moveTo>
                    <a:pt x="1" y="1858"/>
                  </a:moveTo>
                  <a:cubicBezTo>
                    <a:pt x="1" y="1875"/>
                    <a:pt x="1" y="1875"/>
                    <a:pt x="1" y="1892"/>
                  </a:cubicBezTo>
                  <a:lnTo>
                    <a:pt x="235" y="1925"/>
                  </a:lnTo>
                  <a:cubicBezTo>
                    <a:pt x="235" y="1908"/>
                    <a:pt x="235" y="1892"/>
                    <a:pt x="235" y="1892"/>
                  </a:cubicBezTo>
                  <a:lnTo>
                    <a:pt x="1" y="1858"/>
                  </a:lnTo>
                  <a:close/>
                  <a:moveTo>
                    <a:pt x="4236" y="1875"/>
                  </a:moveTo>
                  <a:lnTo>
                    <a:pt x="4001" y="1908"/>
                  </a:lnTo>
                  <a:lnTo>
                    <a:pt x="4035" y="1925"/>
                  </a:lnTo>
                  <a:cubicBezTo>
                    <a:pt x="4035" y="1925"/>
                    <a:pt x="4001" y="1942"/>
                    <a:pt x="4001" y="1942"/>
                  </a:cubicBezTo>
                  <a:lnTo>
                    <a:pt x="4236" y="1925"/>
                  </a:lnTo>
                  <a:lnTo>
                    <a:pt x="4236" y="1875"/>
                  </a:lnTo>
                  <a:close/>
                  <a:moveTo>
                    <a:pt x="1" y="2042"/>
                  </a:moveTo>
                  <a:lnTo>
                    <a:pt x="1" y="2076"/>
                  </a:lnTo>
                  <a:lnTo>
                    <a:pt x="235" y="2093"/>
                  </a:lnTo>
                  <a:cubicBezTo>
                    <a:pt x="235" y="2076"/>
                    <a:pt x="235" y="2059"/>
                    <a:pt x="235" y="2059"/>
                  </a:cubicBezTo>
                  <a:lnTo>
                    <a:pt x="1" y="2042"/>
                  </a:lnTo>
                  <a:close/>
                  <a:moveTo>
                    <a:pt x="4035" y="2076"/>
                  </a:moveTo>
                  <a:cubicBezTo>
                    <a:pt x="4035" y="2093"/>
                    <a:pt x="4035" y="2093"/>
                    <a:pt x="4018" y="2109"/>
                  </a:cubicBezTo>
                  <a:lnTo>
                    <a:pt x="4252" y="2109"/>
                  </a:lnTo>
                  <a:lnTo>
                    <a:pt x="4252" y="2076"/>
                  </a:lnTo>
                  <a:close/>
                  <a:moveTo>
                    <a:pt x="1" y="2210"/>
                  </a:moveTo>
                  <a:cubicBezTo>
                    <a:pt x="1" y="2227"/>
                    <a:pt x="1" y="2243"/>
                    <a:pt x="1" y="2243"/>
                  </a:cubicBezTo>
                  <a:lnTo>
                    <a:pt x="235" y="2243"/>
                  </a:lnTo>
                  <a:lnTo>
                    <a:pt x="235" y="2210"/>
                  </a:lnTo>
                  <a:close/>
                  <a:moveTo>
                    <a:pt x="4018" y="2227"/>
                  </a:moveTo>
                  <a:cubicBezTo>
                    <a:pt x="4018" y="2227"/>
                    <a:pt x="4018" y="2243"/>
                    <a:pt x="4018" y="2260"/>
                  </a:cubicBezTo>
                  <a:lnTo>
                    <a:pt x="4252" y="2277"/>
                  </a:lnTo>
                  <a:cubicBezTo>
                    <a:pt x="4252" y="2260"/>
                    <a:pt x="4252" y="2243"/>
                    <a:pt x="4252" y="2243"/>
                  </a:cubicBezTo>
                  <a:lnTo>
                    <a:pt x="4018" y="2227"/>
                  </a:lnTo>
                  <a:close/>
                  <a:moveTo>
                    <a:pt x="235" y="2360"/>
                  </a:moveTo>
                  <a:lnTo>
                    <a:pt x="1" y="2394"/>
                  </a:lnTo>
                  <a:lnTo>
                    <a:pt x="18" y="2394"/>
                  </a:lnTo>
                  <a:cubicBezTo>
                    <a:pt x="1" y="2394"/>
                    <a:pt x="1" y="2411"/>
                    <a:pt x="1" y="2427"/>
                  </a:cubicBezTo>
                  <a:lnTo>
                    <a:pt x="235" y="2394"/>
                  </a:lnTo>
                  <a:cubicBezTo>
                    <a:pt x="235" y="2377"/>
                    <a:pt x="235" y="2377"/>
                    <a:pt x="235" y="2360"/>
                  </a:cubicBezTo>
                  <a:close/>
                  <a:moveTo>
                    <a:pt x="4001" y="2377"/>
                  </a:moveTo>
                  <a:cubicBezTo>
                    <a:pt x="4001" y="2394"/>
                    <a:pt x="4001" y="2411"/>
                    <a:pt x="4001" y="2411"/>
                  </a:cubicBezTo>
                  <a:lnTo>
                    <a:pt x="4236" y="2444"/>
                  </a:lnTo>
                  <a:cubicBezTo>
                    <a:pt x="4236" y="2427"/>
                    <a:pt x="4236" y="2427"/>
                    <a:pt x="4236" y="2411"/>
                  </a:cubicBezTo>
                  <a:lnTo>
                    <a:pt x="4001" y="2377"/>
                  </a:lnTo>
                  <a:close/>
                  <a:moveTo>
                    <a:pt x="252" y="2511"/>
                  </a:moveTo>
                  <a:lnTo>
                    <a:pt x="18" y="2561"/>
                  </a:lnTo>
                  <a:lnTo>
                    <a:pt x="18" y="2595"/>
                  </a:lnTo>
                  <a:lnTo>
                    <a:pt x="252" y="2545"/>
                  </a:lnTo>
                  <a:lnTo>
                    <a:pt x="252" y="2511"/>
                  </a:lnTo>
                  <a:close/>
                  <a:moveTo>
                    <a:pt x="3985" y="2545"/>
                  </a:moveTo>
                  <a:lnTo>
                    <a:pt x="3985" y="2561"/>
                  </a:lnTo>
                  <a:lnTo>
                    <a:pt x="4219" y="2628"/>
                  </a:lnTo>
                  <a:lnTo>
                    <a:pt x="4219" y="2578"/>
                  </a:lnTo>
                  <a:lnTo>
                    <a:pt x="3985" y="2545"/>
                  </a:lnTo>
                  <a:close/>
                  <a:moveTo>
                    <a:pt x="285" y="2678"/>
                  </a:moveTo>
                  <a:lnTo>
                    <a:pt x="84" y="2736"/>
                  </a:lnTo>
                  <a:lnTo>
                    <a:pt x="84" y="2736"/>
                  </a:lnTo>
                  <a:cubicBezTo>
                    <a:pt x="84" y="2733"/>
                    <a:pt x="84" y="2731"/>
                    <a:pt x="84" y="2729"/>
                  </a:cubicBezTo>
                  <a:lnTo>
                    <a:pt x="84" y="2729"/>
                  </a:lnTo>
                  <a:lnTo>
                    <a:pt x="51" y="2745"/>
                  </a:lnTo>
                  <a:lnTo>
                    <a:pt x="84" y="2736"/>
                  </a:lnTo>
                  <a:lnTo>
                    <a:pt x="84" y="2736"/>
                  </a:lnTo>
                  <a:cubicBezTo>
                    <a:pt x="84" y="2750"/>
                    <a:pt x="80" y="2765"/>
                    <a:pt x="51" y="2779"/>
                  </a:cubicBezTo>
                  <a:lnTo>
                    <a:pt x="285" y="2712"/>
                  </a:lnTo>
                  <a:lnTo>
                    <a:pt x="285" y="2678"/>
                  </a:lnTo>
                  <a:close/>
                  <a:moveTo>
                    <a:pt x="3951" y="2695"/>
                  </a:moveTo>
                  <a:lnTo>
                    <a:pt x="3951" y="2729"/>
                  </a:lnTo>
                  <a:lnTo>
                    <a:pt x="4169" y="2796"/>
                  </a:lnTo>
                  <a:cubicBezTo>
                    <a:pt x="4169" y="2779"/>
                    <a:pt x="4169" y="2762"/>
                    <a:pt x="4169" y="2762"/>
                  </a:cubicBezTo>
                  <a:lnTo>
                    <a:pt x="3951" y="2695"/>
                  </a:lnTo>
                  <a:close/>
                  <a:moveTo>
                    <a:pt x="302" y="2829"/>
                  </a:moveTo>
                  <a:lnTo>
                    <a:pt x="101" y="2913"/>
                  </a:lnTo>
                  <a:lnTo>
                    <a:pt x="118" y="2946"/>
                  </a:lnTo>
                  <a:lnTo>
                    <a:pt x="319" y="2863"/>
                  </a:lnTo>
                  <a:lnTo>
                    <a:pt x="302" y="2829"/>
                  </a:lnTo>
                  <a:close/>
                  <a:moveTo>
                    <a:pt x="3918" y="2846"/>
                  </a:moveTo>
                  <a:lnTo>
                    <a:pt x="3918" y="2879"/>
                  </a:lnTo>
                  <a:lnTo>
                    <a:pt x="4118" y="2963"/>
                  </a:lnTo>
                  <a:lnTo>
                    <a:pt x="4135" y="2930"/>
                  </a:lnTo>
                  <a:lnTo>
                    <a:pt x="3918" y="2846"/>
                  </a:lnTo>
                  <a:close/>
                  <a:moveTo>
                    <a:pt x="386" y="2963"/>
                  </a:moveTo>
                  <a:lnTo>
                    <a:pt x="168" y="3063"/>
                  </a:lnTo>
                  <a:lnTo>
                    <a:pt x="202" y="3063"/>
                  </a:lnTo>
                  <a:cubicBezTo>
                    <a:pt x="202" y="3072"/>
                    <a:pt x="206" y="3080"/>
                    <a:pt x="206" y="3086"/>
                  </a:cubicBezTo>
                  <a:lnTo>
                    <a:pt x="206" y="3086"/>
                  </a:lnTo>
                  <a:lnTo>
                    <a:pt x="386" y="2996"/>
                  </a:lnTo>
                  <a:lnTo>
                    <a:pt x="386" y="2963"/>
                  </a:lnTo>
                  <a:close/>
                  <a:moveTo>
                    <a:pt x="206" y="3086"/>
                  </a:moveTo>
                  <a:lnTo>
                    <a:pt x="185" y="3097"/>
                  </a:lnTo>
                  <a:cubicBezTo>
                    <a:pt x="202" y="3097"/>
                    <a:pt x="206" y="3093"/>
                    <a:pt x="206" y="3086"/>
                  </a:cubicBezTo>
                  <a:close/>
                  <a:moveTo>
                    <a:pt x="3817" y="2963"/>
                  </a:moveTo>
                  <a:lnTo>
                    <a:pt x="3800" y="2996"/>
                  </a:lnTo>
                  <a:lnTo>
                    <a:pt x="4018" y="3097"/>
                  </a:lnTo>
                  <a:lnTo>
                    <a:pt x="4035" y="3063"/>
                  </a:lnTo>
                  <a:lnTo>
                    <a:pt x="3817" y="2963"/>
                  </a:lnTo>
                  <a:close/>
                  <a:moveTo>
                    <a:pt x="453" y="3097"/>
                  </a:moveTo>
                  <a:lnTo>
                    <a:pt x="252" y="3214"/>
                  </a:lnTo>
                  <a:lnTo>
                    <a:pt x="269" y="3248"/>
                  </a:lnTo>
                  <a:lnTo>
                    <a:pt x="469" y="3130"/>
                  </a:lnTo>
                  <a:lnTo>
                    <a:pt x="453" y="3097"/>
                  </a:lnTo>
                  <a:close/>
                  <a:moveTo>
                    <a:pt x="3750" y="3114"/>
                  </a:moveTo>
                  <a:lnTo>
                    <a:pt x="3733" y="3130"/>
                  </a:lnTo>
                  <a:lnTo>
                    <a:pt x="3934" y="3264"/>
                  </a:lnTo>
                  <a:lnTo>
                    <a:pt x="3951" y="3231"/>
                  </a:lnTo>
                  <a:lnTo>
                    <a:pt x="3750" y="3114"/>
                  </a:lnTo>
                  <a:close/>
                  <a:moveTo>
                    <a:pt x="536" y="3231"/>
                  </a:moveTo>
                  <a:lnTo>
                    <a:pt x="352" y="3365"/>
                  </a:lnTo>
                  <a:lnTo>
                    <a:pt x="369" y="3398"/>
                  </a:lnTo>
                  <a:lnTo>
                    <a:pt x="553" y="3248"/>
                  </a:lnTo>
                  <a:lnTo>
                    <a:pt x="536" y="3231"/>
                  </a:lnTo>
                  <a:close/>
                  <a:moveTo>
                    <a:pt x="3667" y="3248"/>
                  </a:moveTo>
                  <a:lnTo>
                    <a:pt x="3633" y="3264"/>
                  </a:lnTo>
                  <a:lnTo>
                    <a:pt x="3834" y="3398"/>
                  </a:lnTo>
                  <a:lnTo>
                    <a:pt x="3851" y="3381"/>
                  </a:lnTo>
                  <a:lnTo>
                    <a:pt x="3667" y="3248"/>
                  </a:lnTo>
                  <a:close/>
                  <a:moveTo>
                    <a:pt x="637" y="3348"/>
                  </a:moveTo>
                  <a:lnTo>
                    <a:pt x="453" y="3499"/>
                  </a:lnTo>
                  <a:lnTo>
                    <a:pt x="469" y="3532"/>
                  </a:lnTo>
                  <a:lnTo>
                    <a:pt x="654" y="3381"/>
                  </a:lnTo>
                  <a:lnTo>
                    <a:pt x="637" y="3348"/>
                  </a:lnTo>
                  <a:close/>
                  <a:moveTo>
                    <a:pt x="3566" y="3365"/>
                  </a:moveTo>
                  <a:lnTo>
                    <a:pt x="3549" y="3381"/>
                  </a:lnTo>
                  <a:lnTo>
                    <a:pt x="3717" y="3549"/>
                  </a:lnTo>
                  <a:lnTo>
                    <a:pt x="3733" y="3515"/>
                  </a:lnTo>
                  <a:lnTo>
                    <a:pt x="3566" y="3365"/>
                  </a:lnTo>
                  <a:close/>
                  <a:moveTo>
                    <a:pt x="737" y="3465"/>
                  </a:moveTo>
                  <a:lnTo>
                    <a:pt x="570" y="3633"/>
                  </a:lnTo>
                  <a:lnTo>
                    <a:pt x="603" y="3666"/>
                  </a:lnTo>
                  <a:lnTo>
                    <a:pt x="754" y="3499"/>
                  </a:lnTo>
                  <a:lnTo>
                    <a:pt x="737" y="3465"/>
                  </a:lnTo>
                  <a:close/>
                  <a:moveTo>
                    <a:pt x="3449" y="3482"/>
                  </a:moveTo>
                  <a:lnTo>
                    <a:pt x="3432" y="3515"/>
                  </a:lnTo>
                  <a:lnTo>
                    <a:pt x="3600" y="3683"/>
                  </a:lnTo>
                  <a:lnTo>
                    <a:pt x="3616" y="3649"/>
                  </a:lnTo>
                  <a:lnTo>
                    <a:pt x="3449" y="3482"/>
                  </a:lnTo>
                  <a:close/>
                  <a:moveTo>
                    <a:pt x="854" y="3582"/>
                  </a:moveTo>
                  <a:lnTo>
                    <a:pt x="704" y="3766"/>
                  </a:lnTo>
                  <a:lnTo>
                    <a:pt x="721" y="3783"/>
                  </a:lnTo>
                  <a:lnTo>
                    <a:pt x="871" y="3599"/>
                  </a:lnTo>
                  <a:lnTo>
                    <a:pt x="854" y="3582"/>
                  </a:lnTo>
                  <a:close/>
                  <a:moveTo>
                    <a:pt x="3332" y="3599"/>
                  </a:moveTo>
                  <a:cubicBezTo>
                    <a:pt x="3332" y="3599"/>
                    <a:pt x="3332" y="3616"/>
                    <a:pt x="3315" y="3616"/>
                  </a:cubicBezTo>
                  <a:lnTo>
                    <a:pt x="3466" y="3800"/>
                  </a:lnTo>
                  <a:lnTo>
                    <a:pt x="3499" y="3766"/>
                  </a:lnTo>
                  <a:lnTo>
                    <a:pt x="3332" y="3599"/>
                  </a:lnTo>
                  <a:close/>
                  <a:moveTo>
                    <a:pt x="972" y="3683"/>
                  </a:moveTo>
                  <a:lnTo>
                    <a:pt x="838" y="3867"/>
                  </a:lnTo>
                  <a:lnTo>
                    <a:pt x="871" y="3884"/>
                  </a:lnTo>
                  <a:lnTo>
                    <a:pt x="1005" y="3700"/>
                  </a:lnTo>
                  <a:lnTo>
                    <a:pt x="972" y="3683"/>
                  </a:lnTo>
                  <a:close/>
                  <a:moveTo>
                    <a:pt x="3215" y="3700"/>
                  </a:moveTo>
                  <a:lnTo>
                    <a:pt x="3198" y="3716"/>
                  </a:lnTo>
                  <a:lnTo>
                    <a:pt x="3332" y="3900"/>
                  </a:lnTo>
                  <a:lnTo>
                    <a:pt x="3349" y="3884"/>
                  </a:lnTo>
                  <a:lnTo>
                    <a:pt x="3215" y="3700"/>
                  </a:lnTo>
                  <a:close/>
                  <a:moveTo>
                    <a:pt x="1106" y="3750"/>
                  </a:moveTo>
                  <a:lnTo>
                    <a:pt x="988" y="3951"/>
                  </a:lnTo>
                  <a:lnTo>
                    <a:pt x="1022" y="3967"/>
                  </a:lnTo>
                  <a:lnTo>
                    <a:pt x="1139" y="3766"/>
                  </a:lnTo>
                  <a:lnTo>
                    <a:pt x="1106" y="3750"/>
                  </a:lnTo>
                  <a:close/>
                  <a:moveTo>
                    <a:pt x="3081" y="3783"/>
                  </a:moveTo>
                  <a:lnTo>
                    <a:pt x="3064" y="3800"/>
                  </a:lnTo>
                  <a:lnTo>
                    <a:pt x="3181" y="4001"/>
                  </a:lnTo>
                  <a:lnTo>
                    <a:pt x="3198" y="3984"/>
                  </a:lnTo>
                  <a:lnTo>
                    <a:pt x="3081" y="3783"/>
                  </a:lnTo>
                  <a:close/>
                  <a:moveTo>
                    <a:pt x="1239" y="3833"/>
                  </a:moveTo>
                  <a:lnTo>
                    <a:pt x="1139" y="4051"/>
                  </a:lnTo>
                  <a:lnTo>
                    <a:pt x="1172" y="4051"/>
                  </a:lnTo>
                  <a:lnTo>
                    <a:pt x="1273" y="3850"/>
                  </a:lnTo>
                  <a:lnTo>
                    <a:pt x="1239" y="3833"/>
                  </a:lnTo>
                  <a:close/>
                  <a:moveTo>
                    <a:pt x="2947" y="3850"/>
                  </a:moveTo>
                  <a:lnTo>
                    <a:pt x="2913" y="3867"/>
                  </a:lnTo>
                  <a:lnTo>
                    <a:pt x="3014" y="4085"/>
                  </a:lnTo>
                  <a:lnTo>
                    <a:pt x="3047" y="4068"/>
                  </a:lnTo>
                  <a:lnTo>
                    <a:pt x="2947" y="3850"/>
                  </a:lnTo>
                  <a:close/>
                  <a:moveTo>
                    <a:pt x="1390" y="3917"/>
                  </a:moveTo>
                  <a:lnTo>
                    <a:pt x="1306" y="4118"/>
                  </a:lnTo>
                  <a:lnTo>
                    <a:pt x="1340" y="4135"/>
                  </a:lnTo>
                  <a:lnTo>
                    <a:pt x="1424" y="3917"/>
                  </a:lnTo>
                  <a:close/>
                  <a:moveTo>
                    <a:pt x="2779" y="3917"/>
                  </a:moveTo>
                  <a:lnTo>
                    <a:pt x="2846" y="4135"/>
                  </a:lnTo>
                  <a:lnTo>
                    <a:pt x="2880" y="4118"/>
                  </a:lnTo>
                  <a:lnTo>
                    <a:pt x="2796" y="3917"/>
                  </a:lnTo>
                  <a:close/>
                  <a:moveTo>
                    <a:pt x="1541" y="3951"/>
                  </a:moveTo>
                  <a:lnTo>
                    <a:pt x="1474" y="4185"/>
                  </a:lnTo>
                  <a:lnTo>
                    <a:pt x="1507" y="4185"/>
                  </a:lnTo>
                  <a:lnTo>
                    <a:pt x="1574" y="3951"/>
                  </a:lnTo>
                  <a:close/>
                  <a:moveTo>
                    <a:pt x="2629" y="3967"/>
                  </a:moveTo>
                  <a:lnTo>
                    <a:pt x="2679" y="4202"/>
                  </a:lnTo>
                  <a:lnTo>
                    <a:pt x="2712" y="4202"/>
                  </a:lnTo>
                  <a:lnTo>
                    <a:pt x="2645" y="3967"/>
                  </a:lnTo>
                  <a:close/>
                  <a:moveTo>
                    <a:pt x="1691" y="4001"/>
                  </a:moveTo>
                  <a:lnTo>
                    <a:pt x="1641" y="4218"/>
                  </a:lnTo>
                  <a:lnTo>
                    <a:pt x="1675" y="4218"/>
                  </a:lnTo>
                  <a:lnTo>
                    <a:pt x="1725" y="4001"/>
                  </a:lnTo>
                  <a:close/>
                  <a:moveTo>
                    <a:pt x="2461" y="4001"/>
                  </a:moveTo>
                  <a:lnTo>
                    <a:pt x="2512" y="4235"/>
                  </a:lnTo>
                  <a:lnTo>
                    <a:pt x="2545" y="4235"/>
                  </a:lnTo>
                  <a:lnTo>
                    <a:pt x="2495" y="4001"/>
                  </a:lnTo>
                  <a:close/>
                  <a:moveTo>
                    <a:pt x="1842" y="4018"/>
                  </a:moveTo>
                  <a:lnTo>
                    <a:pt x="1809" y="4252"/>
                  </a:lnTo>
                  <a:lnTo>
                    <a:pt x="1842" y="4252"/>
                  </a:lnTo>
                  <a:lnTo>
                    <a:pt x="1876" y="4018"/>
                  </a:lnTo>
                  <a:close/>
                  <a:moveTo>
                    <a:pt x="2311" y="4034"/>
                  </a:moveTo>
                  <a:lnTo>
                    <a:pt x="2344" y="4252"/>
                  </a:lnTo>
                  <a:lnTo>
                    <a:pt x="2378" y="4252"/>
                  </a:lnTo>
                  <a:lnTo>
                    <a:pt x="2344" y="4034"/>
                  </a:lnTo>
                  <a:close/>
                  <a:moveTo>
                    <a:pt x="1993" y="4034"/>
                  </a:moveTo>
                  <a:lnTo>
                    <a:pt x="1993" y="4269"/>
                  </a:lnTo>
                  <a:lnTo>
                    <a:pt x="2026" y="4269"/>
                  </a:lnTo>
                  <a:lnTo>
                    <a:pt x="2026" y="4034"/>
                  </a:lnTo>
                  <a:close/>
                  <a:moveTo>
                    <a:pt x="2160" y="4034"/>
                  </a:moveTo>
                  <a:lnTo>
                    <a:pt x="2160" y="4269"/>
                  </a:lnTo>
                  <a:lnTo>
                    <a:pt x="2194" y="4269"/>
                  </a:lnTo>
                  <a:lnTo>
                    <a:pt x="2194" y="4034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8"/>
            <p:cNvSpPr/>
            <p:nvPr/>
          </p:nvSpPr>
          <p:spPr>
            <a:xfrm>
              <a:off x="5566395" y="4081384"/>
              <a:ext cx="193247" cy="193516"/>
            </a:xfrm>
            <a:custGeom>
              <a:avLst/>
              <a:gdLst/>
              <a:ahLst/>
              <a:cxnLst/>
              <a:rect l="l" t="t" r="r" b="b"/>
              <a:pathLst>
                <a:path w="8605" h="8617" extrusionOk="0">
                  <a:moveTo>
                    <a:pt x="4034" y="0"/>
                  </a:moveTo>
                  <a:lnTo>
                    <a:pt x="4051" y="134"/>
                  </a:lnTo>
                  <a:lnTo>
                    <a:pt x="4302" y="134"/>
                  </a:lnTo>
                  <a:lnTo>
                    <a:pt x="4302" y="0"/>
                  </a:lnTo>
                  <a:close/>
                  <a:moveTo>
                    <a:pt x="4637" y="0"/>
                  </a:moveTo>
                  <a:lnTo>
                    <a:pt x="4637" y="134"/>
                  </a:lnTo>
                  <a:cubicBezTo>
                    <a:pt x="4721" y="134"/>
                    <a:pt x="4804" y="151"/>
                    <a:pt x="4888" y="151"/>
                  </a:cubicBezTo>
                  <a:lnTo>
                    <a:pt x="4905" y="17"/>
                  </a:lnTo>
                  <a:cubicBezTo>
                    <a:pt x="4804" y="17"/>
                    <a:pt x="4721" y="0"/>
                    <a:pt x="4637" y="0"/>
                  </a:cubicBezTo>
                  <a:close/>
                  <a:moveTo>
                    <a:pt x="3700" y="33"/>
                  </a:moveTo>
                  <a:cubicBezTo>
                    <a:pt x="3616" y="33"/>
                    <a:pt x="3532" y="50"/>
                    <a:pt x="3449" y="67"/>
                  </a:cubicBezTo>
                  <a:lnTo>
                    <a:pt x="3465" y="201"/>
                  </a:lnTo>
                  <a:cubicBezTo>
                    <a:pt x="3549" y="184"/>
                    <a:pt x="3633" y="167"/>
                    <a:pt x="3733" y="167"/>
                  </a:cubicBezTo>
                  <a:lnTo>
                    <a:pt x="3700" y="33"/>
                  </a:lnTo>
                  <a:close/>
                  <a:moveTo>
                    <a:pt x="5240" y="67"/>
                  </a:moveTo>
                  <a:lnTo>
                    <a:pt x="5206" y="201"/>
                  </a:lnTo>
                  <a:lnTo>
                    <a:pt x="5206" y="218"/>
                  </a:lnTo>
                  <a:cubicBezTo>
                    <a:pt x="5290" y="234"/>
                    <a:pt x="5374" y="251"/>
                    <a:pt x="5457" y="268"/>
                  </a:cubicBezTo>
                  <a:lnTo>
                    <a:pt x="5491" y="134"/>
                  </a:lnTo>
                  <a:cubicBezTo>
                    <a:pt x="5407" y="117"/>
                    <a:pt x="5323" y="84"/>
                    <a:pt x="5240" y="67"/>
                  </a:cubicBezTo>
                  <a:close/>
                  <a:moveTo>
                    <a:pt x="3114" y="151"/>
                  </a:moveTo>
                  <a:cubicBezTo>
                    <a:pt x="3030" y="184"/>
                    <a:pt x="2946" y="201"/>
                    <a:pt x="2863" y="234"/>
                  </a:cubicBezTo>
                  <a:lnTo>
                    <a:pt x="2913" y="368"/>
                  </a:lnTo>
                  <a:cubicBezTo>
                    <a:pt x="2997" y="335"/>
                    <a:pt x="3080" y="301"/>
                    <a:pt x="3147" y="285"/>
                  </a:cubicBezTo>
                  <a:lnTo>
                    <a:pt x="3114" y="151"/>
                  </a:lnTo>
                  <a:close/>
                  <a:moveTo>
                    <a:pt x="5809" y="234"/>
                  </a:moveTo>
                  <a:lnTo>
                    <a:pt x="5759" y="368"/>
                  </a:lnTo>
                  <a:lnTo>
                    <a:pt x="5775" y="368"/>
                  </a:lnTo>
                  <a:cubicBezTo>
                    <a:pt x="5859" y="402"/>
                    <a:pt x="5943" y="435"/>
                    <a:pt x="6010" y="469"/>
                  </a:cubicBezTo>
                  <a:lnTo>
                    <a:pt x="6060" y="335"/>
                  </a:lnTo>
                  <a:cubicBezTo>
                    <a:pt x="5976" y="301"/>
                    <a:pt x="5892" y="268"/>
                    <a:pt x="5809" y="234"/>
                  </a:cubicBezTo>
                  <a:close/>
                  <a:moveTo>
                    <a:pt x="2511" y="368"/>
                  </a:moveTo>
                  <a:cubicBezTo>
                    <a:pt x="2428" y="402"/>
                    <a:pt x="2344" y="452"/>
                    <a:pt x="2260" y="485"/>
                  </a:cubicBezTo>
                  <a:lnTo>
                    <a:pt x="2327" y="603"/>
                  </a:lnTo>
                  <a:cubicBezTo>
                    <a:pt x="2411" y="569"/>
                    <a:pt x="2478" y="519"/>
                    <a:pt x="2561" y="485"/>
                  </a:cubicBezTo>
                  <a:lnTo>
                    <a:pt x="2511" y="368"/>
                  </a:lnTo>
                  <a:close/>
                  <a:moveTo>
                    <a:pt x="6361" y="485"/>
                  </a:moveTo>
                  <a:lnTo>
                    <a:pt x="6294" y="603"/>
                  </a:lnTo>
                  <a:lnTo>
                    <a:pt x="6311" y="619"/>
                  </a:lnTo>
                  <a:cubicBezTo>
                    <a:pt x="6378" y="653"/>
                    <a:pt x="6462" y="703"/>
                    <a:pt x="6512" y="737"/>
                  </a:cubicBezTo>
                  <a:lnTo>
                    <a:pt x="6595" y="619"/>
                  </a:lnTo>
                  <a:cubicBezTo>
                    <a:pt x="6512" y="569"/>
                    <a:pt x="6428" y="536"/>
                    <a:pt x="6361" y="485"/>
                  </a:cubicBezTo>
                  <a:close/>
                  <a:moveTo>
                    <a:pt x="1976" y="653"/>
                  </a:moveTo>
                  <a:cubicBezTo>
                    <a:pt x="1909" y="703"/>
                    <a:pt x="1825" y="753"/>
                    <a:pt x="1758" y="803"/>
                  </a:cubicBezTo>
                  <a:lnTo>
                    <a:pt x="1842" y="904"/>
                  </a:lnTo>
                  <a:cubicBezTo>
                    <a:pt x="1909" y="854"/>
                    <a:pt x="1976" y="803"/>
                    <a:pt x="2043" y="753"/>
                  </a:cubicBezTo>
                  <a:lnTo>
                    <a:pt x="1976" y="653"/>
                  </a:lnTo>
                  <a:close/>
                  <a:moveTo>
                    <a:pt x="6863" y="803"/>
                  </a:moveTo>
                  <a:lnTo>
                    <a:pt x="6780" y="921"/>
                  </a:lnTo>
                  <a:lnTo>
                    <a:pt x="6796" y="921"/>
                  </a:lnTo>
                  <a:cubicBezTo>
                    <a:pt x="6863" y="971"/>
                    <a:pt x="6947" y="1038"/>
                    <a:pt x="6980" y="1071"/>
                  </a:cubicBezTo>
                  <a:lnTo>
                    <a:pt x="7064" y="971"/>
                  </a:lnTo>
                  <a:cubicBezTo>
                    <a:pt x="6997" y="921"/>
                    <a:pt x="6930" y="870"/>
                    <a:pt x="6863" y="803"/>
                  </a:cubicBezTo>
                  <a:close/>
                  <a:moveTo>
                    <a:pt x="1507" y="1004"/>
                  </a:moveTo>
                  <a:cubicBezTo>
                    <a:pt x="1440" y="1071"/>
                    <a:pt x="1373" y="1122"/>
                    <a:pt x="1306" y="1188"/>
                  </a:cubicBezTo>
                  <a:lnTo>
                    <a:pt x="1390" y="1289"/>
                  </a:lnTo>
                  <a:cubicBezTo>
                    <a:pt x="1457" y="1222"/>
                    <a:pt x="1524" y="1155"/>
                    <a:pt x="1591" y="1105"/>
                  </a:cubicBezTo>
                  <a:lnTo>
                    <a:pt x="1507" y="1004"/>
                  </a:lnTo>
                  <a:close/>
                  <a:moveTo>
                    <a:pt x="7315" y="1205"/>
                  </a:moveTo>
                  <a:lnTo>
                    <a:pt x="7232" y="1289"/>
                  </a:lnTo>
                  <a:lnTo>
                    <a:pt x="7265" y="1306"/>
                  </a:lnTo>
                  <a:cubicBezTo>
                    <a:pt x="7315" y="1373"/>
                    <a:pt x="7365" y="1423"/>
                    <a:pt x="7399" y="1490"/>
                  </a:cubicBezTo>
                  <a:lnTo>
                    <a:pt x="7499" y="1389"/>
                  </a:lnTo>
                  <a:cubicBezTo>
                    <a:pt x="7449" y="1322"/>
                    <a:pt x="7382" y="1255"/>
                    <a:pt x="7315" y="1205"/>
                  </a:cubicBezTo>
                  <a:close/>
                  <a:moveTo>
                    <a:pt x="1088" y="1423"/>
                  </a:moveTo>
                  <a:cubicBezTo>
                    <a:pt x="1022" y="1490"/>
                    <a:pt x="971" y="1557"/>
                    <a:pt x="904" y="1640"/>
                  </a:cubicBezTo>
                  <a:lnTo>
                    <a:pt x="1022" y="1724"/>
                  </a:lnTo>
                  <a:cubicBezTo>
                    <a:pt x="1072" y="1640"/>
                    <a:pt x="1122" y="1573"/>
                    <a:pt x="1172" y="1506"/>
                  </a:cubicBezTo>
                  <a:lnTo>
                    <a:pt x="1088" y="1423"/>
                  </a:lnTo>
                  <a:close/>
                  <a:moveTo>
                    <a:pt x="7717" y="1657"/>
                  </a:moveTo>
                  <a:lnTo>
                    <a:pt x="7600" y="1741"/>
                  </a:lnTo>
                  <a:lnTo>
                    <a:pt x="7633" y="1741"/>
                  </a:lnTo>
                  <a:cubicBezTo>
                    <a:pt x="7683" y="1808"/>
                    <a:pt x="7734" y="1875"/>
                    <a:pt x="7750" y="1942"/>
                  </a:cubicBezTo>
                  <a:lnTo>
                    <a:pt x="7868" y="1858"/>
                  </a:lnTo>
                  <a:cubicBezTo>
                    <a:pt x="7817" y="1791"/>
                    <a:pt x="7767" y="1724"/>
                    <a:pt x="7717" y="1657"/>
                  </a:cubicBezTo>
                  <a:close/>
                  <a:moveTo>
                    <a:pt x="720" y="1908"/>
                  </a:moveTo>
                  <a:cubicBezTo>
                    <a:pt x="670" y="1975"/>
                    <a:pt x="620" y="2059"/>
                    <a:pt x="586" y="2126"/>
                  </a:cubicBezTo>
                  <a:lnTo>
                    <a:pt x="687" y="2193"/>
                  </a:lnTo>
                  <a:cubicBezTo>
                    <a:pt x="737" y="2126"/>
                    <a:pt x="787" y="2042"/>
                    <a:pt x="837" y="1975"/>
                  </a:cubicBezTo>
                  <a:lnTo>
                    <a:pt x="720" y="1908"/>
                  </a:lnTo>
                  <a:close/>
                  <a:moveTo>
                    <a:pt x="8035" y="2159"/>
                  </a:moveTo>
                  <a:lnTo>
                    <a:pt x="7918" y="2226"/>
                  </a:lnTo>
                  <a:lnTo>
                    <a:pt x="7968" y="2226"/>
                  </a:lnTo>
                  <a:cubicBezTo>
                    <a:pt x="8002" y="2310"/>
                    <a:pt x="8052" y="2377"/>
                    <a:pt x="8052" y="2444"/>
                  </a:cubicBezTo>
                  <a:lnTo>
                    <a:pt x="8169" y="2394"/>
                  </a:lnTo>
                  <a:cubicBezTo>
                    <a:pt x="8119" y="2310"/>
                    <a:pt x="8085" y="2226"/>
                    <a:pt x="8035" y="2159"/>
                  </a:cubicBezTo>
                  <a:close/>
                  <a:moveTo>
                    <a:pt x="436" y="2427"/>
                  </a:moveTo>
                  <a:cubicBezTo>
                    <a:pt x="385" y="2511"/>
                    <a:pt x="352" y="2594"/>
                    <a:pt x="319" y="2678"/>
                  </a:cubicBezTo>
                  <a:lnTo>
                    <a:pt x="436" y="2728"/>
                  </a:lnTo>
                  <a:cubicBezTo>
                    <a:pt x="469" y="2645"/>
                    <a:pt x="503" y="2561"/>
                    <a:pt x="553" y="2494"/>
                  </a:cubicBezTo>
                  <a:lnTo>
                    <a:pt x="436" y="2427"/>
                  </a:lnTo>
                  <a:close/>
                  <a:moveTo>
                    <a:pt x="8303" y="2695"/>
                  </a:moveTo>
                  <a:lnTo>
                    <a:pt x="8169" y="2745"/>
                  </a:lnTo>
                  <a:lnTo>
                    <a:pt x="8219" y="2745"/>
                  </a:lnTo>
                  <a:cubicBezTo>
                    <a:pt x="8253" y="2829"/>
                    <a:pt x="8269" y="2913"/>
                    <a:pt x="8269" y="2996"/>
                  </a:cubicBezTo>
                  <a:lnTo>
                    <a:pt x="8386" y="2946"/>
                  </a:lnTo>
                  <a:cubicBezTo>
                    <a:pt x="8353" y="2862"/>
                    <a:pt x="8336" y="2779"/>
                    <a:pt x="8303" y="2695"/>
                  </a:cubicBezTo>
                  <a:close/>
                  <a:moveTo>
                    <a:pt x="201" y="2996"/>
                  </a:moveTo>
                  <a:cubicBezTo>
                    <a:pt x="185" y="3080"/>
                    <a:pt x="151" y="3164"/>
                    <a:pt x="134" y="3247"/>
                  </a:cubicBezTo>
                  <a:lnTo>
                    <a:pt x="268" y="3281"/>
                  </a:lnTo>
                  <a:cubicBezTo>
                    <a:pt x="285" y="3197"/>
                    <a:pt x="302" y="3113"/>
                    <a:pt x="335" y="3030"/>
                  </a:cubicBezTo>
                  <a:lnTo>
                    <a:pt x="201" y="2996"/>
                  </a:lnTo>
                  <a:close/>
                  <a:moveTo>
                    <a:pt x="8470" y="3264"/>
                  </a:moveTo>
                  <a:lnTo>
                    <a:pt x="8353" y="3298"/>
                  </a:lnTo>
                  <a:lnTo>
                    <a:pt x="8386" y="3314"/>
                  </a:lnTo>
                  <a:cubicBezTo>
                    <a:pt x="8420" y="3398"/>
                    <a:pt x="8437" y="3482"/>
                    <a:pt x="8403" y="3549"/>
                  </a:cubicBezTo>
                  <a:lnTo>
                    <a:pt x="8537" y="3532"/>
                  </a:lnTo>
                  <a:cubicBezTo>
                    <a:pt x="8520" y="3448"/>
                    <a:pt x="8504" y="3364"/>
                    <a:pt x="8470" y="3264"/>
                  </a:cubicBezTo>
                  <a:close/>
                  <a:moveTo>
                    <a:pt x="67" y="3582"/>
                  </a:moveTo>
                  <a:cubicBezTo>
                    <a:pt x="51" y="3666"/>
                    <a:pt x="34" y="3749"/>
                    <a:pt x="34" y="3850"/>
                  </a:cubicBezTo>
                  <a:lnTo>
                    <a:pt x="168" y="3850"/>
                  </a:lnTo>
                  <a:cubicBezTo>
                    <a:pt x="168" y="3766"/>
                    <a:pt x="185" y="3683"/>
                    <a:pt x="201" y="3599"/>
                  </a:cubicBezTo>
                  <a:lnTo>
                    <a:pt x="67" y="3582"/>
                  </a:lnTo>
                  <a:close/>
                  <a:moveTo>
                    <a:pt x="8571" y="3867"/>
                  </a:moveTo>
                  <a:lnTo>
                    <a:pt x="8453" y="3883"/>
                  </a:lnTo>
                  <a:lnTo>
                    <a:pt x="8487" y="3883"/>
                  </a:lnTo>
                  <a:cubicBezTo>
                    <a:pt x="8504" y="3967"/>
                    <a:pt x="8520" y="4051"/>
                    <a:pt x="8470" y="4134"/>
                  </a:cubicBezTo>
                  <a:lnTo>
                    <a:pt x="8604" y="4134"/>
                  </a:lnTo>
                  <a:cubicBezTo>
                    <a:pt x="8587" y="4051"/>
                    <a:pt x="8571" y="3967"/>
                    <a:pt x="8571" y="3867"/>
                  </a:cubicBezTo>
                  <a:close/>
                  <a:moveTo>
                    <a:pt x="0" y="4185"/>
                  </a:moveTo>
                  <a:lnTo>
                    <a:pt x="0" y="4302"/>
                  </a:lnTo>
                  <a:cubicBezTo>
                    <a:pt x="0" y="4352"/>
                    <a:pt x="17" y="4402"/>
                    <a:pt x="0" y="4436"/>
                  </a:cubicBezTo>
                  <a:lnTo>
                    <a:pt x="134" y="4436"/>
                  </a:lnTo>
                  <a:lnTo>
                    <a:pt x="134" y="4185"/>
                  </a:lnTo>
                  <a:close/>
                  <a:moveTo>
                    <a:pt x="8470" y="4469"/>
                  </a:moveTo>
                  <a:cubicBezTo>
                    <a:pt x="8470" y="4553"/>
                    <a:pt x="8453" y="4637"/>
                    <a:pt x="8453" y="4720"/>
                  </a:cubicBezTo>
                  <a:lnTo>
                    <a:pt x="8571" y="4720"/>
                  </a:lnTo>
                  <a:cubicBezTo>
                    <a:pt x="8604" y="4637"/>
                    <a:pt x="8604" y="4553"/>
                    <a:pt x="8604" y="4469"/>
                  </a:cubicBezTo>
                  <a:close/>
                  <a:moveTo>
                    <a:pt x="168" y="4771"/>
                  </a:moveTo>
                  <a:lnTo>
                    <a:pt x="34" y="4787"/>
                  </a:lnTo>
                  <a:cubicBezTo>
                    <a:pt x="51" y="4871"/>
                    <a:pt x="51" y="4955"/>
                    <a:pt x="67" y="5038"/>
                  </a:cubicBezTo>
                  <a:lnTo>
                    <a:pt x="201" y="5022"/>
                  </a:lnTo>
                  <a:cubicBezTo>
                    <a:pt x="185" y="4938"/>
                    <a:pt x="168" y="4854"/>
                    <a:pt x="168" y="4771"/>
                  </a:cubicBezTo>
                  <a:close/>
                  <a:moveTo>
                    <a:pt x="8403" y="5038"/>
                  </a:moveTo>
                  <a:cubicBezTo>
                    <a:pt x="8386" y="5122"/>
                    <a:pt x="8370" y="5206"/>
                    <a:pt x="8353" y="5289"/>
                  </a:cubicBezTo>
                  <a:lnTo>
                    <a:pt x="8470" y="5323"/>
                  </a:lnTo>
                  <a:cubicBezTo>
                    <a:pt x="8504" y="5239"/>
                    <a:pt x="8520" y="5155"/>
                    <a:pt x="8537" y="5072"/>
                  </a:cubicBezTo>
                  <a:lnTo>
                    <a:pt x="8403" y="5038"/>
                  </a:lnTo>
                  <a:close/>
                  <a:moveTo>
                    <a:pt x="268" y="5340"/>
                  </a:moveTo>
                  <a:lnTo>
                    <a:pt x="134" y="5373"/>
                  </a:lnTo>
                  <a:lnTo>
                    <a:pt x="151" y="5373"/>
                  </a:lnTo>
                  <a:cubicBezTo>
                    <a:pt x="168" y="5457"/>
                    <a:pt x="185" y="5540"/>
                    <a:pt x="218" y="5624"/>
                  </a:cubicBezTo>
                  <a:lnTo>
                    <a:pt x="335" y="5591"/>
                  </a:lnTo>
                  <a:cubicBezTo>
                    <a:pt x="302" y="5507"/>
                    <a:pt x="285" y="5423"/>
                    <a:pt x="268" y="5340"/>
                  </a:cubicBezTo>
                  <a:close/>
                  <a:moveTo>
                    <a:pt x="8269" y="5607"/>
                  </a:moveTo>
                  <a:cubicBezTo>
                    <a:pt x="8236" y="5691"/>
                    <a:pt x="8202" y="5775"/>
                    <a:pt x="8169" y="5859"/>
                  </a:cubicBezTo>
                  <a:lnTo>
                    <a:pt x="8303" y="5909"/>
                  </a:lnTo>
                  <a:cubicBezTo>
                    <a:pt x="8336" y="5825"/>
                    <a:pt x="8353" y="5741"/>
                    <a:pt x="8386" y="5658"/>
                  </a:cubicBezTo>
                  <a:lnTo>
                    <a:pt x="8269" y="5607"/>
                  </a:lnTo>
                  <a:close/>
                  <a:moveTo>
                    <a:pt x="436" y="5892"/>
                  </a:moveTo>
                  <a:lnTo>
                    <a:pt x="319" y="5942"/>
                  </a:lnTo>
                  <a:lnTo>
                    <a:pt x="335" y="5942"/>
                  </a:lnTo>
                  <a:cubicBezTo>
                    <a:pt x="369" y="6026"/>
                    <a:pt x="402" y="6110"/>
                    <a:pt x="436" y="6193"/>
                  </a:cubicBezTo>
                  <a:lnTo>
                    <a:pt x="553" y="6126"/>
                  </a:lnTo>
                  <a:cubicBezTo>
                    <a:pt x="503" y="6059"/>
                    <a:pt x="469" y="5976"/>
                    <a:pt x="436" y="5892"/>
                  </a:cubicBezTo>
                  <a:close/>
                  <a:moveTo>
                    <a:pt x="8052" y="6143"/>
                  </a:moveTo>
                  <a:cubicBezTo>
                    <a:pt x="8002" y="6227"/>
                    <a:pt x="7968" y="6310"/>
                    <a:pt x="7918" y="6377"/>
                  </a:cubicBezTo>
                  <a:lnTo>
                    <a:pt x="8035" y="6444"/>
                  </a:lnTo>
                  <a:cubicBezTo>
                    <a:pt x="8085" y="6361"/>
                    <a:pt x="8119" y="6294"/>
                    <a:pt x="8169" y="6210"/>
                  </a:cubicBezTo>
                  <a:lnTo>
                    <a:pt x="8052" y="6143"/>
                  </a:lnTo>
                  <a:close/>
                  <a:moveTo>
                    <a:pt x="687" y="6411"/>
                  </a:moveTo>
                  <a:lnTo>
                    <a:pt x="586" y="6478"/>
                  </a:lnTo>
                  <a:lnTo>
                    <a:pt x="603" y="6478"/>
                  </a:lnTo>
                  <a:cubicBezTo>
                    <a:pt x="637" y="6562"/>
                    <a:pt x="687" y="6645"/>
                    <a:pt x="720" y="6695"/>
                  </a:cubicBezTo>
                  <a:lnTo>
                    <a:pt x="837" y="6628"/>
                  </a:lnTo>
                  <a:cubicBezTo>
                    <a:pt x="787" y="6562"/>
                    <a:pt x="737" y="6495"/>
                    <a:pt x="687" y="6411"/>
                  </a:cubicBezTo>
                  <a:close/>
                  <a:moveTo>
                    <a:pt x="7750" y="6662"/>
                  </a:moveTo>
                  <a:cubicBezTo>
                    <a:pt x="7717" y="6729"/>
                    <a:pt x="7650" y="6796"/>
                    <a:pt x="7600" y="6863"/>
                  </a:cubicBezTo>
                  <a:lnTo>
                    <a:pt x="7700" y="6947"/>
                  </a:lnTo>
                  <a:cubicBezTo>
                    <a:pt x="7767" y="6880"/>
                    <a:pt x="7817" y="6813"/>
                    <a:pt x="7868" y="6729"/>
                  </a:cubicBezTo>
                  <a:lnTo>
                    <a:pt x="7750" y="6662"/>
                  </a:lnTo>
                  <a:close/>
                  <a:moveTo>
                    <a:pt x="1005" y="6896"/>
                  </a:moveTo>
                  <a:lnTo>
                    <a:pt x="904" y="6980"/>
                  </a:lnTo>
                  <a:lnTo>
                    <a:pt x="938" y="6980"/>
                  </a:lnTo>
                  <a:cubicBezTo>
                    <a:pt x="988" y="7047"/>
                    <a:pt x="1055" y="7131"/>
                    <a:pt x="1088" y="7198"/>
                  </a:cubicBezTo>
                  <a:lnTo>
                    <a:pt x="1172" y="7114"/>
                  </a:lnTo>
                  <a:cubicBezTo>
                    <a:pt x="1122" y="7030"/>
                    <a:pt x="1072" y="6963"/>
                    <a:pt x="1005" y="6896"/>
                  </a:cubicBezTo>
                  <a:close/>
                  <a:moveTo>
                    <a:pt x="7399" y="7114"/>
                  </a:moveTo>
                  <a:cubicBezTo>
                    <a:pt x="7332" y="7181"/>
                    <a:pt x="7282" y="7248"/>
                    <a:pt x="7215" y="7298"/>
                  </a:cubicBezTo>
                  <a:lnTo>
                    <a:pt x="7298" y="7398"/>
                  </a:lnTo>
                  <a:cubicBezTo>
                    <a:pt x="7365" y="7332"/>
                    <a:pt x="7432" y="7265"/>
                    <a:pt x="7499" y="7198"/>
                  </a:cubicBezTo>
                  <a:lnTo>
                    <a:pt x="7399" y="7114"/>
                  </a:lnTo>
                  <a:close/>
                  <a:moveTo>
                    <a:pt x="1390" y="7332"/>
                  </a:moveTo>
                  <a:lnTo>
                    <a:pt x="1306" y="7432"/>
                  </a:lnTo>
                  <a:lnTo>
                    <a:pt x="1340" y="7432"/>
                  </a:lnTo>
                  <a:cubicBezTo>
                    <a:pt x="1407" y="7482"/>
                    <a:pt x="1473" y="7549"/>
                    <a:pt x="1507" y="7599"/>
                  </a:cubicBezTo>
                  <a:lnTo>
                    <a:pt x="1591" y="7499"/>
                  </a:lnTo>
                  <a:cubicBezTo>
                    <a:pt x="1524" y="7449"/>
                    <a:pt x="1457" y="7382"/>
                    <a:pt x="1390" y="7332"/>
                  </a:cubicBezTo>
                  <a:close/>
                  <a:moveTo>
                    <a:pt x="6980" y="7516"/>
                  </a:moveTo>
                  <a:cubicBezTo>
                    <a:pt x="6913" y="7566"/>
                    <a:pt x="6847" y="7616"/>
                    <a:pt x="6780" y="7683"/>
                  </a:cubicBezTo>
                  <a:lnTo>
                    <a:pt x="6863" y="7783"/>
                  </a:lnTo>
                  <a:cubicBezTo>
                    <a:pt x="6930" y="7733"/>
                    <a:pt x="6997" y="7666"/>
                    <a:pt x="7064" y="7616"/>
                  </a:cubicBezTo>
                  <a:lnTo>
                    <a:pt x="6980" y="7516"/>
                  </a:lnTo>
                  <a:close/>
                  <a:moveTo>
                    <a:pt x="1842" y="7700"/>
                  </a:moveTo>
                  <a:lnTo>
                    <a:pt x="1775" y="7817"/>
                  </a:lnTo>
                  <a:lnTo>
                    <a:pt x="1825" y="7817"/>
                  </a:lnTo>
                  <a:cubicBezTo>
                    <a:pt x="1892" y="7867"/>
                    <a:pt x="1959" y="7917"/>
                    <a:pt x="2026" y="7968"/>
                  </a:cubicBezTo>
                  <a:lnTo>
                    <a:pt x="2059" y="7850"/>
                  </a:lnTo>
                  <a:cubicBezTo>
                    <a:pt x="1992" y="7800"/>
                    <a:pt x="1925" y="7750"/>
                    <a:pt x="1842" y="7700"/>
                  </a:cubicBezTo>
                  <a:close/>
                  <a:moveTo>
                    <a:pt x="6512" y="7850"/>
                  </a:moveTo>
                  <a:cubicBezTo>
                    <a:pt x="6428" y="7901"/>
                    <a:pt x="6361" y="7951"/>
                    <a:pt x="6277" y="7984"/>
                  </a:cubicBezTo>
                  <a:lnTo>
                    <a:pt x="6344" y="8101"/>
                  </a:lnTo>
                  <a:cubicBezTo>
                    <a:pt x="6428" y="8068"/>
                    <a:pt x="6495" y="8018"/>
                    <a:pt x="6579" y="7968"/>
                  </a:cubicBezTo>
                  <a:lnTo>
                    <a:pt x="6512" y="7850"/>
                  </a:lnTo>
                  <a:close/>
                  <a:moveTo>
                    <a:pt x="2344" y="8018"/>
                  </a:moveTo>
                  <a:lnTo>
                    <a:pt x="2277" y="8135"/>
                  </a:lnTo>
                  <a:lnTo>
                    <a:pt x="2528" y="8252"/>
                  </a:lnTo>
                  <a:lnTo>
                    <a:pt x="2578" y="8135"/>
                  </a:lnTo>
                  <a:cubicBezTo>
                    <a:pt x="2495" y="8101"/>
                    <a:pt x="2428" y="8051"/>
                    <a:pt x="2344" y="8018"/>
                  </a:cubicBezTo>
                  <a:close/>
                  <a:moveTo>
                    <a:pt x="5993" y="8135"/>
                  </a:moveTo>
                  <a:cubicBezTo>
                    <a:pt x="5926" y="8168"/>
                    <a:pt x="5842" y="8202"/>
                    <a:pt x="5759" y="8219"/>
                  </a:cubicBezTo>
                  <a:lnTo>
                    <a:pt x="5809" y="8353"/>
                  </a:lnTo>
                  <a:cubicBezTo>
                    <a:pt x="5892" y="8319"/>
                    <a:pt x="5976" y="8286"/>
                    <a:pt x="6060" y="8252"/>
                  </a:cubicBezTo>
                  <a:lnTo>
                    <a:pt x="5993" y="8135"/>
                  </a:lnTo>
                  <a:close/>
                  <a:moveTo>
                    <a:pt x="2930" y="8252"/>
                  </a:moveTo>
                  <a:lnTo>
                    <a:pt x="2880" y="8369"/>
                  </a:lnTo>
                  <a:cubicBezTo>
                    <a:pt x="2963" y="8403"/>
                    <a:pt x="3047" y="8436"/>
                    <a:pt x="3131" y="8453"/>
                  </a:cubicBezTo>
                  <a:lnTo>
                    <a:pt x="3164" y="8319"/>
                  </a:lnTo>
                  <a:lnTo>
                    <a:pt x="2930" y="8252"/>
                  </a:lnTo>
                  <a:close/>
                  <a:moveTo>
                    <a:pt x="5457" y="8319"/>
                  </a:moveTo>
                  <a:cubicBezTo>
                    <a:pt x="5374" y="8353"/>
                    <a:pt x="5290" y="8369"/>
                    <a:pt x="5206" y="8386"/>
                  </a:cubicBezTo>
                  <a:lnTo>
                    <a:pt x="5223" y="8520"/>
                  </a:lnTo>
                  <a:cubicBezTo>
                    <a:pt x="5307" y="8503"/>
                    <a:pt x="5407" y="8470"/>
                    <a:pt x="5491" y="8453"/>
                  </a:cubicBezTo>
                  <a:lnTo>
                    <a:pt x="5457" y="8319"/>
                  </a:lnTo>
                  <a:close/>
                  <a:moveTo>
                    <a:pt x="3482" y="8403"/>
                  </a:moveTo>
                  <a:lnTo>
                    <a:pt x="3465" y="8537"/>
                  </a:lnTo>
                  <a:cubicBezTo>
                    <a:pt x="3549" y="8553"/>
                    <a:pt x="3633" y="8570"/>
                    <a:pt x="3733" y="8570"/>
                  </a:cubicBezTo>
                  <a:lnTo>
                    <a:pt x="3750" y="8453"/>
                  </a:lnTo>
                  <a:lnTo>
                    <a:pt x="3482" y="8403"/>
                  </a:lnTo>
                  <a:close/>
                  <a:moveTo>
                    <a:pt x="4888" y="8453"/>
                  </a:moveTo>
                  <a:cubicBezTo>
                    <a:pt x="4804" y="8453"/>
                    <a:pt x="4704" y="8470"/>
                    <a:pt x="4620" y="8470"/>
                  </a:cubicBezTo>
                  <a:lnTo>
                    <a:pt x="4637" y="8604"/>
                  </a:lnTo>
                  <a:cubicBezTo>
                    <a:pt x="4721" y="8604"/>
                    <a:pt x="4804" y="8587"/>
                    <a:pt x="4905" y="8587"/>
                  </a:cubicBezTo>
                  <a:lnTo>
                    <a:pt x="4888" y="8453"/>
                  </a:lnTo>
                  <a:close/>
                  <a:moveTo>
                    <a:pt x="4051" y="8486"/>
                  </a:moveTo>
                  <a:lnTo>
                    <a:pt x="4051" y="8604"/>
                  </a:lnTo>
                  <a:cubicBezTo>
                    <a:pt x="4101" y="8612"/>
                    <a:pt x="4147" y="8616"/>
                    <a:pt x="4191" y="8616"/>
                  </a:cubicBezTo>
                  <a:cubicBezTo>
                    <a:pt x="4235" y="8616"/>
                    <a:pt x="4277" y="8612"/>
                    <a:pt x="4319" y="8604"/>
                  </a:cubicBezTo>
                  <a:lnTo>
                    <a:pt x="4319" y="8486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8"/>
            <p:cNvSpPr/>
            <p:nvPr/>
          </p:nvSpPr>
          <p:spPr>
            <a:xfrm>
              <a:off x="5065323" y="4268567"/>
              <a:ext cx="78579" cy="78601"/>
            </a:xfrm>
            <a:custGeom>
              <a:avLst/>
              <a:gdLst/>
              <a:ahLst/>
              <a:cxnLst/>
              <a:rect l="l" t="t" r="r" b="b"/>
              <a:pathLst>
                <a:path w="3499" h="3500" extrusionOk="0">
                  <a:moveTo>
                    <a:pt x="1691" y="1"/>
                  </a:moveTo>
                  <a:cubicBezTo>
                    <a:pt x="1640" y="1"/>
                    <a:pt x="1573" y="18"/>
                    <a:pt x="1523" y="18"/>
                  </a:cubicBezTo>
                  <a:lnTo>
                    <a:pt x="1540" y="101"/>
                  </a:lnTo>
                  <a:cubicBezTo>
                    <a:pt x="1573" y="101"/>
                    <a:pt x="1640" y="85"/>
                    <a:pt x="1691" y="85"/>
                  </a:cubicBezTo>
                  <a:lnTo>
                    <a:pt x="1691" y="1"/>
                  </a:lnTo>
                  <a:close/>
                  <a:moveTo>
                    <a:pt x="1908" y="1"/>
                  </a:moveTo>
                  <a:lnTo>
                    <a:pt x="1908" y="85"/>
                  </a:lnTo>
                  <a:lnTo>
                    <a:pt x="2076" y="118"/>
                  </a:lnTo>
                  <a:lnTo>
                    <a:pt x="2092" y="34"/>
                  </a:lnTo>
                  <a:cubicBezTo>
                    <a:pt x="2025" y="18"/>
                    <a:pt x="1975" y="18"/>
                    <a:pt x="1908" y="1"/>
                  </a:cubicBezTo>
                  <a:close/>
                  <a:moveTo>
                    <a:pt x="1306" y="51"/>
                  </a:moveTo>
                  <a:cubicBezTo>
                    <a:pt x="1239" y="68"/>
                    <a:pt x="1188" y="85"/>
                    <a:pt x="1138" y="118"/>
                  </a:cubicBezTo>
                  <a:lnTo>
                    <a:pt x="1155" y="185"/>
                  </a:lnTo>
                  <a:lnTo>
                    <a:pt x="1155" y="202"/>
                  </a:lnTo>
                  <a:cubicBezTo>
                    <a:pt x="1205" y="168"/>
                    <a:pt x="1255" y="151"/>
                    <a:pt x="1322" y="135"/>
                  </a:cubicBezTo>
                  <a:lnTo>
                    <a:pt x="1306" y="51"/>
                  </a:lnTo>
                  <a:close/>
                  <a:moveTo>
                    <a:pt x="2310" y="85"/>
                  </a:moveTo>
                  <a:lnTo>
                    <a:pt x="2293" y="168"/>
                  </a:lnTo>
                  <a:cubicBezTo>
                    <a:pt x="2343" y="185"/>
                    <a:pt x="2394" y="202"/>
                    <a:pt x="2444" y="235"/>
                  </a:cubicBezTo>
                  <a:lnTo>
                    <a:pt x="2477" y="151"/>
                  </a:lnTo>
                  <a:cubicBezTo>
                    <a:pt x="2427" y="135"/>
                    <a:pt x="2377" y="101"/>
                    <a:pt x="2310" y="85"/>
                  </a:cubicBezTo>
                  <a:close/>
                  <a:moveTo>
                    <a:pt x="937" y="202"/>
                  </a:moveTo>
                  <a:cubicBezTo>
                    <a:pt x="870" y="235"/>
                    <a:pt x="820" y="252"/>
                    <a:pt x="770" y="302"/>
                  </a:cubicBezTo>
                  <a:lnTo>
                    <a:pt x="820" y="369"/>
                  </a:lnTo>
                  <a:cubicBezTo>
                    <a:pt x="870" y="336"/>
                    <a:pt x="921" y="302"/>
                    <a:pt x="971" y="285"/>
                  </a:cubicBezTo>
                  <a:lnTo>
                    <a:pt x="937" y="202"/>
                  </a:lnTo>
                  <a:close/>
                  <a:moveTo>
                    <a:pt x="2678" y="252"/>
                  </a:moveTo>
                  <a:lnTo>
                    <a:pt x="2628" y="336"/>
                  </a:lnTo>
                  <a:cubicBezTo>
                    <a:pt x="2678" y="369"/>
                    <a:pt x="2728" y="403"/>
                    <a:pt x="2762" y="436"/>
                  </a:cubicBezTo>
                  <a:lnTo>
                    <a:pt x="2829" y="352"/>
                  </a:lnTo>
                  <a:cubicBezTo>
                    <a:pt x="2779" y="319"/>
                    <a:pt x="2728" y="285"/>
                    <a:pt x="2678" y="252"/>
                  </a:cubicBezTo>
                  <a:close/>
                  <a:moveTo>
                    <a:pt x="603" y="436"/>
                  </a:moveTo>
                  <a:cubicBezTo>
                    <a:pt x="552" y="469"/>
                    <a:pt x="519" y="503"/>
                    <a:pt x="469" y="553"/>
                  </a:cubicBezTo>
                  <a:lnTo>
                    <a:pt x="527" y="612"/>
                  </a:lnTo>
                  <a:lnTo>
                    <a:pt x="527" y="612"/>
                  </a:lnTo>
                  <a:cubicBezTo>
                    <a:pt x="573" y="566"/>
                    <a:pt x="605" y="534"/>
                    <a:pt x="653" y="486"/>
                  </a:cubicBezTo>
                  <a:lnTo>
                    <a:pt x="603" y="436"/>
                  </a:lnTo>
                  <a:close/>
                  <a:moveTo>
                    <a:pt x="527" y="612"/>
                  </a:moveTo>
                  <a:lnTo>
                    <a:pt x="527" y="612"/>
                  </a:lnTo>
                  <a:cubicBezTo>
                    <a:pt x="525" y="615"/>
                    <a:pt x="522" y="617"/>
                    <a:pt x="519" y="620"/>
                  </a:cubicBezTo>
                  <a:lnTo>
                    <a:pt x="536" y="620"/>
                  </a:lnTo>
                  <a:lnTo>
                    <a:pt x="527" y="612"/>
                  </a:lnTo>
                  <a:close/>
                  <a:moveTo>
                    <a:pt x="2996" y="503"/>
                  </a:moveTo>
                  <a:lnTo>
                    <a:pt x="2929" y="570"/>
                  </a:lnTo>
                  <a:cubicBezTo>
                    <a:pt x="2963" y="603"/>
                    <a:pt x="3013" y="654"/>
                    <a:pt x="3046" y="687"/>
                  </a:cubicBezTo>
                  <a:lnTo>
                    <a:pt x="3113" y="637"/>
                  </a:lnTo>
                  <a:cubicBezTo>
                    <a:pt x="3080" y="587"/>
                    <a:pt x="3030" y="553"/>
                    <a:pt x="2996" y="503"/>
                  </a:cubicBezTo>
                  <a:close/>
                  <a:moveTo>
                    <a:pt x="335" y="721"/>
                  </a:moveTo>
                  <a:cubicBezTo>
                    <a:pt x="301" y="771"/>
                    <a:pt x="268" y="821"/>
                    <a:pt x="234" y="871"/>
                  </a:cubicBezTo>
                  <a:lnTo>
                    <a:pt x="306" y="914"/>
                  </a:lnTo>
                  <a:lnTo>
                    <a:pt x="306" y="914"/>
                  </a:lnTo>
                  <a:cubicBezTo>
                    <a:pt x="336" y="866"/>
                    <a:pt x="354" y="819"/>
                    <a:pt x="402" y="771"/>
                  </a:cubicBezTo>
                  <a:lnTo>
                    <a:pt x="335" y="721"/>
                  </a:lnTo>
                  <a:close/>
                  <a:moveTo>
                    <a:pt x="306" y="914"/>
                  </a:moveTo>
                  <a:cubicBezTo>
                    <a:pt x="304" y="917"/>
                    <a:pt x="303" y="919"/>
                    <a:pt x="301" y="921"/>
                  </a:cubicBezTo>
                  <a:lnTo>
                    <a:pt x="318" y="921"/>
                  </a:lnTo>
                  <a:lnTo>
                    <a:pt x="306" y="914"/>
                  </a:lnTo>
                  <a:close/>
                  <a:moveTo>
                    <a:pt x="3231" y="821"/>
                  </a:moveTo>
                  <a:lnTo>
                    <a:pt x="3164" y="871"/>
                  </a:lnTo>
                  <a:cubicBezTo>
                    <a:pt x="3180" y="921"/>
                    <a:pt x="3214" y="972"/>
                    <a:pt x="3247" y="1022"/>
                  </a:cubicBezTo>
                  <a:lnTo>
                    <a:pt x="3314" y="972"/>
                  </a:lnTo>
                  <a:cubicBezTo>
                    <a:pt x="3298" y="921"/>
                    <a:pt x="3264" y="871"/>
                    <a:pt x="3231" y="821"/>
                  </a:cubicBezTo>
                  <a:close/>
                  <a:moveTo>
                    <a:pt x="134" y="1072"/>
                  </a:moveTo>
                  <a:cubicBezTo>
                    <a:pt x="100" y="1139"/>
                    <a:pt x="84" y="1189"/>
                    <a:pt x="67" y="1239"/>
                  </a:cubicBezTo>
                  <a:lnTo>
                    <a:pt x="151" y="1273"/>
                  </a:lnTo>
                  <a:cubicBezTo>
                    <a:pt x="167" y="1223"/>
                    <a:pt x="184" y="1156"/>
                    <a:pt x="201" y="1106"/>
                  </a:cubicBezTo>
                  <a:lnTo>
                    <a:pt x="134" y="1072"/>
                  </a:lnTo>
                  <a:close/>
                  <a:moveTo>
                    <a:pt x="3398" y="1189"/>
                  </a:moveTo>
                  <a:lnTo>
                    <a:pt x="3314" y="1206"/>
                  </a:lnTo>
                  <a:cubicBezTo>
                    <a:pt x="3331" y="1256"/>
                    <a:pt x="3348" y="1323"/>
                    <a:pt x="3364" y="1373"/>
                  </a:cubicBezTo>
                  <a:lnTo>
                    <a:pt x="3448" y="1357"/>
                  </a:lnTo>
                  <a:cubicBezTo>
                    <a:pt x="3431" y="1290"/>
                    <a:pt x="3415" y="1239"/>
                    <a:pt x="3398" y="1189"/>
                  </a:cubicBezTo>
                  <a:close/>
                  <a:moveTo>
                    <a:pt x="17" y="1474"/>
                  </a:moveTo>
                  <a:cubicBezTo>
                    <a:pt x="0" y="1524"/>
                    <a:pt x="0" y="1591"/>
                    <a:pt x="0" y="1641"/>
                  </a:cubicBezTo>
                  <a:lnTo>
                    <a:pt x="84" y="1641"/>
                  </a:lnTo>
                  <a:cubicBezTo>
                    <a:pt x="84" y="1591"/>
                    <a:pt x="84" y="1541"/>
                    <a:pt x="100" y="1474"/>
                  </a:cubicBezTo>
                  <a:close/>
                  <a:moveTo>
                    <a:pt x="3398" y="1591"/>
                  </a:moveTo>
                  <a:lnTo>
                    <a:pt x="3398" y="1758"/>
                  </a:lnTo>
                  <a:lnTo>
                    <a:pt x="3398" y="1926"/>
                  </a:lnTo>
                  <a:lnTo>
                    <a:pt x="3482" y="1926"/>
                  </a:lnTo>
                  <a:lnTo>
                    <a:pt x="3482" y="1942"/>
                  </a:lnTo>
                  <a:cubicBezTo>
                    <a:pt x="3498" y="1876"/>
                    <a:pt x="3498" y="1825"/>
                    <a:pt x="3482" y="1775"/>
                  </a:cubicBezTo>
                  <a:cubicBezTo>
                    <a:pt x="3498" y="1708"/>
                    <a:pt x="3498" y="1641"/>
                    <a:pt x="3482" y="1591"/>
                  </a:cubicBezTo>
                  <a:close/>
                  <a:moveTo>
                    <a:pt x="0" y="1859"/>
                  </a:moveTo>
                  <a:cubicBezTo>
                    <a:pt x="0" y="1926"/>
                    <a:pt x="0" y="1976"/>
                    <a:pt x="17" y="2043"/>
                  </a:cubicBezTo>
                  <a:lnTo>
                    <a:pt x="100" y="2026"/>
                  </a:lnTo>
                  <a:cubicBezTo>
                    <a:pt x="84" y="1976"/>
                    <a:pt x="84" y="1909"/>
                    <a:pt x="84" y="1859"/>
                  </a:cubicBezTo>
                  <a:close/>
                  <a:moveTo>
                    <a:pt x="3364" y="2127"/>
                  </a:moveTo>
                  <a:cubicBezTo>
                    <a:pt x="3348" y="2177"/>
                    <a:pt x="3331" y="2244"/>
                    <a:pt x="3314" y="2294"/>
                  </a:cubicBezTo>
                  <a:lnTo>
                    <a:pt x="3398" y="2327"/>
                  </a:lnTo>
                  <a:cubicBezTo>
                    <a:pt x="3415" y="2261"/>
                    <a:pt x="3431" y="2210"/>
                    <a:pt x="3448" y="2143"/>
                  </a:cubicBezTo>
                  <a:lnTo>
                    <a:pt x="3364" y="2127"/>
                  </a:lnTo>
                  <a:close/>
                  <a:moveTo>
                    <a:pt x="151" y="2227"/>
                  </a:moveTo>
                  <a:lnTo>
                    <a:pt x="67" y="2261"/>
                  </a:lnTo>
                  <a:cubicBezTo>
                    <a:pt x="84" y="2311"/>
                    <a:pt x="100" y="2361"/>
                    <a:pt x="134" y="2428"/>
                  </a:cubicBezTo>
                  <a:lnTo>
                    <a:pt x="201" y="2394"/>
                  </a:lnTo>
                  <a:cubicBezTo>
                    <a:pt x="184" y="2344"/>
                    <a:pt x="167" y="2277"/>
                    <a:pt x="151" y="2227"/>
                  </a:cubicBezTo>
                  <a:close/>
                  <a:moveTo>
                    <a:pt x="3247" y="2495"/>
                  </a:moveTo>
                  <a:cubicBezTo>
                    <a:pt x="3214" y="2545"/>
                    <a:pt x="3180" y="2579"/>
                    <a:pt x="3164" y="2629"/>
                  </a:cubicBezTo>
                  <a:lnTo>
                    <a:pt x="3231" y="2679"/>
                  </a:lnTo>
                  <a:cubicBezTo>
                    <a:pt x="3264" y="2629"/>
                    <a:pt x="3298" y="2579"/>
                    <a:pt x="3314" y="2528"/>
                  </a:cubicBezTo>
                  <a:lnTo>
                    <a:pt x="3247" y="2495"/>
                  </a:lnTo>
                  <a:close/>
                  <a:moveTo>
                    <a:pt x="301" y="2579"/>
                  </a:moveTo>
                  <a:lnTo>
                    <a:pt x="218" y="2629"/>
                  </a:lnTo>
                  <a:cubicBezTo>
                    <a:pt x="251" y="2679"/>
                    <a:pt x="285" y="2729"/>
                    <a:pt x="318" y="2779"/>
                  </a:cubicBezTo>
                  <a:lnTo>
                    <a:pt x="385" y="2712"/>
                  </a:lnTo>
                  <a:cubicBezTo>
                    <a:pt x="352" y="2679"/>
                    <a:pt x="335" y="2629"/>
                    <a:pt x="301" y="2579"/>
                  </a:cubicBezTo>
                  <a:close/>
                  <a:moveTo>
                    <a:pt x="3030" y="2813"/>
                  </a:moveTo>
                  <a:cubicBezTo>
                    <a:pt x="2996" y="2863"/>
                    <a:pt x="2946" y="2897"/>
                    <a:pt x="2913" y="2947"/>
                  </a:cubicBezTo>
                  <a:lnTo>
                    <a:pt x="2979" y="2997"/>
                  </a:lnTo>
                  <a:cubicBezTo>
                    <a:pt x="3030" y="2947"/>
                    <a:pt x="3063" y="2913"/>
                    <a:pt x="3097" y="2863"/>
                  </a:cubicBezTo>
                  <a:lnTo>
                    <a:pt x="3030" y="2813"/>
                  </a:lnTo>
                  <a:close/>
                  <a:moveTo>
                    <a:pt x="519" y="2897"/>
                  </a:moveTo>
                  <a:lnTo>
                    <a:pt x="452" y="2947"/>
                  </a:lnTo>
                  <a:cubicBezTo>
                    <a:pt x="502" y="2997"/>
                    <a:pt x="536" y="3030"/>
                    <a:pt x="586" y="3081"/>
                  </a:cubicBezTo>
                  <a:lnTo>
                    <a:pt x="636" y="3014"/>
                  </a:lnTo>
                  <a:cubicBezTo>
                    <a:pt x="603" y="2980"/>
                    <a:pt x="552" y="2930"/>
                    <a:pt x="519" y="2897"/>
                  </a:cubicBezTo>
                  <a:close/>
                  <a:moveTo>
                    <a:pt x="2745" y="3081"/>
                  </a:moveTo>
                  <a:cubicBezTo>
                    <a:pt x="2712" y="3114"/>
                    <a:pt x="2661" y="3148"/>
                    <a:pt x="2611" y="3181"/>
                  </a:cubicBezTo>
                  <a:lnTo>
                    <a:pt x="2661" y="3248"/>
                  </a:lnTo>
                  <a:cubicBezTo>
                    <a:pt x="2712" y="3215"/>
                    <a:pt x="2762" y="3181"/>
                    <a:pt x="2812" y="3148"/>
                  </a:cubicBezTo>
                  <a:lnTo>
                    <a:pt x="2745" y="3081"/>
                  </a:lnTo>
                  <a:close/>
                  <a:moveTo>
                    <a:pt x="803" y="3148"/>
                  </a:moveTo>
                  <a:lnTo>
                    <a:pt x="753" y="3215"/>
                  </a:lnTo>
                  <a:cubicBezTo>
                    <a:pt x="803" y="3248"/>
                    <a:pt x="854" y="3282"/>
                    <a:pt x="904" y="3298"/>
                  </a:cubicBezTo>
                  <a:lnTo>
                    <a:pt x="954" y="3231"/>
                  </a:lnTo>
                  <a:cubicBezTo>
                    <a:pt x="904" y="3198"/>
                    <a:pt x="854" y="3164"/>
                    <a:pt x="803" y="3148"/>
                  </a:cubicBezTo>
                  <a:close/>
                  <a:moveTo>
                    <a:pt x="2427" y="3282"/>
                  </a:moveTo>
                  <a:cubicBezTo>
                    <a:pt x="2377" y="3298"/>
                    <a:pt x="2327" y="3315"/>
                    <a:pt x="2260" y="3332"/>
                  </a:cubicBezTo>
                  <a:lnTo>
                    <a:pt x="2293" y="3415"/>
                  </a:lnTo>
                  <a:lnTo>
                    <a:pt x="2310" y="3415"/>
                  </a:lnTo>
                  <a:cubicBezTo>
                    <a:pt x="2377" y="3399"/>
                    <a:pt x="2410" y="3365"/>
                    <a:pt x="2461" y="3349"/>
                  </a:cubicBezTo>
                  <a:lnTo>
                    <a:pt x="2427" y="3282"/>
                  </a:lnTo>
                  <a:close/>
                  <a:moveTo>
                    <a:pt x="1138" y="3315"/>
                  </a:moveTo>
                  <a:lnTo>
                    <a:pt x="1122" y="3399"/>
                  </a:lnTo>
                  <a:cubicBezTo>
                    <a:pt x="1172" y="3415"/>
                    <a:pt x="1222" y="3432"/>
                    <a:pt x="1289" y="3449"/>
                  </a:cubicBezTo>
                  <a:lnTo>
                    <a:pt x="1306" y="3365"/>
                  </a:lnTo>
                  <a:cubicBezTo>
                    <a:pt x="1255" y="3349"/>
                    <a:pt x="1205" y="3332"/>
                    <a:pt x="1138" y="3315"/>
                  </a:cubicBezTo>
                  <a:close/>
                  <a:moveTo>
                    <a:pt x="1540" y="3399"/>
                  </a:moveTo>
                  <a:lnTo>
                    <a:pt x="1506" y="3482"/>
                  </a:lnTo>
                  <a:cubicBezTo>
                    <a:pt x="1573" y="3499"/>
                    <a:pt x="1624" y="3499"/>
                    <a:pt x="1691" y="3499"/>
                  </a:cubicBezTo>
                  <a:lnTo>
                    <a:pt x="1707" y="3415"/>
                  </a:lnTo>
                  <a:cubicBezTo>
                    <a:pt x="1640" y="3415"/>
                    <a:pt x="1590" y="3399"/>
                    <a:pt x="1540" y="3399"/>
                  </a:cubicBezTo>
                  <a:close/>
                  <a:moveTo>
                    <a:pt x="2076" y="3399"/>
                  </a:moveTo>
                  <a:cubicBezTo>
                    <a:pt x="2025" y="3399"/>
                    <a:pt x="1958" y="3415"/>
                    <a:pt x="1908" y="3415"/>
                  </a:cubicBezTo>
                  <a:lnTo>
                    <a:pt x="1908" y="3499"/>
                  </a:lnTo>
                  <a:cubicBezTo>
                    <a:pt x="1975" y="3499"/>
                    <a:pt x="2042" y="3482"/>
                    <a:pt x="2092" y="3482"/>
                  </a:cubicBezTo>
                  <a:lnTo>
                    <a:pt x="2076" y="3399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8"/>
            <p:cNvSpPr/>
            <p:nvPr/>
          </p:nvSpPr>
          <p:spPr>
            <a:xfrm>
              <a:off x="5020947" y="4226841"/>
              <a:ext cx="163558" cy="159785"/>
            </a:xfrm>
            <a:custGeom>
              <a:avLst/>
              <a:gdLst/>
              <a:ahLst/>
              <a:cxnLst/>
              <a:rect l="l" t="t" r="r" b="b"/>
              <a:pathLst>
                <a:path w="7283" h="7115" extrusionOk="0">
                  <a:moveTo>
                    <a:pt x="3516" y="1"/>
                  </a:moveTo>
                  <a:lnTo>
                    <a:pt x="3516" y="18"/>
                  </a:lnTo>
                  <a:lnTo>
                    <a:pt x="3616" y="18"/>
                  </a:lnTo>
                  <a:lnTo>
                    <a:pt x="3616" y="235"/>
                  </a:lnTo>
                  <a:lnTo>
                    <a:pt x="3516" y="235"/>
                  </a:lnTo>
                  <a:lnTo>
                    <a:pt x="3516" y="252"/>
                  </a:lnTo>
                  <a:lnTo>
                    <a:pt x="3633" y="252"/>
                  </a:lnTo>
                  <a:lnTo>
                    <a:pt x="3650" y="1"/>
                  </a:lnTo>
                  <a:close/>
                  <a:moveTo>
                    <a:pt x="3876" y="143"/>
                  </a:moveTo>
                  <a:lnTo>
                    <a:pt x="3867" y="252"/>
                  </a:lnTo>
                  <a:lnTo>
                    <a:pt x="3869" y="252"/>
                  </a:lnTo>
                  <a:lnTo>
                    <a:pt x="3876" y="143"/>
                  </a:lnTo>
                  <a:close/>
                  <a:moveTo>
                    <a:pt x="3150" y="51"/>
                  </a:moveTo>
                  <a:lnTo>
                    <a:pt x="3148" y="51"/>
                  </a:lnTo>
                  <a:lnTo>
                    <a:pt x="3181" y="269"/>
                  </a:lnTo>
                  <a:lnTo>
                    <a:pt x="3150" y="51"/>
                  </a:lnTo>
                  <a:close/>
                  <a:moveTo>
                    <a:pt x="3265" y="18"/>
                  </a:moveTo>
                  <a:lnTo>
                    <a:pt x="3148" y="34"/>
                  </a:lnTo>
                  <a:lnTo>
                    <a:pt x="3150" y="51"/>
                  </a:lnTo>
                  <a:lnTo>
                    <a:pt x="3150" y="51"/>
                  </a:lnTo>
                  <a:lnTo>
                    <a:pt x="3248" y="34"/>
                  </a:lnTo>
                  <a:lnTo>
                    <a:pt x="3282" y="252"/>
                  </a:lnTo>
                  <a:lnTo>
                    <a:pt x="3181" y="269"/>
                  </a:lnTo>
                  <a:lnTo>
                    <a:pt x="3298" y="269"/>
                  </a:lnTo>
                  <a:lnTo>
                    <a:pt x="3265" y="18"/>
                  </a:lnTo>
                  <a:close/>
                  <a:moveTo>
                    <a:pt x="3884" y="18"/>
                  </a:moveTo>
                  <a:lnTo>
                    <a:pt x="3876" y="143"/>
                  </a:lnTo>
                  <a:lnTo>
                    <a:pt x="3884" y="34"/>
                  </a:lnTo>
                  <a:lnTo>
                    <a:pt x="3985" y="34"/>
                  </a:lnTo>
                  <a:lnTo>
                    <a:pt x="3968" y="252"/>
                  </a:lnTo>
                  <a:lnTo>
                    <a:pt x="3869" y="252"/>
                  </a:lnTo>
                  <a:lnTo>
                    <a:pt x="3867" y="269"/>
                  </a:lnTo>
                  <a:lnTo>
                    <a:pt x="3985" y="269"/>
                  </a:lnTo>
                  <a:lnTo>
                    <a:pt x="4001" y="18"/>
                  </a:lnTo>
                  <a:close/>
                  <a:moveTo>
                    <a:pt x="4227" y="177"/>
                  </a:moveTo>
                  <a:lnTo>
                    <a:pt x="4202" y="285"/>
                  </a:lnTo>
                  <a:lnTo>
                    <a:pt x="4205" y="286"/>
                  </a:lnTo>
                  <a:lnTo>
                    <a:pt x="4205" y="286"/>
                  </a:lnTo>
                  <a:lnTo>
                    <a:pt x="4227" y="177"/>
                  </a:lnTo>
                  <a:close/>
                  <a:moveTo>
                    <a:pt x="2897" y="85"/>
                  </a:moveTo>
                  <a:lnTo>
                    <a:pt x="2930" y="285"/>
                  </a:lnTo>
                  <a:lnTo>
                    <a:pt x="2846" y="319"/>
                  </a:lnTo>
                  <a:lnTo>
                    <a:pt x="2796" y="101"/>
                  </a:lnTo>
                  <a:lnTo>
                    <a:pt x="2897" y="85"/>
                  </a:lnTo>
                  <a:close/>
                  <a:moveTo>
                    <a:pt x="4252" y="51"/>
                  </a:moveTo>
                  <a:lnTo>
                    <a:pt x="4227" y="177"/>
                  </a:lnTo>
                  <a:lnTo>
                    <a:pt x="4252" y="68"/>
                  </a:lnTo>
                  <a:lnTo>
                    <a:pt x="4353" y="101"/>
                  </a:lnTo>
                  <a:lnTo>
                    <a:pt x="4303" y="302"/>
                  </a:lnTo>
                  <a:lnTo>
                    <a:pt x="4205" y="286"/>
                  </a:lnTo>
                  <a:lnTo>
                    <a:pt x="4205" y="286"/>
                  </a:lnTo>
                  <a:lnTo>
                    <a:pt x="4202" y="302"/>
                  </a:lnTo>
                  <a:lnTo>
                    <a:pt x="4319" y="319"/>
                  </a:lnTo>
                  <a:lnTo>
                    <a:pt x="4370" y="85"/>
                  </a:lnTo>
                  <a:lnTo>
                    <a:pt x="4252" y="51"/>
                  </a:lnTo>
                  <a:close/>
                  <a:moveTo>
                    <a:pt x="2913" y="68"/>
                  </a:moveTo>
                  <a:lnTo>
                    <a:pt x="2779" y="101"/>
                  </a:lnTo>
                  <a:lnTo>
                    <a:pt x="2846" y="336"/>
                  </a:lnTo>
                  <a:lnTo>
                    <a:pt x="2947" y="319"/>
                  </a:lnTo>
                  <a:lnTo>
                    <a:pt x="2913" y="68"/>
                  </a:lnTo>
                  <a:close/>
                  <a:moveTo>
                    <a:pt x="2433" y="200"/>
                  </a:moveTo>
                  <a:lnTo>
                    <a:pt x="2428" y="202"/>
                  </a:lnTo>
                  <a:lnTo>
                    <a:pt x="2495" y="419"/>
                  </a:lnTo>
                  <a:lnTo>
                    <a:pt x="2510" y="414"/>
                  </a:lnTo>
                  <a:lnTo>
                    <a:pt x="2510" y="414"/>
                  </a:lnTo>
                  <a:lnTo>
                    <a:pt x="2433" y="200"/>
                  </a:lnTo>
                  <a:close/>
                  <a:moveTo>
                    <a:pt x="2545" y="151"/>
                  </a:moveTo>
                  <a:lnTo>
                    <a:pt x="2428" y="185"/>
                  </a:lnTo>
                  <a:lnTo>
                    <a:pt x="2433" y="200"/>
                  </a:lnTo>
                  <a:lnTo>
                    <a:pt x="2433" y="200"/>
                  </a:lnTo>
                  <a:lnTo>
                    <a:pt x="2528" y="168"/>
                  </a:lnTo>
                  <a:lnTo>
                    <a:pt x="2595" y="386"/>
                  </a:lnTo>
                  <a:lnTo>
                    <a:pt x="2510" y="414"/>
                  </a:lnTo>
                  <a:lnTo>
                    <a:pt x="2510" y="414"/>
                  </a:lnTo>
                  <a:lnTo>
                    <a:pt x="2512" y="419"/>
                  </a:lnTo>
                  <a:lnTo>
                    <a:pt x="2612" y="386"/>
                  </a:lnTo>
                  <a:lnTo>
                    <a:pt x="2545" y="151"/>
                  </a:lnTo>
                  <a:close/>
                  <a:moveTo>
                    <a:pt x="2135" y="444"/>
                  </a:moveTo>
                  <a:lnTo>
                    <a:pt x="2177" y="553"/>
                  </a:lnTo>
                  <a:lnTo>
                    <a:pt x="2190" y="547"/>
                  </a:lnTo>
                  <a:lnTo>
                    <a:pt x="2190" y="547"/>
                  </a:lnTo>
                  <a:lnTo>
                    <a:pt x="2135" y="444"/>
                  </a:lnTo>
                  <a:close/>
                  <a:moveTo>
                    <a:pt x="2194" y="285"/>
                  </a:moveTo>
                  <a:lnTo>
                    <a:pt x="2076" y="336"/>
                  </a:lnTo>
                  <a:lnTo>
                    <a:pt x="2135" y="444"/>
                  </a:lnTo>
                  <a:lnTo>
                    <a:pt x="2135" y="444"/>
                  </a:lnTo>
                  <a:lnTo>
                    <a:pt x="2093" y="336"/>
                  </a:lnTo>
                  <a:lnTo>
                    <a:pt x="2177" y="302"/>
                  </a:lnTo>
                  <a:lnTo>
                    <a:pt x="2277" y="503"/>
                  </a:lnTo>
                  <a:lnTo>
                    <a:pt x="2190" y="547"/>
                  </a:lnTo>
                  <a:lnTo>
                    <a:pt x="2190" y="547"/>
                  </a:lnTo>
                  <a:lnTo>
                    <a:pt x="2194" y="553"/>
                  </a:lnTo>
                  <a:lnTo>
                    <a:pt x="2294" y="520"/>
                  </a:lnTo>
                  <a:lnTo>
                    <a:pt x="2194" y="285"/>
                  </a:lnTo>
                  <a:close/>
                  <a:moveTo>
                    <a:pt x="1859" y="453"/>
                  </a:moveTo>
                  <a:lnTo>
                    <a:pt x="1847" y="461"/>
                  </a:lnTo>
                  <a:lnTo>
                    <a:pt x="1847" y="461"/>
                  </a:lnTo>
                  <a:lnTo>
                    <a:pt x="1909" y="553"/>
                  </a:lnTo>
                  <a:lnTo>
                    <a:pt x="1909" y="553"/>
                  </a:lnTo>
                  <a:lnTo>
                    <a:pt x="1859" y="453"/>
                  </a:lnTo>
                  <a:close/>
                  <a:moveTo>
                    <a:pt x="1842" y="453"/>
                  </a:moveTo>
                  <a:lnTo>
                    <a:pt x="1742" y="520"/>
                  </a:lnTo>
                  <a:lnTo>
                    <a:pt x="1876" y="721"/>
                  </a:lnTo>
                  <a:lnTo>
                    <a:pt x="1976" y="654"/>
                  </a:lnTo>
                  <a:lnTo>
                    <a:pt x="1909" y="553"/>
                  </a:lnTo>
                  <a:lnTo>
                    <a:pt x="1909" y="553"/>
                  </a:lnTo>
                  <a:lnTo>
                    <a:pt x="1959" y="654"/>
                  </a:lnTo>
                  <a:lnTo>
                    <a:pt x="1876" y="704"/>
                  </a:lnTo>
                  <a:lnTo>
                    <a:pt x="1758" y="520"/>
                  </a:lnTo>
                  <a:lnTo>
                    <a:pt x="1847" y="461"/>
                  </a:lnTo>
                  <a:lnTo>
                    <a:pt x="1847" y="461"/>
                  </a:lnTo>
                  <a:lnTo>
                    <a:pt x="1842" y="453"/>
                  </a:lnTo>
                  <a:close/>
                  <a:moveTo>
                    <a:pt x="5625" y="587"/>
                  </a:moveTo>
                  <a:lnTo>
                    <a:pt x="5613" y="606"/>
                  </a:lnTo>
                  <a:lnTo>
                    <a:pt x="5613" y="606"/>
                  </a:lnTo>
                  <a:cubicBezTo>
                    <a:pt x="5612" y="605"/>
                    <a:pt x="5610" y="604"/>
                    <a:pt x="5608" y="603"/>
                  </a:cubicBezTo>
                  <a:lnTo>
                    <a:pt x="5491" y="788"/>
                  </a:lnTo>
                  <a:lnTo>
                    <a:pt x="5499" y="792"/>
                  </a:lnTo>
                  <a:lnTo>
                    <a:pt x="5499" y="792"/>
                  </a:lnTo>
                  <a:lnTo>
                    <a:pt x="5613" y="606"/>
                  </a:lnTo>
                  <a:lnTo>
                    <a:pt x="5613" y="606"/>
                  </a:lnTo>
                  <a:cubicBezTo>
                    <a:pt x="5645" y="622"/>
                    <a:pt x="5676" y="638"/>
                    <a:pt x="5692" y="654"/>
                  </a:cubicBezTo>
                  <a:lnTo>
                    <a:pt x="5575" y="838"/>
                  </a:lnTo>
                  <a:lnTo>
                    <a:pt x="5499" y="792"/>
                  </a:lnTo>
                  <a:lnTo>
                    <a:pt x="5499" y="792"/>
                  </a:lnTo>
                  <a:lnTo>
                    <a:pt x="5491" y="804"/>
                  </a:lnTo>
                  <a:lnTo>
                    <a:pt x="5575" y="871"/>
                  </a:lnTo>
                  <a:lnTo>
                    <a:pt x="5725" y="654"/>
                  </a:lnTo>
                  <a:lnTo>
                    <a:pt x="5625" y="587"/>
                  </a:lnTo>
                  <a:close/>
                  <a:moveTo>
                    <a:pt x="5910" y="821"/>
                  </a:moveTo>
                  <a:lnTo>
                    <a:pt x="5843" y="905"/>
                  </a:lnTo>
                  <a:lnTo>
                    <a:pt x="5911" y="822"/>
                  </a:lnTo>
                  <a:lnTo>
                    <a:pt x="5911" y="822"/>
                  </a:lnTo>
                  <a:lnTo>
                    <a:pt x="5910" y="821"/>
                  </a:lnTo>
                  <a:close/>
                  <a:moveTo>
                    <a:pt x="5843" y="905"/>
                  </a:moveTo>
                  <a:lnTo>
                    <a:pt x="5843" y="905"/>
                  </a:lnTo>
                  <a:lnTo>
                    <a:pt x="5843" y="905"/>
                  </a:lnTo>
                  <a:close/>
                  <a:moveTo>
                    <a:pt x="1541" y="637"/>
                  </a:moveTo>
                  <a:lnTo>
                    <a:pt x="1440" y="704"/>
                  </a:lnTo>
                  <a:lnTo>
                    <a:pt x="1591" y="921"/>
                  </a:lnTo>
                  <a:lnTo>
                    <a:pt x="1591" y="905"/>
                  </a:lnTo>
                  <a:lnTo>
                    <a:pt x="1675" y="838"/>
                  </a:lnTo>
                  <a:lnTo>
                    <a:pt x="1675" y="838"/>
                  </a:lnTo>
                  <a:lnTo>
                    <a:pt x="1591" y="888"/>
                  </a:lnTo>
                  <a:lnTo>
                    <a:pt x="1457" y="721"/>
                  </a:lnTo>
                  <a:lnTo>
                    <a:pt x="1541" y="654"/>
                  </a:lnTo>
                  <a:lnTo>
                    <a:pt x="1675" y="838"/>
                  </a:lnTo>
                  <a:lnTo>
                    <a:pt x="1675" y="838"/>
                  </a:lnTo>
                  <a:lnTo>
                    <a:pt x="1541" y="637"/>
                  </a:lnTo>
                  <a:close/>
                  <a:moveTo>
                    <a:pt x="5926" y="804"/>
                  </a:moveTo>
                  <a:lnTo>
                    <a:pt x="5911" y="822"/>
                  </a:lnTo>
                  <a:lnTo>
                    <a:pt x="5911" y="822"/>
                  </a:lnTo>
                  <a:lnTo>
                    <a:pt x="5993" y="888"/>
                  </a:lnTo>
                  <a:lnTo>
                    <a:pt x="5843" y="1055"/>
                  </a:lnTo>
                  <a:cubicBezTo>
                    <a:pt x="5826" y="1039"/>
                    <a:pt x="5792" y="1005"/>
                    <a:pt x="5776" y="988"/>
                  </a:cubicBezTo>
                  <a:lnTo>
                    <a:pt x="5843" y="905"/>
                  </a:lnTo>
                  <a:lnTo>
                    <a:pt x="5759" y="1005"/>
                  </a:lnTo>
                  <a:cubicBezTo>
                    <a:pt x="5792" y="1022"/>
                    <a:pt x="5826" y="1055"/>
                    <a:pt x="5843" y="1072"/>
                  </a:cubicBezTo>
                  <a:lnTo>
                    <a:pt x="6010" y="888"/>
                  </a:lnTo>
                  <a:cubicBezTo>
                    <a:pt x="5977" y="855"/>
                    <a:pt x="5943" y="821"/>
                    <a:pt x="5926" y="804"/>
                  </a:cubicBezTo>
                  <a:close/>
                  <a:moveTo>
                    <a:pt x="6177" y="1055"/>
                  </a:moveTo>
                  <a:lnTo>
                    <a:pt x="6027" y="1206"/>
                  </a:lnTo>
                  <a:lnTo>
                    <a:pt x="6035" y="1214"/>
                  </a:lnTo>
                  <a:lnTo>
                    <a:pt x="6178" y="1056"/>
                  </a:lnTo>
                  <a:lnTo>
                    <a:pt x="6177" y="1055"/>
                  </a:lnTo>
                  <a:close/>
                  <a:moveTo>
                    <a:pt x="6194" y="1039"/>
                  </a:moveTo>
                  <a:lnTo>
                    <a:pt x="6178" y="1056"/>
                  </a:lnTo>
                  <a:lnTo>
                    <a:pt x="6261" y="1122"/>
                  </a:lnTo>
                  <a:lnTo>
                    <a:pt x="6094" y="1273"/>
                  </a:lnTo>
                  <a:lnTo>
                    <a:pt x="6035" y="1214"/>
                  </a:lnTo>
                  <a:lnTo>
                    <a:pt x="6027" y="1223"/>
                  </a:lnTo>
                  <a:cubicBezTo>
                    <a:pt x="6043" y="1239"/>
                    <a:pt x="6077" y="1273"/>
                    <a:pt x="6094" y="1306"/>
                  </a:cubicBezTo>
                  <a:lnTo>
                    <a:pt x="6278" y="1122"/>
                  </a:lnTo>
                  <a:lnTo>
                    <a:pt x="6194" y="1039"/>
                  </a:lnTo>
                  <a:close/>
                  <a:moveTo>
                    <a:pt x="6345" y="1390"/>
                  </a:moveTo>
                  <a:lnTo>
                    <a:pt x="6261" y="1457"/>
                  </a:lnTo>
                  <a:lnTo>
                    <a:pt x="6262" y="1459"/>
                  </a:lnTo>
                  <a:lnTo>
                    <a:pt x="6262" y="1459"/>
                  </a:lnTo>
                  <a:lnTo>
                    <a:pt x="6345" y="1390"/>
                  </a:lnTo>
                  <a:close/>
                  <a:moveTo>
                    <a:pt x="6445" y="1306"/>
                  </a:moveTo>
                  <a:lnTo>
                    <a:pt x="6345" y="1390"/>
                  </a:lnTo>
                  <a:lnTo>
                    <a:pt x="6428" y="1323"/>
                  </a:lnTo>
                  <a:cubicBezTo>
                    <a:pt x="6462" y="1357"/>
                    <a:pt x="6479" y="1373"/>
                    <a:pt x="6495" y="1407"/>
                  </a:cubicBezTo>
                  <a:lnTo>
                    <a:pt x="6328" y="1541"/>
                  </a:lnTo>
                  <a:lnTo>
                    <a:pt x="6262" y="1459"/>
                  </a:lnTo>
                  <a:lnTo>
                    <a:pt x="6262" y="1459"/>
                  </a:lnTo>
                  <a:lnTo>
                    <a:pt x="6244" y="1474"/>
                  </a:lnTo>
                  <a:lnTo>
                    <a:pt x="6328" y="1558"/>
                  </a:lnTo>
                  <a:lnTo>
                    <a:pt x="6529" y="1407"/>
                  </a:lnTo>
                  <a:cubicBezTo>
                    <a:pt x="6495" y="1373"/>
                    <a:pt x="6479" y="1340"/>
                    <a:pt x="6445" y="1306"/>
                  </a:cubicBezTo>
                  <a:close/>
                  <a:moveTo>
                    <a:pt x="6646" y="1608"/>
                  </a:moveTo>
                  <a:lnTo>
                    <a:pt x="6462" y="1742"/>
                  </a:lnTo>
                  <a:lnTo>
                    <a:pt x="6462" y="1742"/>
                  </a:lnTo>
                  <a:lnTo>
                    <a:pt x="6651" y="1615"/>
                  </a:lnTo>
                  <a:lnTo>
                    <a:pt x="6651" y="1615"/>
                  </a:lnTo>
                  <a:lnTo>
                    <a:pt x="6646" y="1608"/>
                  </a:lnTo>
                  <a:close/>
                  <a:moveTo>
                    <a:pt x="6663" y="1608"/>
                  </a:moveTo>
                  <a:lnTo>
                    <a:pt x="6651" y="1615"/>
                  </a:lnTo>
                  <a:lnTo>
                    <a:pt x="6651" y="1615"/>
                  </a:lnTo>
                  <a:lnTo>
                    <a:pt x="6713" y="1708"/>
                  </a:lnTo>
                  <a:lnTo>
                    <a:pt x="6529" y="1825"/>
                  </a:lnTo>
                  <a:lnTo>
                    <a:pt x="6462" y="1742"/>
                  </a:lnTo>
                  <a:lnTo>
                    <a:pt x="6462" y="1742"/>
                  </a:lnTo>
                  <a:cubicBezTo>
                    <a:pt x="6479" y="1775"/>
                    <a:pt x="6495" y="1809"/>
                    <a:pt x="6512" y="1842"/>
                  </a:cubicBezTo>
                  <a:lnTo>
                    <a:pt x="6730" y="1708"/>
                  </a:lnTo>
                  <a:cubicBezTo>
                    <a:pt x="6713" y="1675"/>
                    <a:pt x="6696" y="1641"/>
                    <a:pt x="6663" y="1608"/>
                  </a:cubicBezTo>
                  <a:close/>
                  <a:moveTo>
                    <a:pt x="6847" y="1926"/>
                  </a:moveTo>
                  <a:lnTo>
                    <a:pt x="6897" y="2026"/>
                  </a:lnTo>
                  <a:lnTo>
                    <a:pt x="6696" y="2127"/>
                  </a:lnTo>
                  <a:cubicBezTo>
                    <a:pt x="6680" y="2093"/>
                    <a:pt x="6663" y="2060"/>
                    <a:pt x="6646" y="2043"/>
                  </a:cubicBezTo>
                  <a:lnTo>
                    <a:pt x="6847" y="1926"/>
                  </a:lnTo>
                  <a:close/>
                  <a:moveTo>
                    <a:pt x="6864" y="1909"/>
                  </a:moveTo>
                  <a:lnTo>
                    <a:pt x="6629" y="2043"/>
                  </a:lnTo>
                  <a:cubicBezTo>
                    <a:pt x="6646" y="2076"/>
                    <a:pt x="6663" y="2110"/>
                    <a:pt x="6680" y="2143"/>
                  </a:cubicBezTo>
                  <a:lnTo>
                    <a:pt x="6914" y="2026"/>
                  </a:lnTo>
                  <a:lnTo>
                    <a:pt x="6864" y="1909"/>
                  </a:lnTo>
                  <a:close/>
                  <a:moveTo>
                    <a:pt x="352" y="2043"/>
                  </a:moveTo>
                  <a:cubicBezTo>
                    <a:pt x="336" y="2076"/>
                    <a:pt x="319" y="2110"/>
                    <a:pt x="302" y="2160"/>
                  </a:cubicBezTo>
                  <a:lnTo>
                    <a:pt x="537" y="2277"/>
                  </a:lnTo>
                  <a:lnTo>
                    <a:pt x="537" y="2261"/>
                  </a:lnTo>
                  <a:cubicBezTo>
                    <a:pt x="553" y="2227"/>
                    <a:pt x="570" y="2194"/>
                    <a:pt x="587" y="2160"/>
                  </a:cubicBezTo>
                  <a:lnTo>
                    <a:pt x="386" y="2060"/>
                  </a:lnTo>
                  <a:lnTo>
                    <a:pt x="570" y="2160"/>
                  </a:lnTo>
                  <a:lnTo>
                    <a:pt x="537" y="2244"/>
                  </a:lnTo>
                  <a:lnTo>
                    <a:pt x="319" y="2160"/>
                  </a:lnTo>
                  <a:lnTo>
                    <a:pt x="386" y="2060"/>
                  </a:lnTo>
                  <a:lnTo>
                    <a:pt x="352" y="2043"/>
                  </a:lnTo>
                  <a:close/>
                  <a:moveTo>
                    <a:pt x="202" y="2394"/>
                  </a:moveTo>
                  <a:cubicBezTo>
                    <a:pt x="202" y="2428"/>
                    <a:pt x="185" y="2478"/>
                    <a:pt x="168" y="2512"/>
                  </a:cubicBezTo>
                  <a:lnTo>
                    <a:pt x="403" y="2595"/>
                  </a:lnTo>
                  <a:lnTo>
                    <a:pt x="453" y="2478"/>
                  </a:lnTo>
                  <a:lnTo>
                    <a:pt x="327" y="2436"/>
                  </a:lnTo>
                  <a:lnTo>
                    <a:pt x="327" y="2436"/>
                  </a:lnTo>
                  <a:lnTo>
                    <a:pt x="436" y="2478"/>
                  </a:lnTo>
                  <a:lnTo>
                    <a:pt x="403" y="2579"/>
                  </a:lnTo>
                  <a:lnTo>
                    <a:pt x="185" y="2495"/>
                  </a:lnTo>
                  <a:lnTo>
                    <a:pt x="202" y="2495"/>
                  </a:lnTo>
                  <a:cubicBezTo>
                    <a:pt x="202" y="2463"/>
                    <a:pt x="217" y="2432"/>
                    <a:pt x="218" y="2400"/>
                  </a:cubicBezTo>
                  <a:lnTo>
                    <a:pt x="218" y="2400"/>
                  </a:lnTo>
                  <a:lnTo>
                    <a:pt x="327" y="2436"/>
                  </a:lnTo>
                  <a:lnTo>
                    <a:pt x="327" y="2436"/>
                  </a:lnTo>
                  <a:lnTo>
                    <a:pt x="218" y="2394"/>
                  </a:lnTo>
                  <a:cubicBezTo>
                    <a:pt x="218" y="2396"/>
                    <a:pt x="218" y="2398"/>
                    <a:pt x="218" y="2400"/>
                  </a:cubicBezTo>
                  <a:lnTo>
                    <a:pt x="218" y="2400"/>
                  </a:lnTo>
                  <a:lnTo>
                    <a:pt x="202" y="2394"/>
                  </a:lnTo>
                  <a:close/>
                  <a:moveTo>
                    <a:pt x="101" y="2746"/>
                  </a:moveTo>
                  <a:cubicBezTo>
                    <a:pt x="85" y="2796"/>
                    <a:pt x="68" y="2830"/>
                    <a:pt x="68" y="2863"/>
                  </a:cubicBezTo>
                  <a:lnTo>
                    <a:pt x="319" y="2930"/>
                  </a:lnTo>
                  <a:lnTo>
                    <a:pt x="336" y="2813"/>
                  </a:lnTo>
                  <a:lnTo>
                    <a:pt x="218" y="2779"/>
                  </a:lnTo>
                  <a:lnTo>
                    <a:pt x="218" y="2779"/>
                  </a:lnTo>
                  <a:lnTo>
                    <a:pt x="319" y="2813"/>
                  </a:lnTo>
                  <a:lnTo>
                    <a:pt x="302" y="2897"/>
                  </a:lnTo>
                  <a:lnTo>
                    <a:pt x="85" y="2863"/>
                  </a:lnTo>
                  <a:lnTo>
                    <a:pt x="101" y="2846"/>
                  </a:lnTo>
                  <a:cubicBezTo>
                    <a:pt x="101" y="2815"/>
                    <a:pt x="116" y="2783"/>
                    <a:pt x="118" y="2751"/>
                  </a:cubicBezTo>
                  <a:lnTo>
                    <a:pt x="118" y="2751"/>
                  </a:lnTo>
                  <a:lnTo>
                    <a:pt x="218" y="2779"/>
                  </a:lnTo>
                  <a:lnTo>
                    <a:pt x="218" y="2779"/>
                  </a:lnTo>
                  <a:lnTo>
                    <a:pt x="118" y="2746"/>
                  </a:lnTo>
                  <a:cubicBezTo>
                    <a:pt x="118" y="2748"/>
                    <a:pt x="118" y="2749"/>
                    <a:pt x="118" y="2751"/>
                  </a:cubicBezTo>
                  <a:lnTo>
                    <a:pt x="118" y="2751"/>
                  </a:lnTo>
                  <a:lnTo>
                    <a:pt x="101" y="2746"/>
                  </a:lnTo>
                  <a:close/>
                  <a:moveTo>
                    <a:pt x="34" y="3114"/>
                  </a:moveTo>
                  <a:cubicBezTo>
                    <a:pt x="18" y="3148"/>
                    <a:pt x="18" y="3198"/>
                    <a:pt x="18" y="3231"/>
                  </a:cubicBezTo>
                  <a:lnTo>
                    <a:pt x="253" y="3263"/>
                  </a:lnTo>
                  <a:lnTo>
                    <a:pt x="253" y="3263"/>
                  </a:lnTo>
                  <a:cubicBezTo>
                    <a:pt x="269" y="3229"/>
                    <a:pt x="269" y="3180"/>
                    <a:pt x="269" y="3148"/>
                  </a:cubicBezTo>
                  <a:lnTo>
                    <a:pt x="269" y="3148"/>
                  </a:lnTo>
                  <a:lnTo>
                    <a:pt x="252" y="3248"/>
                  </a:lnTo>
                  <a:lnTo>
                    <a:pt x="34" y="3215"/>
                  </a:lnTo>
                  <a:cubicBezTo>
                    <a:pt x="34" y="3167"/>
                    <a:pt x="50" y="3134"/>
                    <a:pt x="51" y="3117"/>
                  </a:cubicBezTo>
                  <a:lnTo>
                    <a:pt x="51" y="3117"/>
                  </a:lnTo>
                  <a:lnTo>
                    <a:pt x="269" y="3148"/>
                  </a:lnTo>
                  <a:lnTo>
                    <a:pt x="51" y="3114"/>
                  </a:lnTo>
                  <a:cubicBezTo>
                    <a:pt x="51" y="3115"/>
                    <a:pt x="51" y="3116"/>
                    <a:pt x="51" y="3117"/>
                  </a:cubicBezTo>
                  <a:lnTo>
                    <a:pt x="51" y="3117"/>
                  </a:lnTo>
                  <a:lnTo>
                    <a:pt x="34" y="3114"/>
                  </a:lnTo>
                  <a:close/>
                  <a:moveTo>
                    <a:pt x="253" y="3263"/>
                  </a:moveTo>
                  <a:cubicBezTo>
                    <a:pt x="253" y="3263"/>
                    <a:pt x="252" y="3264"/>
                    <a:pt x="252" y="3265"/>
                  </a:cubicBezTo>
                  <a:lnTo>
                    <a:pt x="269" y="3265"/>
                  </a:lnTo>
                  <a:lnTo>
                    <a:pt x="253" y="3263"/>
                  </a:lnTo>
                  <a:close/>
                  <a:moveTo>
                    <a:pt x="7265" y="3332"/>
                  </a:moveTo>
                  <a:lnTo>
                    <a:pt x="7157" y="3340"/>
                  </a:lnTo>
                  <a:lnTo>
                    <a:pt x="7157" y="3340"/>
                  </a:lnTo>
                  <a:lnTo>
                    <a:pt x="7265" y="3333"/>
                  </a:lnTo>
                  <a:lnTo>
                    <a:pt x="7265" y="3333"/>
                  </a:lnTo>
                  <a:lnTo>
                    <a:pt x="7265" y="3332"/>
                  </a:lnTo>
                  <a:close/>
                  <a:moveTo>
                    <a:pt x="7157" y="3340"/>
                  </a:moveTo>
                  <a:lnTo>
                    <a:pt x="7031" y="3349"/>
                  </a:lnTo>
                  <a:lnTo>
                    <a:pt x="7031" y="3449"/>
                  </a:lnTo>
                  <a:cubicBezTo>
                    <a:pt x="7048" y="3416"/>
                    <a:pt x="7048" y="3382"/>
                    <a:pt x="7048" y="3349"/>
                  </a:cubicBezTo>
                  <a:lnTo>
                    <a:pt x="7157" y="3340"/>
                  </a:lnTo>
                  <a:close/>
                  <a:moveTo>
                    <a:pt x="7282" y="3332"/>
                  </a:moveTo>
                  <a:lnTo>
                    <a:pt x="7265" y="3333"/>
                  </a:lnTo>
                  <a:lnTo>
                    <a:pt x="7265" y="3333"/>
                  </a:lnTo>
                  <a:lnTo>
                    <a:pt x="7265" y="3449"/>
                  </a:lnTo>
                  <a:lnTo>
                    <a:pt x="7031" y="3449"/>
                  </a:lnTo>
                  <a:lnTo>
                    <a:pt x="7031" y="3466"/>
                  </a:lnTo>
                  <a:lnTo>
                    <a:pt x="7282" y="3449"/>
                  </a:lnTo>
                  <a:lnTo>
                    <a:pt x="7282" y="3332"/>
                  </a:lnTo>
                  <a:close/>
                  <a:moveTo>
                    <a:pt x="1" y="3482"/>
                  </a:moveTo>
                  <a:lnTo>
                    <a:pt x="1" y="3600"/>
                  </a:lnTo>
                  <a:lnTo>
                    <a:pt x="252" y="3600"/>
                  </a:lnTo>
                  <a:lnTo>
                    <a:pt x="252" y="3499"/>
                  </a:lnTo>
                  <a:lnTo>
                    <a:pt x="235" y="3498"/>
                  </a:lnTo>
                  <a:lnTo>
                    <a:pt x="235" y="3498"/>
                  </a:lnTo>
                  <a:lnTo>
                    <a:pt x="235" y="3583"/>
                  </a:lnTo>
                  <a:lnTo>
                    <a:pt x="18" y="3583"/>
                  </a:lnTo>
                  <a:cubicBezTo>
                    <a:pt x="18" y="3534"/>
                    <a:pt x="18" y="3501"/>
                    <a:pt x="18" y="3484"/>
                  </a:cubicBezTo>
                  <a:lnTo>
                    <a:pt x="18" y="3484"/>
                  </a:lnTo>
                  <a:lnTo>
                    <a:pt x="235" y="3498"/>
                  </a:lnTo>
                  <a:lnTo>
                    <a:pt x="235" y="3498"/>
                  </a:lnTo>
                  <a:lnTo>
                    <a:pt x="235" y="3482"/>
                  </a:lnTo>
                  <a:lnTo>
                    <a:pt x="18" y="3482"/>
                  </a:lnTo>
                  <a:cubicBezTo>
                    <a:pt x="18" y="3483"/>
                    <a:pt x="18" y="3483"/>
                    <a:pt x="18" y="3484"/>
                  </a:cubicBezTo>
                  <a:lnTo>
                    <a:pt x="18" y="3484"/>
                  </a:lnTo>
                  <a:lnTo>
                    <a:pt x="1" y="3482"/>
                  </a:lnTo>
                  <a:close/>
                  <a:moveTo>
                    <a:pt x="7031" y="3700"/>
                  </a:moveTo>
                  <a:lnTo>
                    <a:pt x="7031" y="3817"/>
                  </a:lnTo>
                  <a:lnTo>
                    <a:pt x="7282" y="3817"/>
                  </a:lnTo>
                  <a:lnTo>
                    <a:pt x="7282" y="3700"/>
                  </a:lnTo>
                  <a:lnTo>
                    <a:pt x="7249" y="3700"/>
                  </a:lnTo>
                  <a:lnTo>
                    <a:pt x="7249" y="3800"/>
                  </a:lnTo>
                  <a:lnTo>
                    <a:pt x="7048" y="3800"/>
                  </a:lnTo>
                  <a:cubicBezTo>
                    <a:pt x="7048" y="3767"/>
                    <a:pt x="7048" y="3734"/>
                    <a:pt x="7048" y="3700"/>
                  </a:cubicBezTo>
                  <a:close/>
                  <a:moveTo>
                    <a:pt x="1" y="3817"/>
                  </a:moveTo>
                  <a:lnTo>
                    <a:pt x="1" y="3951"/>
                  </a:lnTo>
                  <a:lnTo>
                    <a:pt x="252" y="3934"/>
                  </a:lnTo>
                  <a:lnTo>
                    <a:pt x="252" y="3918"/>
                  </a:lnTo>
                  <a:lnTo>
                    <a:pt x="252" y="3817"/>
                  </a:lnTo>
                  <a:lnTo>
                    <a:pt x="235" y="3817"/>
                  </a:lnTo>
                  <a:lnTo>
                    <a:pt x="235" y="3901"/>
                  </a:lnTo>
                  <a:lnTo>
                    <a:pt x="18" y="3934"/>
                  </a:lnTo>
                  <a:lnTo>
                    <a:pt x="18" y="3817"/>
                  </a:lnTo>
                  <a:close/>
                  <a:moveTo>
                    <a:pt x="269" y="4169"/>
                  </a:moveTo>
                  <a:lnTo>
                    <a:pt x="160" y="4185"/>
                  </a:lnTo>
                  <a:lnTo>
                    <a:pt x="160" y="4185"/>
                  </a:lnTo>
                  <a:lnTo>
                    <a:pt x="269" y="4171"/>
                  </a:lnTo>
                  <a:lnTo>
                    <a:pt x="269" y="4171"/>
                  </a:lnTo>
                  <a:cubicBezTo>
                    <a:pt x="269" y="4204"/>
                    <a:pt x="285" y="4236"/>
                    <a:pt x="285" y="4269"/>
                  </a:cubicBezTo>
                  <a:lnTo>
                    <a:pt x="68" y="4303"/>
                  </a:lnTo>
                  <a:lnTo>
                    <a:pt x="51" y="4202"/>
                  </a:lnTo>
                  <a:lnTo>
                    <a:pt x="160" y="4185"/>
                  </a:lnTo>
                  <a:lnTo>
                    <a:pt x="160" y="4185"/>
                  </a:lnTo>
                  <a:lnTo>
                    <a:pt x="34" y="4202"/>
                  </a:lnTo>
                  <a:cubicBezTo>
                    <a:pt x="51" y="4236"/>
                    <a:pt x="68" y="4286"/>
                    <a:pt x="68" y="4319"/>
                  </a:cubicBezTo>
                  <a:lnTo>
                    <a:pt x="302" y="4269"/>
                  </a:lnTo>
                  <a:lnTo>
                    <a:pt x="285" y="4169"/>
                  </a:lnTo>
                  <a:lnTo>
                    <a:pt x="269" y="4171"/>
                  </a:lnTo>
                  <a:lnTo>
                    <a:pt x="269" y="4171"/>
                  </a:lnTo>
                  <a:cubicBezTo>
                    <a:pt x="269" y="4170"/>
                    <a:pt x="269" y="4169"/>
                    <a:pt x="269" y="4169"/>
                  </a:cubicBezTo>
                  <a:close/>
                  <a:moveTo>
                    <a:pt x="336" y="4504"/>
                  </a:moveTo>
                  <a:lnTo>
                    <a:pt x="135" y="4554"/>
                  </a:lnTo>
                  <a:cubicBezTo>
                    <a:pt x="135" y="4557"/>
                    <a:pt x="135" y="4561"/>
                    <a:pt x="135" y="4566"/>
                  </a:cubicBezTo>
                  <a:lnTo>
                    <a:pt x="135" y="4566"/>
                  </a:lnTo>
                  <a:lnTo>
                    <a:pt x="337" y="4508"/>
                  </a:lnTo>
                  <a:lnTo>
                    <a:pt x="337" y="4508"/>
                  </a:lnTo>
                  <a:lnTo>
                    <a:pt x="336" y="4504"/>
                  </a:lnTo>
                  <a:close/>
                  <a:moveTo>
                    <a:pt x="352" y="4504"/>
                  </a:moveTo>
                  <a:lnTo>
                    <a:pt x="337" y="4508"/>
                  </a:lnTo>
                  <a:lnTo>
                    <a:pt x="337" y="4508"/>
                  </a:lnTo>
                  <a:lnTo>
                    <a:pt x="369" y="4604"/>
                  </a:lnTo>
                  <a:lnTo>
                    <a:pt x="166" y="4666"/>
                  </a:lnTo>
                  <a:lnTo>
                    <a:pt x="166" y="4666"/>
                  </a:lnTo>
                  <a:cubicBezTo>
                    <a:pt x="152" y="4637"/>
                    <a:pt x="138" y="4597"/>
                    <a:pt x="135" y="4566"/>
                  </a:cubicBezTo>
                  <a:lnTo>
                    <a:pt x="135" y="4566"/>
                  </a:lnTo>
                  <a:lnTo>
                    <a:pt x="118" y="4570"/>
                  </a:lnTo>
                  <a:lnTo>
                    <a:pt x="152" y="4688"/>
                  </a:lnTo>
                  <a:lnTo>
                    <a:pt x="385" y="4604"/>
                  </a:lnTo>
                  <a:lnTo>
                    <a:pt x="385" y="4604"/>
                  </a:lnTo>
                  <a:cubicBezTo>
                    <a:pt x="385" y="4610"/>
                    <a:pt x="386" y="4615"/>
                    <a:pt x="386" y="4621"/>
                  </a:cubicBezTo>
                  <a:lnTo>
                    <a:pt x="386" y="4604"/>
                  </a:lnTo>
                  <a:lnTo>
                    <a:pt x="385" y="4604"/>
                  </a:lnTo>
                  <a:lnTo>
                    <a:pt x="385" y="4604"/>
                  </a:lnTo>
                  <a:cubicBezTo>
                    <a:pt x="379" y="4563"/>
                    <a:pt x="352" y="4533"/>
                    <a:pt x="352" y="4504"/>
                  </a:cubicBezTo>
                  <a:close/>
                  <a:moveTo>
                    <a:pt x="352" y="4872"/>
                  </a:moveTo>
                  <a:lnTo>
                    <a:pt x="252" y="4905"/>
                  </a:lnTo>
                  <a:cubicBezTo>
                    <a:pt x="252" y="4908"/>
                    <a:pt x="252" y="4911"/>
                    <a:pt x="252" y="4915"/>
                  </a:cubicBezTo>
                  <a:lnTo>
                    <a:pt x="252" y="4915"/>
                  </a:lnTo>
                  <a:lnTo>
                    <a:pt x="352" y="4872"/>
                  </a:lnTo>
                  <a:close/>
                  <a:moveTo>
                    <a:pt x="470" y="4822"/>
                  </a:moveTo>
                  <a:lnTo>
                    <a:pt x="352" y="4872"/>
                  </a:lnTo>
                  <a:lnTo>
                    <a:pt x="352" y="4872"/>
                  </a:lnTo>
                  <a:lnTo>
                    <a:pt x="453" y="4838"/>
                  </a:lnTo>
                  <a:cubicBezTo>
                    <a:pt x="470" y="4855"/>
                    <a:pt x="486" y="4888"/>
                    <a:pt x="486" y="4922"/>
                  </a:cubicBezTo>
                  <a:lnTo>
                    <a:pt x="285" y="5006"/>
                  </a:lnTo>
                  <a:cubicBezTo>
                    <a:pt x="270" y="4975"/>
                    <a:pt x="255" y="4945"/>
                    <a:pt x="252" y="4915"/>
                  </a:cubicBezTo>
                  <a:lnTo>
                    <a:pt x="252" y="4915"/>
                  </a:lnTo>
                  <a:lnTo>
                    <a:pt x="235" y="4922"/>
                  </a:lnTo>
                  <a:lnTo>
                    <a:pt x="269" y="5022"/>
                  </a:lnTo>
                  <a:lnTo>
                    <a:pt x="503" y="4939"/>
                  </a:lnTo>
                  <a:cubicBezTo>
                    <a:pt x="486" y="4905"/>
                    <a:pt x="470" y="4855"/>
                    <a:pt x="470" y="4822"/>
                  </a:cubicBezTo>
                  <a:close/>
                  <a:moveTo>
                    <a:pt x="6747" y="5022"/>
                  </a:moveTo>
                  <a:lnTo>
                    <a:pt x="6696" y="5123"/>
                  </a:lnTo>
                  <a:cubicBezTo>
                    <a:pt x="6712" y="5091"/>
                    <a:pt x="6728" y="5059"/>
                    <a:pt x="6758" y="5027"/>
                  </a:cubicBezTo>
                  <a:lnTo>
                    <a:pt x="6758" y="5027"/>
                  </a:lnTo>
                  <a:lnTo>
                    <a:pt x="6864" y="5073"/>
                  </a:lnTo>
                  <a:lnTo>
                    <a:pt x="6864" y="5073"/>
                  </a:lnTo>
                  <a:lnTo>
                    <a:pt x="6763" y="5022"/>
                  </a:lnTo>
                  <a:cubicBezTo>
                    <a:pt x="6762" y="5024"/>
                    <a:pt x="6760" y="5026"/>
                    <a:pt x="6758" y="5027"/>
                  </a:cubicBezTo>
                  <a:lnTo>
                    <a:pt x="6758" y="5027"/>
                  </a:lnTo>
                  <a:lnTo>
                    <a:pt x="6747" y="5022"/>
                  </a:lnTo>
                  <a:close/>
                  <a:moveTo>
                    <a:pt x="6864" y="5073"/>
                  </a:moveTo>
                  <a:lnTo>
                    <a:pt x="6964" y="5123"/>
                  </a:lnTo>
                  <a:lnTo>
                    <a:pt x="6931" y="5207"/>
                  </a:lnTo>
                  <a:lnTo>
                    <a:pt x="6713" y="5123"/>
                  </a:lnTo>
                  <a:lnTo>
                    <a:pt x="6696" y="5123"/>
                  </a:lnTo>
                  <a:lnTo>
                    <a:pt x="6931" y="5240"/>
                  </a:lnTo>
                  <a:lnTo>
                    <a:pt x="6981" y="5123"/>
                  </a:lnTo>
                  <a:lnTo>
                    <a:pt x="6864" y="5073"/>
                  </a:lnTo>
                  <a:close/>
                  <a:moveTo>
                    <a:pt x="587" y="5140"/>
                  </a:moveTo>
                  <a:lnTo>
                    <a:pt x="386" y="5240"/>
                  </a:lnTo>
                  <a:cubicBezTo>
                    <a:pt x="387" y="5242"/>
                    <a:pt x="388" y="5244"/>
                    <a:pt x="389" y="5246"/>
                  </a:cubicBezTo>
                  <a:lnTo>
                    <a:pt x="587" y="5140"/>
                  </a:lnTo>
                  <a:close/>
                  <a:moveTo>
                    <a:pt x="587" y="5140"/>
                  </a:moveTo>
                  <a:lnTo>
                    <a:pt x="587" y="5140"/>
                  </a:lnTo>
                  <a:cubicBezTo>
                    <a:pt x="603" y="5173"/>
                    <a:pt x="620" y="5207"/>
                    <a:pt x="637" y="5240"/>
                  </a:cubicBezTo>
                  <a:lnTo>
                    <a:pt x="436" y="5340"/>
                  </a:lnTo>
                  <a:cubicBezTo>
                    <a:pt x="420" y="5309"/>
                    <a:pt x="405" y="5278"/>
                    <a:pt x="389" y="5246"/>
                  </a:cubicBezTo>
                  <a:lnTo>
                    <a:pt x="389" y="5246"/>
                  </a:lnTo>
                  <a:lnTo>
                    <a:pt x="369" y="5257"/>
                  </a:lnTo>
                  <a:lnTo>
                    <a:pt x="436" y="5357"/>
                  </a:lnTo>
                  <a:lnTo>
                    <a:pt x="654" y="5240"/>
                  </a:lnTo>
                  <a:lnTo>
                    <a:pt x="587" y="5140"/>
                  </a:lnTo>
                  <a:close/>
                  <a:moveTo>
                    <a:pt x="6659" y="5366"/>
                  </a:moveTo>
                  <a:lnTo>
                    <a:pt x="6790" y="5453"/>
                  </a:lnTo>
                  <a:cubicBezTo>
                    <a:pt x="6793" y="5449"/>
                    <a:pt x="6795" y="5445"/>
                    <a:pt x="6797" y="5441"/>
                  </a:cubicBezTo>
                  <a:lnTo>
                    <a:pt x="6659" y="5366"/>
                  </a:lnTo>
                  <a:close/>
                  <a:moveTo>
                    <a:pt x="6596" y="5324"/>
                  </a:moveTo>
                  <a:lnTo>
                    <a:pt x="6529" y="5424"/>
                  </a:lnTo>
                  <a:lnTo>
                    <a:pt x="6747" y="5558"/>
                  </a:lnTo>
                  <a:lnTo>
                    <a:pt x="6797" y="5458"/>
                  </a:lnTo>
                  <a:lnTo>
                    <a:pt x="6790" y="5453"/>
                  </a:lnTo>
                  <a:lnTo>
                    <a:pt x="6790" y="5453"/>
                  </a:lnTo>
                  <a:cubicBezTo>
                    <a:pt x="6776" y="5483"/>
                    <a:pt x="6761" y="5512"/>
                    <a:pt x="6747" y="5541"/>
                  </a:cubicBezTo>
                  <a:lnTo>
                    <a:pt x="6562" y="5424"/>
                  </a:lnTo>
                  <a:lnTo>
                    <a:pt x="6613" y="5340"/>
                  </a:lnTo>
                  <a:lnTo>
                    <a:pt x="6659" y="5366"/>
                  </a:lnTo>
                  <a:lnTo>
                    <a:pt x="6659" y="5366"/>
                  </a:lnTo>
                  <a:lnTo>
                    <a:pt x="6596" y="5324"/>
                  </a:lnTo>
                  <a:close/>
                  <a:moveTo>
                    <a:pt x="754" y="5458"/>
                  </a:moveTo>
                  <a:lnTo>
                    <a:pt x="804" y="5541"/>
                  </a:lnTo>
                  <a:lnTo>
                    <a:pt x="620" y="5658"/>
                  </a:lnTo>
                  <a:lnTo>
                    <a:pt x="570" y="5575"/>
                  </a:lnTo>
                  <a:lnTo>
                    <a:pt x="754" y="5458"/>
                  </a:lnTo>
                  <a:close/>
                  <a:moveTo>
                    <a:pt x="771" y="5441"/>
                  </a:moveTo>
                  <a:lnTo>
                    <a:pt x="553" y="5575"/>
                  </a:lnTo>
                  <a:lnTo>
                    <a:pt x="620" y="5675"/>
                  </a:lnTo>
                  <a:lnTo>
                    <a:pt x="821" y="5541"/>
                  </a:lnTo>
                  <a:lnTo>
                    <a:pt x="771" y="5441"/>
                  </a:lnTo>
                  <a:close/>
                  <a:moveTo>
                    <a:pt x="6412" y="5625"/>
                  </a:moveTo>
                  <a:lnTo>
                    <a:pt x="6596" y="5759"/>
                  </a:lnTo>
                  <a:lnTo>
                    <a:pt x="6529" y="5843"/>
                  </a:lnTo>
                  <a:lnTo>
                    <a:pt x="6362" y="5709"/>
                  </a:lnTo>
                  <a:lnTo>
                    <a:pt x="6412" y="5625"/>
                  </a:lnTo>
                  <a:close/>
                  <a:moveTo>
                    <a:pt x="6395" y="5608"/>
                  </a:moveTo>
                  <a:lnTo>
                    <a:pt x="6328" y="5709"/>
                  </a:lnTo>
                  <a:lnTo>
                    <a:pt x="6529" y="5859"/>
                  </a:lnTo>
                  <a:cubicBezTo>
                    <a:pt x="6562" y="5826"/>
                    <a:pt x="6579" y="5792"/>
                    <a:pt x="6613" y="5759"/>
                  </a:cubicBezTo>
                  <a:lnTo>
                    <a:pt x="6395" y="5608"/>
                  </a:lnTo>
                  <a:close/>
                  <a:moveTo>
                    <a:pt x="972" y="5725"/>
                  </a:moveTo>
                  <a:lnTo>
                    <a:pt x="771" y="5876"/>
                  </a:lnTo>
                  <a:lnTo>
                    <a:pt x="955" y="5742"/>
                  </a:lnTo>
                  <a:lnTo>
                    <a:pt x="1022" y="5809"/>
                  </a:lnTo>
                  <a:lnTo>
                    <a:pt x="838" y="5960"/>
                  </a:lnTo>
                  <a:lnTo>
                    <a:pt x="771" y="5876"/>
                  </a:lnTo>
                  <a:lnTo>
                    <a:pt x="771" y="5876"/>
                  </a:lnTo>
                  <a:cubicBezTo>
                    <a:pt x="788" y="5910"/>
                    <a:pt x="821" y="5943"/>
                    <a:pt x="838" y="5977"/>
                  </a:cubicBezTo>
                  <a:lnTo>
                    <a:pt x="1039" y="5809"/>
                  </a:lnTo>
                  <a:cubicBezTo>
                    <a:pt x="1005" y="5776"/>
                    <a:pt x="988" y="5759"/>
                    <a:pt x="972" y="5725"/>
                  </a:cubicBezTo>
                  <a:close/>
                  <a:moveTo>
                    <a:pt x="1189" y="5993"/>
                  </a:moveTo>
                  <a:lnTo>
                    <a:pt x="1181" y="6000"/>
                  </a:lnTo>
                  <a:lnTo>
                    <a:pt x="1181" y="6000"/>
                  </a:lnTo>
                  <a:lnTo>
                    <a:pt x="1256" y="6060"/>
                  </a:lnTo>
                  <a:lnTo>
                    <a:pt x="1189" y="5993"/>
                  </a:lnTo>
                  <a:close/>
                  <a:moveTo>
                    <a:pt x="6211" y="5893"/>
                  </a:moveTo>
                  <a:lnTo>
                    <a:pt x="6362" y="6043"/>
                  </a:lnTo>
                  <a:cubicBezTo>
                    <a:pt x="6345" y="6060"/>
                    <a:pt x="6328" y="6094"/>
                    <a:pt x="6295" y="6110"/>
                  </a:cubicBezTo>
                  <a:lnTo>
                    <a:pt x="6127" y="5960"/>
                  </a:lnTo>
                  <a:lnTo>
                    <a:pt x="6211" y="5893"/>
                  </a:lnTo>
                  <a:close/>
                  <a:moveTo>
                    <a:pt x="6194" y="5876"/>
                  </a:moveTo>
                  <a:cubicBezTo>
                    <a:pt x="6161" y="5910"/>
                    <a:pt x="6144" y="5943"/>
                    <a:pt x="6110" y="5960"/>
                  </a:cubicBezTo>
                  <a:lnTo>
                    <a:pt x="6295" y="6144"/>
                  </a:lnTo>
                  <a:lnTo>
                    <a:pt x="6295" y="6127"/>
                  </a:lnTo>
                  <a:cubicBezTo>
                    <a:pt x="6328" y="6110"/>
                    <a:pt x="6345" y="6077"/>
                    <a:pt x="6378" y="6043"/>
                  </a:cubicBezTo>
                  <a:lnTo>
                    <a:pt x="6194" y="5876"/>
                  </a:lnTo>
                  <a:close/>
                  <a:moveTo>
                    <a:pt x="1173" y="5993"/>
                  </a:moveTo>
                  <a:lnTo>
                    <a:pt x="1022" y="6144"/>
                  </a:lnTo>
                  <a:lnTo>
                    <a:pt x="1023" y="6145"/>
                  </a:lnTo>
                  <a:lnTo>
                    <a:pt x="1181" y="6000"/>
                  </a:lnTo>
                  <a:lnTo>
                    <a:pt x="1181" y="6000"/>
                  </a:lnTo>
                  <a:lnTo>
                    <a:pt x="1173" y="5993"/>
                  </a:lnTo>
                  <a:close/>
                  <a:moveTo>
                    <a:pt x="5960" y="6144"/>
                  </a:moveTo>
                  <a:lnTo>
                    <a:pt x="5959" y="6145"/>
                  </a:lnTo>
                  <a:lnTo>
                    <a:pt x="5959" y="6145"/>
                  </a:lnTo>
                  <a:lnTo>
                    <a:pt x="6027" y="6219"/>
                  </a:lnTo>
                  <a:lnTo>
                    <a:pt x="6027" y="6219"/>
                  </a:lnTo>
                  <a:lnTo>
                    <a:pt x="5960" y="6144"/>
                  </a:lnTo>
                  <a:close/>
                  <a:moveTo>
                    <a:pt x="1256" y="6060"/>
                  </a:moveTo>
                  <a:lnTo>
                    <a:pt x="1089" y="6228"/>
                  </a:lnTo>
                  <a:lnTo>
                    <a:pt x="1023" y="6145"/>
                  </a:lnTo>
                  <a:lnTo>
                    <a:pt x="1005" y="6161"/>
                  </a:lnTo>
                  <a:lnTo>
                    <a:pt x="1089" y="6244"/>
                  </a:lnTo>
                  <a:lnTo>
                    <a:pt x="1273" y="6077"/>
                  </a:lnTo>
                  <a:lnTo>
                    <a:pt x="1256" y="6060"/>
                  </a:lnTo>
                  <a:close/>
                  <a:moveTo>
                    <a:pt x="1424" y="6228"/>
                  </a:moveTo>
                  <a:lnTo>
                    <a:pt x="1357" y="6311"/>
                  </a:lnTo>
                  <a:lnTo>
                    <a:pt x="1425" y="6229"/>
                  </a:lnTo>
                  <a:lnTo>
                    <a:pt x="1425" y="6229"/>
                  </a:lnTo>
                  <a:lnTo>
                    <a:pt x="1424" y="6228"/>
                  </a:lnTo>
                  <a:close/>
                  <a:moveTo>
                    <a:pt x="1357" y="6311"/>
                  </a:moveTo>
                  <a:lnTo>
                    <a:pt x="1357" y="6311"/>
                  </a:lnTo>
                  <a:lnTo>
                    <a:pt x="1357" y="6311"/>
                  </a:lnTo>
                  <a:close/>
                  <a:moveTo>
                    <a:pt x="5943" y="6127"/>
                  </a:moveTo>
                  <a:lnTo>
                    <a:pt x="5859" y="6211"/>
                  </a:lnTo>
                  <a:lnTo>
                    <a:pt x="6010" y="6395"/>
                  </a:lnTo>
                  <a:lnTo>
                    <a:pt x="6110" y="6311"/>
                  </a:lnTo>
                  <a:lnTo>
                    <a:pt x="6027" y="6219"/>
                  </a:lnTo>
                  <a:lnTo>
                    <a:pt x="6027" y="6219"/>
                  </a:lnTo>
                  <a:lnTo>
                    <a:pt x="6094" y="6295"/>
                  </a:lnTo>
                  <a:cubicBezTo>
                    <a:pt x="6077" y="6328"/>
                    <a:pt x="6043" y="6345"/>
                    <a:pt x="6027" y="6378"/>
                  </a:cubicBezTo>
                  <a:lnTo>
                    <a:pt x="5876" y="6211"/>
                  </a:lnTo>
                  <a:lnTo>
                    <a:pt x="5959" y="6145"/>
                  </a:lnTo>
                  <a:lnTo>
                    <a:pt x="5959" y="6145"/>
                  </a:lnTo>
                  <a:lnTo>
                    <a:pt x="5943" y="6127"/>
                  </a:lnTo>
                  <a:close/>
                  <a:moveTo>
                    <a:pt x="1440" y="6211"/>
                  </a:moveTo>
                  <a:lnTo>
                    <a:pt x="1425" y="6229"/>
                  </a:lnTo>
                  <a:lnTo>
                    <a:pt x="1425" y="6229"/>
                  </a:lnTo>
                  <a:lnTo>
                    <a:pt x="1507" y="6295"/>
                  </a:lnTo>
                  <a:lnTo>
                    <a:pt x="1373" y="6462"/>
                  </a:lnTo>
                  <a:lnTo>
                    <a:pt x="1290" y="6395"/>
                  </a:lnTo>
                  <a:lnTo>
                    <a:pt x="1357" y="6311"/>
                  </a:lnTo>
                  <a:lnTo>
                    <a:pt x="1273" y="6412"/>
                  </a:lnTo>
                  <a:cubicBezTo>
                    <a:pt x="1306" y="6428"/>
                    <a:pt x="1340" y="6462"/>
                    <a:pt x="1373" y="6495"/>
                  </a:cubicBezTo>
                  <a:lnTo>
                    <a:pt x="1524" y="6295"/>
                  </a:lnTo>
                  <a:lnTo>
                    <a:pt x="1440" y="6211"/>
                  </a:lnTo>
                  <a:close/>
                  <a:moveTo>
                    <a:pt x="1725" y="6428"/>
                  </a:moveTo>
                  <a:lnTo>
                    <a:pt x="1666" y="6521"/>
                  </a:lnTo>
                  <a:lnTo>
                    <a:pt x="1728" y="6431"/>
                  </a:lnTo>
                  <a:lnTo>
                    <a:pt x="1728" y="6431"/>
                  </a:lnTo>
                  <a:lnTo>
                    <a:pt x="1725" y="6428"/>
                  </a:lnTo>
                  <a:close/>
                  <a:moveTo>
                    <a:pt x="5761" y="6469"/>
                  </a:moveTo>
                  <a:lnTo>
                    <a:pt x="5805" y="6532"/>
                  </a:lnTo>
                  <a:lnTo>
                    <a:pt x="5805" y="6532"/>
                  </a:lnTo>
                  <a:lnTo>
                    <a:pt x="5809" y="6529"/>
                  </a:lnTo>
                  <a:lnTo>
                    <a:pt x="5761" y="6469"/>
                  </a:lnTo>
                  <a:close/>
                  <a:moveTo>
                    <a:pt x="5675" y="6345"/>
                  </a:moveTo>
                  <a:lnTo>
                    <a:pt x="5575" y="6412"/>
                  </a:lnTo>
                  <a:lnTo>
                    <a:pt x="5725" y="6629"/>
                  </a:lnTo>
                  <a:lnTo>
                    <a:pt x="5826" y="6562"/>
                  </a:lnTo>
                  <a:lnTo>
                    <a:pt x="5805" y="6532"/>
                  </a:lnTo>
                  <a:lnTo>
                    <a:pt x="5805" y="6532"/>
                  </a:lnTo>
                  <a:lnTo>
                    <a:pt x="5725" y="6596"/>
                  </a:lnTo>
                  <a:lnTo>
                    <a:pt x="5592" y="6412"/>
                  </a:lnTo>
                  <a:lnTo>
                    <a:pt x="5675" y="6361"/>
                  </a:lnTo>
                  <a:lnTo>
                    <a:pt x="5761" y="6469"/>
                  </a:lnTo>
                  <a:lnTo>
                    <a:pt x="5675" y="6345"/>
                  </a:lnTo>
                  <a:close/>
                  <a:moveTo>
                    <a:pt x="2010" y="6613"/>
                  </a:moveTo>
                  <a:lnTo>
                    <a:pt x="1982" y="6668"/>
                  </a:lnTo>
                  <a:lnTo>
                    <a:pt x="1982" y="6668"/>
                  </a:lnTo>
                  <a:lnTo>
                    <a:pt x="2014" y="6615"/>
                  </a:lnTo>
                  <a:lnTo>
                    <a:pt x="2014" y="6615"/>
                  </a:lnTo>
                  <a:lnTo>
                    <a:pt x="2010" y="6613"/>
                  </a:lnTo>
                  <a:close/>
                  <a:moveTo>
                    <a:pt x="1742" y="6412"/>
                  </a:moveTo>
                  <a:lnTo>
                    <a:pt x="1728" y="6431"/>
                  </a:lnTo>
                  <a:lnTo>
                    <a:pt x="1728" y="6431"/>
                  </a:lnTo>
                  <a:lnTo>
                    <a:pt x="1809" y="6495"/>
                  </a:lnTo>
                  <a:lnTo>
                    <a:pt x="1691" y="6680"/>
                  </a:lnTo>
                  <a:lnTo>
                    <a:pt x="1608" y="6613"/>
                  </a:lnTo>
                  <a:lnTo>
                    <a:pt x="1666" y="6521"/>
                  </a:lnTo>
                  <a:lnTo>
                    <a:pt x="1591" y="6629"/>
                  </a:lnTo>
                  <a:lnTo>
                    <a:pt x="1691" y="6696"/>
                  </a:lnTo>
                  <a:lnTo>
                    <a:pt x="1825" y="6479"/>
                  </a:lnTo>
                  <a:cubicBezTo>
                    <a:pt x="1792" y="6462"/>
                    <a:pt x="1775" y="6445"/>
                    <a:pt x="1742" y="6412"/>
                  </a:cubicBezTo>
                  <a:close/>
                  <a:moveTo>
                    <a:pt x="5449" y="6654"/>
                  </a:moveTo>
                  <a:lnTo>
                    <a:pt x="5501" y="6750"/>
                  </a:lnTo>
                  <a:lnTo>
                    <a:pt x="5508" y="6746"/>
                  </a:lnTo>
                  <a:lnTo>
                    <a:pt x="5449" y="6654"/>
                  </a:lnTo>
                  <a:close/>
                  <a:moveTo>
                    <a:pt x="5089" y="6696"/>
                  </a:moveTo>
                  <a:lnTo>
                    <a:pt x="4989" y="6746"/>
                  </a:lnTo>
                  <a:lnTo>
                    <a:pt x="5089" y="6713"/>
                  </a:lnTo>
                  <a:lnTo>
                    <a:pt x="5140" y="6813"/>
                  </a:lnTo>
                  <a:lnTo>
                    <a:pt x="5089" y="6696"/>
                  </a:lnTo>
                  <a:close/>
                  <a:moveTo>
                    <a:pt x="5391" y="6546"/>
                  </a:moveTo>
                  <a:lnTo>
                    <a:pt x="5290" y="6613"/>
                  </a:lnTo>
                  <a:lnTo>
                    <a:pt x="5407" y="6813"/>
                  </a:lnTo>
                  <a:lnTo>
                    <a:pt x="5508" y="6763"/>
                  </a:lnTo>
                  <a:lnTo>
                    <a:pt x="5501" y="6750"/>
                  </a:lnTo>
                  <a:lnTo>
                    <a:pt x="5407" y="6797"/>
                  </a:lnTo>
                  <a:lnTo>
                    <a:pt x="5307" y="6613"/>
                  </a:lnTo>
                  <a:cubicBezTo>
                    <a:pt x="5340" y="6596"/>
                    <a:pt x="5357" y="6579"/>
                    <a:pt x="5391" y="6562"/>
                  </a:cubicBezTo>
                  <a:lnTo>
                    <a:pt x="5449" y="6654"/>
                  </a:lnTo>
                  <a:lnTo>
                    <a:pt x="5391" y="6546"/>
                  </a:lnTo>
                  <a:close/>
                  <a:moveTo>
                    <a:pt x="5140" y="6813"/>
                  </a:moveTo>
                  <a:lnTo>
                    <a:pt x="5140" y="6813"/>
                  </a:lnTo>
                  <a:lnTo>
                    <a:pt x="5140" y="6813"/>
                  </a:lnTo>
                  <a:close/>
                  <a:moveTo>
                    <a:pt x="2026" y="6596"/>
                  </a:moveTo>
                  <a:lnTo>
                    <a:pt x="2014" y="6615"/>
                  </a:lnTo>
                  <a:lnTo>
                    <a:pt x="2014" y="6615"/>
                  </a:lnTo>
                  <a:lnTo>
                    <a:pt x="2093" y="6663"/>
                  </a:lnTo>
                  <a:lnTo>
                    <a:pt x="1993" y="6864"/>
                  </a:lnTo>
                  <a:lnTo>
                    <a:pt x="1909" y="6813"/>
                  </a:lnTo>
                  <a:lnTo>
                    <a:pt x="1982" y="6668"/>
                  </a:lnTo>
                  <a:lnTo>
                    <a:pt x="1982" y="6668"/>
                  </a:lnTo>
                  <a:lnTo>
                    <a:pt x="1892" y="6813"/>
                  </a:lnTo>
                  <a:lnTo>
                    <a:pt x="2010" y="6880"/>
                  </a:lnTo>
                  <a:lnTo>
                    <a:pt x="2127" y="6646"/>
                  </a:lnTo>
                  <a:lnTo>
                    <a:pt x="2026" y="6596"/>
                  </a:lnTo>
                  <a:close/>
                  <a:moveTo>
                    <a:pt x="5140" y="6813"/>
                  </a:moveTo>
                  <a:lnTo>
                    <a:pt x="5184" y="6917"/>
                  </a:lnTo>
                  <a:lnTo>
                    <a:pt x="5184" y="6917"/>
                  </a:lnTo>
                  <a:lnTo>
                    <a:pt x="5190" y="6914"/>
                  </a:lnTo>
                  <a:lnTo>
                    <a:pt x="5140" y="6813"/>
                  </a:lnTo>
                  <a:close/>
                  <a:moveTo>
                    <a:pt x="4989" y="6746"/>
                  </a:moveTo>
                  <a:lnTo>
                    <a:pt x="5089" y="6981"/>
                  </a:lnTo>
                  <a:cubicBezTo>
                    <a:pt x="5123" y="6964"/>
                    <a:pt x="5156" y="6947"/>
                    <a:pt x="5190" y="6931"/>
                  </a:cubicBezTo>
                  <a:lnTo>
                    <a:pt x="5184" y="6917"/>
                  </a:lnTo>
                  <a:lnTo>
                    <a:pt x="5184" y="6917"/>
                  </a:lnTo>
                  <a:lnTo>
                    <a:pt x="5089" y="6964"/>
                  </a:lnTo>
                  <a:lnTo>
                    <a:pt x="4989" y="6746"/>
                  </a:lnTo>
                  <a:close/>
                  <a:moveTo>
                    <a:pt x="4675" y="6879"/>
                  </a:moveTo>
                  <a:lnTo>
                    <a:pt x="4671" y="6880"/>
                  </a:lnTo>
                  <a:lnTo>
                    <a:pt x="4704" y="6989"/>
                  </a:lnTo>
                  <a:lnTo>
                    <a:pt x="4675" y="6879"/>
                  </a:lnTo>
                  <a:close/>
                  <a:moveTo>
                    <a:pt x="2328" y="6763"/>
                  </a:moveTo>
                  <a:lnTo>
                    <a:pt x="2411" y="6797"/>
                  </a:lnTo>
                  <a:lnTo>
                    <a:pt x="2328" y="7014"/>
                  </a:lnTo>
                  <a:lnTo>
                    <a:pt x="2244" y="6964"/>
                  </a:lnTo>
                  <a:lnTo>
                    <a:pt x="2328" y="6763"/>
                  </a:lnTo>
                  <a:close/>
                  <a:moveTo>
                    <a:pt x="2328" y="6746"/>
                  </a:moveTo>
                  <a:lnTo>
                    <a:pt x="2227" y="6981"/>
                  </a:lnTo>
                  <a:lnTo>
                    <a:pt x="2344" y="7031"/>
                  </a:lnTo>
                  <a:lnTo>
                    <a:pt x="2428" y="6797"/>
                  </a:lnTo>
                  <a:lnTo>
                    <a:pt x="2328" y="6746"/>
                  </a:lnTo>
                  <a:close/>
                  <a:moveTo>
                    <a:pt x="4771" y="6830"/>
                  </a:moveTo>
                  <a:lnTo>
                    <a:pt x="4671" y="6864"/>
                  </a:lnTo>
                  <a:lnTo>
                    <a:pt x="4675" y="6879"/>
                  </a:lnTo>
                  <a:lnTo>
                    <a:pt x="4675" y="6879"/>
                  </a:lnTo>
                  <a:lnTo>
                    <a:pt x="4771" y="6847"/>
                  </a:lnTo>
                  <a:lnTo>
                    <a:pt x="4838" y="7065"/>
                  </a:lnTo>
                  <a:lnTo>
                    <a:pt x="4738" y="7098"/>
                  </a:lnTo>
                  <a:lnTo>
                    <a:pt x="4704" y="6989"/>
                  </a:lnTo>
                  <a:lnTo>
                    <a:pt x="4738" y="7115"/>
                  </a:lnTo>
                  <a:lnTo>
                    <a:pt x="4855" y="7065"/>
                  </a:lnTo>
                  <a:lnTo>
                    <a:pt x="4771" y="683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29"/>
          <p:cNvSpPr txBox="1">
            <a:spLocks noGrp="1"/>
          </p:cNvSpPr>
          <p:nvPr>
            <p:ph type="title" hasCustomPrompt="1"/>
          </p:nvPr>
        </p:nvSpPr>
        <p:spPr>
          <a:xfrm>
            <a:off x="3375750" y="2731125"/>
            <a:ext cx="23925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08" name="Google Shape;908;p29"/>
          <p:cNvSpPr txBox="1">
            <a:spLocks noGrp="1"/>
          </p:cNvSpPr>
          <p:nvPr>
            <p:ph type="subTitle" idx="1"/>
          </p:nvPr>
        </p:nvSpPr>
        <p:spPr>
          <a:xfrm>
            <a:off x="3375750" y="3437166"/>
            <a:ext cx="23925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9"/>
          <p:cNvSpPr txBox="1">
            <a:spLocks noGrp="1"/>
          </p:cNvSpPr>
          <p:nvPr>
            <p:ph type="title" idx="2" hasCustomPrompt="1"/>
          </p:nvPr>
        </p:nvSpPr>
        <p:spPr>
          <a:xfrm>
            <a:off x="739550" y="2731118"/>
            <a:ext cx="23925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10" name="Google Shape;910;p29"/>
          <p:cNvSpPr txBox="1">
            <a:spLocks noGrp="1"/>
          </p:cNvSpPr>
          <p:nvPr>
            <p:ph type="subTitle" idx="3"/>
          </p:nvPr>
        </p:nvSpPr>
        <p:spPr>
          <a:xfrm>
            <a:off x="739550" y="3437134"/>
            <a:ext cx="23925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1" name="Google Shape;911;p29"/>
          <p:cNvSpPr txBox="1">
            <a:spLocks noGrp="1"/>
          </p:cNvSpPr>
          <p:nvPr>
            <p:ph type="title" idx="4" hasCustomPrompt="1"/>
          </p:nvPr>
        </p:nvSpPr>
        <p:spPr>
          <a:xfrm>
            <a:off x="6011950" y="2731113"/>
            <a:ext cx="23925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12" name="Google Shape;912;p29"/>
          <p:cNvSpPr txBox="1">
            <a:spLocks noGrp="1"/>
          </p:cNvSpPr>
          <p:nvPr>
            <p:ph type="subTitle" idx="5"/>
          </p:nvPr>
        </p:nvSpPr>
        <p:spPr>
          <a:xfrm>
            <a:off x="6011950" y="3437125"/>
            <a:ext cx="23925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3" name="Google Shape;913;p29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4" name="Google Shape;914;p29"/>
          <p:cNvSpPr/>
          <p:nvPr/>
        </p:nvSpPr>
        <p:spPr>
          <a:xfrm>
            <a:off x="-973425" y="274425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29"/>
          <p:cNvSpPr/>
          <p:nvPr/>
        </p:nvSpPr>
        <p:spPr>
          <a:xfrm>
            <a:off x="6728800" y="-11542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29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917" name="Google Shape;917;p29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918" name="Google Shape;918;p29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9" name="Google Shape;919;p29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0" name="Google Shape;920;p29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921" name="Google Shape;921;p29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22" name="Google Shape;922;p29"/>
          <p:cNvGrpSpPr/>
          <p:nvPr/>
        </p:nvGrpSpPr>
        <p:grpSpPr>
          <a:xfrm rot="-5400000">
            <a:off x="51213" y="513760"/>
            <a:ext cx="518768" cy="291386"/>
            <a:chOff x="3654925" y="3123571"/>
            <a:chExt cx="518768" cy="291386"/>
          </a:xfrm>
        </p:grpSpPr>
        <p:sp>
          <p:nvSpPr>
            <p:cNvPr id="923" name="Google Shape;923;p29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9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9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9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9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9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9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9"/>
            <p:cNvSpPr/>
            <p:nvPr/>
          </p:nvSpPr>
          <p:spPr>
            <a:xfrm>
              <a:off x="3911277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9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9"/>
            <p:cNvSpPr/>
            <p:nvPr/>
          </p:nvSpPr>
          <p:spPr>
            <a:xfrm>
              <a:off x="4128935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933;p29"/>
          <p:cNvGrpSpPr/>
          <p:nvPr/>
        </p:nvGrpSpPr>
        <p:grpSpPr>
          <a:xfrm rot="5400000">
            <a:off x="8581525" y="4462809"/>
            <a:ext cx="518768" cy="291386"/>
            <a:chOff x="3654925" y="3123571"/>
            <a:chExt cx="518768" cy="291386"/>
          </a:xfrm>
        </p:grpSpPr>
        <p:sp>
          <p:nvSpPr>
            <p:cNvPr id="934" name="Google Shape;934;p29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9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9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9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9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9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9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9"/>
            <p:cNvSpPr/>
            <p:nvPr/>
          </p:nvSpPr>
          <p:spPr>
            <a:xfrm>
              <a:off x="3911277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9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9"/>
            <p:cNvSpPr/>
            <p:nvPr/>
          </p:nvSpPr>
          <p:spPr>
            <a:xfrm>
              <a:off x="4128935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_1_1_1_1_1_3_1"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46" name="Google Shape;946;p30"/>
          <p:cNvSpPr/>
          <p:nvPr/>
        </p:nvSpPr>
        <p:spPr>
          <a:xfrm>
            <a:off x="-973425" y="274425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30"/>
          <p:cNvSpPr/>
          <p:nvPr/>
        </p:nvSpPr>
        <p:spPr>
          <a:xfrm>
            <a:off x="6728800" y="-11542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8" name="Google Shape;948;p30"/>
          <p:cNvGrpSpPr/>
          <p:nvPr/>
        </p:nvGrpSpPr>
        <p:grpSpPr>
          <a:xfrm rot="5400000">
            <a:off x="8581525" y="374209"/>
            <a:ext cx="518768" cy="291386"/>
            <a:chOff x="3654925" y="3123571"/>
            <a:chExt cx="518768" cy="291386"/>
          </a:xfrm>
        </p:grpSpPr>
        <p:sp>
          <p:nvSpPr>
            <p:cNvPr id="949" name="Google Shape;949;p30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3911277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0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4128935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9" name="Google Shape;959;p30"/>
          <p:cNvGrpSpPr/>
          <p:nvPr/>
        </p:nvGrpSpPr>
        <p:grpSpPr>
          <a:xfrm>
            <a:off x="308679" y="255838"/>
            <a:ext cx="8669658" cy="4629880"/>
            <a:chOff x="308679" y="260513"/>
            <a:chExt cx="8669658" cy="4629880"/>
          </a:xfrm>
        </p:grpSpPr>
        <p:cxnSp>
          <p:nvCxnSpPr>
            <p:cNvPr id="960" name="Google Shape;960;p30"/>
            <p:cNvCxnSpPr/>
            <p:nvPr/>
          </p:nvCxnSpPr>
          <p:spPr>
            <a:xfrm rot="10800000">
              <a:off x="8978338" y="26051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61" name="Google Shape;961;p30"/>
            <p:cNvGrpSpPr/>
            <p:nvPr/>
          </p:nvGrpSpPr>
          <p:grpSpPr>
            <a:xfrm rot="10800000">
              <a:off x="308679" y="4324682"/>
              <a:ext cx="343982" cy="565711"/>
              <a:chOff x="4335679" y="240044"/>
              <a:chExt cx="343982" cy="565711"/>
            </a:xfrm>
          </p:grpSpPr>
          <p:sp>
            <p:nvSpPr>
              <p:cNvPr id="962" name="Google Shape;962;p30"/>
              <p:cNvSpPr/>
              <p:nvPr/>
            </p:nvSpPr>
            <p:spPr>
              <a:xfrm>
                <a:off x="4427396" y="542958"/>
                <a:ext cx="163536" cy="163558"/>
              </a:xfrm>
              <a:custGeom>
                <a:avLst/>
                <a:gdLst/>
                <a:ahLst/>
                <a:cxnLst/>
                <a:rect l="l" t="t" r="r" b="b"/>
                <a:pathLst>
                  <a:path w="7282" h="7283" extrusionOk="0">
                    <a:moveTo>
                      <a:pt x="3415" y="1"/>
                    </a:moveTo>
                    <a:cubicBezTo>
                      <a:pt x="3281" y="1"/>
                      <a:pt x="3164" y="18"/>
                      <a:pt x="3047" y="34"/>
                    </a:cubicBezTo>
                    <a:lnTo>
                      <a:pt x="3064" y="219"/>
                    </a:lnTo>
                    <a:cubicBezTo>
                      <a:pt x="3181" y="202"/>
                      <a:pt x="3298" y="185"/>
                      <a:pt x="3415" y="185"/>
                    </a:cubicBezTo>
                    <a:lnTo>
                      <a:pt x="3415" y="1"/>
                    </a:lnTo>
                    <a:close/>
                    <a:moveTo>
                      <a:pt x="3867" y="1"/>
                    </a:moveTo>
                    <a:lnTo>
                      <a:pt x="3867" y="185"/>
                    </a:lnTo>
                    <a:cubicBezTo>
                      <a:pt x="3985" y="185"/>
                      <a:pt x="4102" y="202"/>
                      <a:pt x="4202" y="219"/>
                    </a:cubicBezTo>
                    <a:lnTo>
                      <a:pt x="4236" y="34"/>
                    </a:lnTo>
                    <a:cubicBezTo>
                      <a:pt x="4118" y="18"/>
                      <a:pt x="4001" y="1"/>
                      <a:pt x="3867" y="1"/>
                    </a:cubicBezTo>
                    <a:close/>
                    <a:moveTo>
                      <a:pt x="4688" y="135"/>
                    </a:moveTo>
                    <a:lnTo>
                      <a:pt x="4637" y="319"/>
                    </a:lnTo>
                    <a:cubicBezTo>
                      <a:pt x="4754" y="352"/>
                      <a:pt x="4855" y="386"/>
                      <a:pt x="4972" y="436"/>
                    </a:cubicBezTo>
                    <a:lnTo>
                      <a:pt x="5039" y="269"/>
                    </a:lnTo>
                    <a:cubicBezTo>
                      <a:pt x="4922" y="219"/>
                      <a:pt x="4805" y="168"/>
                      <a:pt x="4688" y="135"/>
                    </a:cubicBezTo>
                    <a:close/>
                    <a:moveTo>
                      <a:pt x="2595" y="135"/>
                    </a:moveTo>
                    <a:cubicBezTo>
                      <a:pt x="2478" y="185"/>
                      <a:pt x="2361" y="219"/>
                      <a:pt x="2244" y="269"/>
                    </a:cubicBezTo>
                    <a:lnTo>
                      <a:pt x="2327" y="453"/>
                    </a:lnTo>
                    <a:cubicBezTo>
                      <a:pt x="2428" y="403"/>
                      <a:pt x="2528" y="352"/>
                      <a:pt x="2645" y="319"/>
                    </a:cubicBezTo>
                    <a:lnTo>
                      <a:pt x="2595" y="135"/>
                    </a:lnTo>
                    <a:close/>
                    <a:moveTo>
                      <a:pt x="1842" y="470"/>
                    </a:moveTo>
                    <a:cubicBezTo>
                      <a:pt x="1725" y="537"/>
                      <a:pt x="1624" y="604"/>
                      <a:pt x="1524" y="671"/>
                    </a:cubicBezTo>
                    <a:lnTo>
                      <a:pt x="1624" y="821"/>
                    </a:lnTo>
                    <a:cubicBezTo>
                      <a:pt x="1725" y="754"/>
                      <a:pt x="1825" y="687"/>
                      <a:pt x="1926" y="620"/>
                    </a:cubicBezTo>
                    <a:lnTo>
                      <a:pt x="1842" y="470"/>
                    </a:lnTo>
                    <a:close/>
                    <a:moveTo>
                      <a:pt x="5457" y="470"/>
                    </a:moveTo>
                    <a:lnTo>
                      <a:pt x="5374" y="620"/>
                    </a:lnTo>
                    <a:lnTo>
                      <a:pt x="5374" y="637"/>
                    </a:lnTo>
                    <a:cubicBezTo>
                      <a:pt x="5474" y="687"/>
                      <a:pt x="5575" y="754"/>
                      <a:pt x="5658" y="821"/>
                    </a:cubicBezTo>
                    <a:lnTo>
                      <a:pt x="5776" y="671"/>
                    </a:lnTo>
                    <a:cubicBezTo>
                      <a:pt x="5675" y="604"/>
                      <a:pt x="5575" y="537"/>
                      <a:pt x="5457" y="470"/>
                    </a:cubicBezTo>
                    <a:close/>
                    <a:moveTo>
                      <a:pt x="6127" y="955"/>
                    </a:moveTo>
                    <a:lnTo>
                      <a:pt x="6010" y="1089"/>
                    </a:lnTo>
                    <a:lnTo>
                      <a:pt x="6010" y="1106"/>
                    </a:lnTo>
                    <a:cubicBezTo>
                      <a:pt x="6094" y="1189"/>
                      <a:pt x="6177" y="1273"/>
                      <a:pt x="6244" y="1340"/>
                    </a:cubicBezTo>
                    <a:lnTo>
                      <a:pt x="6395" y="1223"/>
                    </a:lnTo>
                    <a:cubicBezTo>
                      <a:pt x="6311" y="1139"/>
                      <a:pt x="6227" y="1056"/>
                      <a:pt x="6127" y="955"/>
                    </a:cubicBezTo>
                    <a:close/>
                    <a:moveTo>
                      <a:pt x="1172" y="972"/>
                    </a:moveTo>
                    <a:cubicBezTo>
                      <a:pt x="1072" y="1056"/>
                      <a:pt x="988" y="1139"/>
                      <a:pt x="905" y="1240"/>
                    </a:cubicBezTo>
                    <a:lnTo>
                      <a:pt x="1055" y="1357"/>
                    </a:lnTo>
                    <a:cubicBezTo>
                      <a:pt x="1122" y="1273"/>
                      <a:pt x="1206" y="1189"/>
                      <a:pt x="1290" y="1106"/>
                    </a:cubicBezTo>
                    <a:lnTo>
                      <a:pt x="1172" y="972"/>
                    </a:lnTo>
                    <a:close/>
                    <a:moveTo>
                      <a:pt x="637" y="1608"/>
                    </a:moveTo>
                    <a:cubicBezTo>
                      <a:pt x="553" y="1708"/>
                      <a:pt x="503" y="1809"/>
                      <a:pt x="436" y="1926"/>
                    </a:cubicBezTo>
                    <a:lnTo>
                      <a:pt x="603" y="2010"/>
                    </a:lnTo>
                    <a:cubicBezTo>
                      <a:pt x="654" y="1909"/>
                      <a:pt x="704" y="1809"/>
                      <a:pt x="771" y="1708"/>
                    </a:cubicBezTo>
                    <a:lnTo>
                      <a:pt x="637" y="1608"/>
                    </a:lnTo>
                    <a:close/>
                    <a:moveTo>
                      <a:pt x="6679" y="1608"/>
                    </a:moveTo>
                    <a:lnTo>
                      <a:pt x="6529" y="1708"/>
                    </a:lnTo>
                    <a:cubicBezTo>
                      <a:pt x="6579" y="1809"/>
                      <a:pt x="6646" y="1909"/>
                      <a:pt x="6696" y="2010"/>
                    </a:cubicBezTo>
                    <a:lnTo>
                      <a:pt x="6864" y="1909"/>
                    </a:lnTo>
                    <a:cubicBezTo>
                      <a:pt x="6797" y="1809"/>
                      <a:pt x="6746" y="1708"/>
                      <a:pt x="6679" y="1608"/>
                    </a:cubicBezTo>
                    <a:close/>
                    <a:moveTo>
                      <a:pt x="7048" y="2344"/>
                    </a:moveTo>
                    <a:lnTo>
                      <a:pt x="6880" y="2411"/>
                    </a:lnTo>
                    <a:cubicBezTo>
                      <a:pt x="6930" y="2512"/>
                      <a:pt x="6964" y="2629"/>
                      <a:pt x="6997" y="2729"/>
                    </a:cubicBezTo>
                    <a:lnTo>
                      <a:pt x="7165" y="2696"/>
                    </a:lnTo>
                    <a:cubicBezTo>
                      <a:pt x="7131" y="2579"/>
                      <a:pt x="7098" y="2462"/>
                      <a:pt x="7048" y="2344"/>
                    </a:cubicBezTo>
                    <a:close/>
                    <a:moveTo>
                      <a:pt x="235" y="2344"/>
                    </a:moveTo>
                    <a:cubicBezTo>
                      <a:pt x="185" y="2462"/>
                      <a:pt x="151" y="2579"/>
                      <a:pt x="118" y="2696"/>
                    </a:cubicBezTo>
                    <a:lnTo>
                      <a:pt x="302" y="2746"/>
                    </a:lnTo>
                    <a:cubicBezTo>
                      <a:pt x="319" y="2629"/>
                      <a:pt x="369" y="2512"/>
                      <a:pt x="402" y="2411"/>
                    </a:cubicBezTo>
                    <a:lnTo>
                      <a:pt x="235" y="2344"/>
                    </a:lnTo>
                    <a:close/>
                    <a:moveTo>
                      <a:pt x="7265" y="3148"/>
                    </a:moveTo>
                    <a:lnTo>
                      <a:pt x="7081" y="3165"/>
                    </a:lnTo>
                    <a:lnTo>
                      <a:pt x="7081" y="3181"/>
                    </a:lnTo>
                    <a:cubicBezTo>
                      <a:pt x="7098" y="3282"/>
                      <a:pt x="7098" y="3399"/>
                      <a:pt x="7115" y="3516"/>
                    </a:cubicBezTo>
                    <a:lnTo>
                      <a:pt x="7282" y="3516"/>
                    </a:lnTo>
                    <a:cubicBezTo>
                      <a:pt x="7282" y="3399"/>
                      <a:pt x="7282" y="3265"/>
                      <a:pt x="7265" y="3148"/>
                    </a:cubicBezTo>
                    <a:close/>
                    <a:moveTo>
                      <a:pt x="34" y="3148"/>
                    </a:moveTo>
                    <a:cubicBezTo>
                      <a:pt x="17" y="3265"/>
                      <a:pt x="1" y="3399"/>
                      <a:pt x="1" y="3516"/>
                    </a:cubicBezTo>
                    <a:lnTo>
                      <a:pt x="185" y="3533"/>
                    </a:lnTo>
                    <a:cubicBezTo>
                      <a:pt x="185" y="3416"/>
                      <a:pt x="202" y="3298"/>
                      <a:pt x="218" y="3181"/>
                    </a:cubicBezTo>
                    <a:lnTo>
                      <a:pt x="34" y="3148"/>
                    </a:lnTo>
                    <a:close/>
                    <a:moveTo>
                      <a:pt x="202" y="3968"/>
                    </a:moveTo>
                    <a:lnTo>
                      <a:pt x="17" y="3985"/>
                    </a:lnTo>
                    <a:cubicBezTo>
                      <a:pt x="34" y="4102"/>
                      <a:pt x="51" y="4236"/>
                      <a:pt x="68" y="4353"/>
                    </a:cubicBezTo>
                    <a:lnTo>
                      <a:pt x="252" y="4320"/>
                    </a:lnTo>
                    <a:cubicBezTo>
                      <a:pt x="218" y="4202"/>
                      <a:pt x="202" y="4085"/>
                      <a:pt x="202" y="3968"/>
                    </a:cubicBezTo>
                    <a:close/>
                    <a:moveTo>
                      <a:pt x="7098" y="3968"/>
                    </a:moveTo>
                    <a:cubicBezTo>
                      <a:pt x="7081" y="4085"/>
                      <a:pt x="7064" y="4202"/>
                      <a:pt x="7048" y="4320"/>
                    </a:cubicBezTo>
                    <a:lnTo>
                      <a:pt x="7215" y="4353"/>
                    </a:lnTo>
                    <a:cubicBezTo>
                      <a:pt x="7249" y="4219"/>
                      <a:pt x="7265" y="4102"/>
                      <a:pt x="7265" y="3985"/>
                    </a:cubicBezTo>
                    <a:lnTo>
                      <a:pt x="7098" y="3968"/>
                    </a:lnTo>
                    <a:close/>
                    <a:moveTo>
                      <a:pt x="369" y="4721"/>
                    </a:moveTo>
                    <a:lnTo>
                      <a:pt x="185" y="4788"/>
                    </a:lnTo>
                    <a:lnTo>
                      <a:pt x="185" y="4805"/>
                    </a:lnTo>
                    <a:cubicBezTo>
                      <a:pt x="235" y="4922"/>
                      <a:pt x="269" y="5039"/>
                      <a:pt x="319" y="5123"/>
                    </a:cubicBezTo>
                    <a:lnTo>
                      <a:pt x="486" y="5056"/>
                    </a:lnTo>
                    <a:cubicBezTo>
                      <a:pt x="436" y="4956"/>
                      <a:pt x="402" y="4838"/>
                      <a:pt x="369" y="4721"/>
                    </a:cubicBezTo>
                    <a:close/>
                    <a:moveTo>
                      <a:pt x="6930" y="4738"/>
                    </a:moveTo>
                    <a:cubicBezTo>
                      <a:pt x="6897" y="4855"/>
                      <a:pt x="6847" y="4956"/>
                      <a:pt x="6797" y="5073"/>
                    </a:cubicBezTo>
                    <a:lnTo>
                      <a:pt x="6964" y="5140"/>
                    </a:lnTo>
                    <a:cubicBezTo>
                      <a:pt x="7014" y="5023"/>
                      <a:pt x="7064" y="4905"/>
                      <a:pt x="7098" y="4788"/>
                    </a:cubicBezTo>
                    <a:lnTo>
                      <a:pt x="6930" y="4738"/>
                    </a:lnTo>
                    <a:close/>
                    <a:moveTo>
                      <a:pt x="6596" y="5441"/>
                    </a:moveTo>
                    <a:cubicBezTo>
                      <a:pt x="6529" y="5558"/>
                      <a:pt x="6462" y="5642"/>
                      <a:pt x="6395" y="5742"/>
                    </a:cubicBezTo>
                    <a:lnTo>
                      <a:pt x="6546" y="5843"/>
                    </a:lnTo>
                    <a:cubicBezTo>
                      <a:pt x="6612" y="5759"/>
                      <a:pt x="6679" y="5659"/>
                      <a:pt x="6746" y="5541"/>
                    </a:cubicBezTo>
                    <a:lnTo>
                      <a:pt x="6596" y="5441"/>
                    </a:lnTo>
                    <a:close/>
                    <a:moveTo>
                      <a:pt x="704" y="5458"/>
                    </a:moveTo>
                    <a:lnTo>
                      <a:pt x="553" y="5558"/>
                    </a:lnTo>
                    <a:lnTo>
                      <a:pt x="536" y="5558"/>
                    </a:lnTo>
                    <a:cubicBezTo>
                      <a:pt x="620" y="5659"/>
                      <a:pt x="687" y="5759"/>
                      <a:pt x="771" y="5859"/>
                    </a:cubicBezTo>
                    <a:lnTo>
                      <a:pt x="921" y="5742"/>
                    </a:lnTo>
                    <a:cubicBezTo>
                      <a:pt x="838" y="5659"/>
                      <a:pt x="771" y="5558"/>
                      <a:pt x="704" y="5458"/>
                    </a:cubicBezTo>
                    <a:close/>
                    <a:moveTo>
                      <a:pt x="6094" y="6077"/>
                    </a:moveTo>
                    <a:cubicBezTo>
                      <a:pt x="6010" y="6161"/>
                      <a:pt x="5926" y="6228"/>
                      <a:pt x="5842" y="6311"/>
                    </a:cubicBezTo>
                    <a:lnTo>
                      <a:pt x="5960" y="6445"/>
                    </a:lnTo>
                    <a:cubicBezTo>
                      <a:pt x="6043" y="6362"/>
                      <a:pt x="6144" y="6295"/>
                      <a:pt x="6227" y="6194"/>
                    </a:cubicBezTo>
                    <a:lnTo>
                      <a:pt x="6094" y="6077"/>
                    </a:lnTo>
                    <a:close/>
                    <a:moveTo>
                      <a:pt x="1189" y="6077"/>
                    </a:moveTo>
                    <a:lnTo>
                      <a:pt x="1072" y="6211"/>
                    </a:lnTo>
                    <a:cubicBezTo>
                      <a:pt x="1156" y="6295"/>
                      <a:pt x="1239" y="6378"/>
                      <a:pt x="1340" y="6462"/>
                    </a:cubicBezTo>
                    <a:lnTo>
                      <a:pt x="1457" y="6311"/>
                    </a:lnTo>
                    <a:cubicBezTo>
                      <a:pt x="1357" y="6244"/>
                      <a:pt x="1273" y="6161"/>
                      <a:pt x="1189" y="6077"/>
                    </a:cubicBezTo>
                    <a:close/>
                    <a:moveTo>
                      <a:pt x="1808" y="6562"/>
                    </a:moveTo>
                    <a:lnTo>
                      <a:pt x="1708" y="6730"/>
                    </a:lnTo>
                    <a:cubicBezTo>
                      <a:pt x="1808" y="6780"/>
                      <a:pt x="1926" y="6847"/>
                      <a:pt x="2026" y="6897"/>
                    </a:cubicBezTo>
                    <a:lnTo>
                      <a:pt x="2110" y="6747"/>
                    </a:lnTo>
                    <a:cubicBezTo>
                      <a:pt x="2009" y="6696"/>
                      <a:pt x="1909" y="6629"/>
                      <a:pt x="1808" y="6562"/>
                    </a:cubicBezTo>
                    <a:close/>
                    <a:moveTo>
                      <a:pt x="5474" y="6562"/>
                    </a:moveTo>
                    <a:cubicBezTo>
                      <a:pt x="5374" y="6629"/>
                      <a:pt x="5273" y="6680"/>
                      <a:pt x="5156" y="6730"/>
                    </a:cubicBezTo>
                    <a:lnTo>
                      <a:pt x="5240" y="6897"/>
                    </a:lnTo>
                    <a:cubicBezTo>
                      <a:pt x="5357" y="6847"/>
                      <a:pt x="5457" y="6780"/>
                      <a:pt x="5558" y="6713"/>
                    </a:cubicBezTo>
                    <a:lnTo>
                      <a:pt x="5474" y="6562"/>
                    </a:lnTo>
                    <a:close/>
                    <a:moveTo>
                      <a:pt x="2512" y="6914"/>
                    </a:moveTo>
                    <a:lnTo>
                      <a:pt x="2461" y="7081"/>
                    </a:lnTo>
                    <a:cubicBezTo>
                      <a:pt x="2578" y="7132"/>
                      <a:pt x="2696" y="7148"/>
                      <a:pt x="2813" y="7182"/>
                    </a:cubicBezTo>
                    <a:lnTo>
                      <a:pt x="2846" y="7014"/>
                    </a:lnTo>
                    <a:cubicBezTo>
                      <a:pt x="2746" y="6981"/>
                      <a:pt x="2629" y="6947"/>
                      <a:pt x="2512" y="6914"/>
                    </a:cubicBezTo>
                    <a:close/>
                    <a:moveTo>
                      <a:pt x="4754" y="6914"/>
                    </a:moveTo>
                    <a:cubicBezTo>
                      <a:pt x="4654" y="6947"/>
                      <a:pt x="4537" y="6981"/>
                      <a:pt x="4420" y="7014"/>
                    </a:cubicBezTo>
                    <a:lnTo>
                      <a:pt x="4470" y="7182"/>
                    </a:lnTo>
                    <a:cubicBezTo>
                      <a:pt x="4587" y="7148"/>
                      <a:pt x="4704" y="7115"/>
                      <a:pt x="4821" y="7081"/>
                    </a:cubicBezTo>
                    <a:lnTo>
                      <a:pt x="4754" y="6914"/>
                    </a:lnTo>
                    <a:close/>
                    <a:moveTo>
                      <a:pt x="3281" y="7081"/>
                    </a:moveTo>
                    <a:lnTo>
                      <a:pt x="3265" y="7266"/>
                    </a:lnTo>
                    <a:lnTo>
                      <a:pt x="3281" y="7266"/>
                    </a:lnTo>
                    <a:cubicBezTo>
                      <a:pt x="3399" y="7266"/>
                      <a:pt x="3516" y="7282"/>
                      <a:pt x="3633" y="7282"/>
                    </a:cubicBezTo>
                    <a:cubicBezTo>
                      <a:pt x="3767" y="7282"/>
                      <a:pt x="3884" y="7266"/>
                      <a:pt x="4001" y="7266"/>
                    </a:cubicBezTo>
                    <a:lnTo>
                      <a:pt x="3985" y="7081"/>
                    </a:lnTo>
                    <a:cubicBezTo>
                      <a:pt x="3867" y="7098"/>
                      <a:pt x="3750" y="7098"/>
                      <a:pt x="3633" y="7098"/>
                    </a:cubicBezTo>
                    <a:cubicBezTo>
                      <a:pt x="3516" y="7098"/>
                      <a:pt x="3399" y="7081"/>
                      <a:pt x="3281" y="708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0"/>
              <p:cNvSpPr/>
              <p:nvPr/>
            </p:nvSpPr>
            <p:spPr>
              <a:xfrm>
                <a:off x="4518753" y="240044"/>
                <a:ext cx="22" cy="181951"/>
              </a:xfrm>
              <a:custGeom>
                <a:avLst/>
                <a:gdLst/>
                <a:ahLst/>
                <a:cxnLst/>
                <a:rect l="l" t="t" r="r" b="b"/>
                <a:pathLst>
                  <a:path w="1" h="8102" extrusionOk="0">
                    <a:moveTo>
                      <a:pt x="0" y="0"/>
                    </a:moveTo>
                    <a:lnTo>
                      <a:pt x="0" y="8101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0"/>
              <p:cNvSpPr/>
              <p:nvPr/>
            </p:nvSpPr>
            <p:spPr>
              <a:xfrm>
                <a:off x="4335679" y="457260"/>
                <a:ext cx="343982" cy="348495"/>
              </a:xfrm>
              <a:custGeom>
                <a:avLst/>
                <a:gdLst/>
                <a:ahLst/>
                <a:cxnLst/>
                <a:rect l="l" t="t" r="r" b="b"/>
                <a:pathLst>
                  <a:path w="15317" h="15518" extrusionOk="0">
                    <a:moveTo>
                      <a:pt x="7717" y="34"/>
                    </a:moveTo>
                    <a:lnTo>
                      <a:pt x="7717" y="503"/>
                    </a:lnTo>
                    <a:lnTo>
                      <a:pt x="7499" y="503"/>
                    </a:lnTo>
                    <a:lnTo>
                      <a:pt x="7483" y="34"/>
                    </a:lnTo>
                    <a:close/>
                    <a:moveTo>
                      <a:pt x="7449" y="1"/>
                    </a:moveTo>
                    <a:lnTo>
                      <a:pt x="7449" y="536"/>
                    </a:lnTo>
                    <a:lnTo>
                      <a:pt x="7734" y="536"/>
                    </a:lnTo>
                    <a:lnTo>
                      <a:pt x="7734" y="1"/>
                    </a:lnTo>
                    <a:close/>
                    <a:moveTo>
                      <a:pt x="8269" y="51"/>
                    </a:moveTo>
                    <a:cubicBezTo>
                      <a:pt x="8336" y="68"/>
                      <a:pt x="8420" y="84"/>
                      <a:pt x="8504" y="84"/>
                    </a:cubicBezTo>
                    <a:lnTo>
                      <a:pt x="8453" y="536"/>
                    </a:lnTo>
                    <a:lnTo>
                      <a:pt x="8236" y="519"/>
                    </a:lnTo>
                    <a:lnTo>
                      <a:pt x="8269" y="51"/>
                    </a:lnTo>
                    <a:close/>
                    <a:moveTo>
                      <a:pt x="6930" y="84"/>
                    </a:moveTo>
                    <a:lnTo>
                      <a:pt x="6964" y="553"/>
                    </a:lnTo>
                    <a:lnTo>
                      <a:pt x="6763" y="570"/>
                    </a:lnTo>
                    <a:lnTo>
                      <a:pt x="6696" y="101"/>
                    </a:lnTo>
                    <a:lnTo>
                      <a:pt x="6930" y="84"/>
                    </a:lnTo>
                    <a:close/>
                    <a:moveTo>
                      <a:pt x="8236" y="17"/>
                    </a:moveTo>
                    <a:lnTo>
                      <a:pt x="8202" y="553"/>
                    </a:lnTo>
                    <a:lnTo>
                      <a:pt x="8219" y="553"/>
                    </a:lnTo>
                    <a:cubicBezTo>
                      <a:pt x="8303" y="553"/>
                      <a:pt x="8387" y="570"/>
                      <a:pt x="8453" y="570"/>
                    </a:cubicBezTo>
                    <a:lnTo>
                      <a:pt x="8470" y="570"/>
                    </a:lnTo>
                    <a:lnTo>
                      <a:pt x="8537" y="34"/>
                    </a:lnTo>
                    <a:lnTo>
                      <a:pt x="8520" y="34"/>
                    </a:lnTo>
                    <a:lnTo>
                      <a:pt x="8253" y="17"/>
                    </a:lnTo>
                    <a:close/>
                    <a:moveTo>
                      <a:pt x="6930" y="51"/>
                    </a:moveTo>
                    <a:lnTo>
                      <a:pt x="6679" y="84"/>
                    </a:lnTo>
                    <a:lnTo>
                      <a:pt x="6662" y="84"/>
                    </a:lnTo>
                    <a:lnTo>
                      <a:pt x="6729" y="603"/>
                    </a:lnTo>
                    <a:lnTo>
                      <a:pt x="6746" y="603"/>
                    </a:lnTo>
                    <a:lnTo>
                      <a:pt x="6997" y="570"/>
                    </a:lnTo>
                    <a:lnTo>
                      <a:pt x="7014" y="570"/>
                    </a:lnTo>
                    <a:lnTo>
                      <a:pt x="6947" y="51"/>
                    </a:lnTo>
                    <a:close/>
                    <a:moveTo>
                      <a:pt x="9039" y="151"/>
                    </a:moveTo>
                    <a:lnTo>
                      <a:pt x="9274" y="185"/>
                    </a:lnTo>
                    <a:lnTo>
                      <a:pt x="9173" y="653"/>
                    </a:lnTo>
                    <a:cubicBezTo>
                      <a:pt x="9106" y="637"/>
                      <a:pt x="9039" y="620"/>
                      <a:pt x="8972" y="620"/>
                    </a:cubicBezTo>
                    <a:lnTo>
                      <a:pt x="9039" y="151"/>
                    </a:lnTo>
                    <a:close/>
                    <a:moveTo>
                      <a:pt x="9023" y="118"/>
                    </a:moveTo>
                    <a:lnTo>
                      <a:pt x="8922" y="637"/>
                    </a:lnTo>
                    <a:lnTo>
                      <a:pt x="8939" y="637"/>
                    </a:lnTo>
                    <a:lnTo>
                      <a:pt x="9190" y="687"/>
                    </a:lnTo>
                    <a:lnTo>
                      <a:pt x="9207" y="687"/>
                    </a:lnTo>
                    <a:lnTo>
                      <a:pt x="9307" y="168"/>
                    </a:lnTo>
                    <a:lnTo>
                      <a:pt x="9290" y="168"/>
                    </a:lnTo>
                    <a:cubicBezTo>
                      <a:pt x="9207" y="134"/>
                      <a:pt x="9123" y="118"/>
                      <a:pt x="9039" y="118"/>
                    </a:cubicBezTo>
                    <a:close/>
                    <a:moveTo>
                      <a:pt x="6144" y="201"/>
                    </a:moveTo>
                    <a:lnTo>
                      <a:pt x="6244" y="653"/>
                    </a:lnTo>
                    <a:lnTo>
                      <a:pt x="6043" y="704"/>
                    </a:lnTo>
                    <a:lnTo>
                      <a:pt x="5926" y="252"/>
                    </a:lnTo>
                    <a:lnTo>
                      <a:pt x="6144" y="201"/>
                    </a:lnTo>
                    <a:close/>
                    <a:moveTo>
                      <a:pt x="6160" y="168"/>
                    </a:moveTo>
                    <a:lnTo>
                      <a:pt x="5909" y="218"/>
                    </a:lnTo>
                    <a:lnTo>
                      <a:pt x="5892" y="218"/>
                    </a:lnTo>
                    <a:lnTo>
                      <a:pt x="6010" y="737"/>
                    </a:lnTo>
                    <a:lnTo>
                      <a:pt x="6026" y="737"/>
                    </a:lnTo>
                    <a:lnTo>
                      <a:pt x="6277" y="687"/>
                    </a:lnTo>
                    <a:lnTo>
                      <a:pt x="6177" y="168"/>
                    </a:lnTo>
                    <a:close/>
                    <a:moveTo>
                      <a:pt x="9826" y="319"/>
                    </a:moveTo>
                    <a:lnTo>
                      <a:pt x="10027" y="386"/>
                    </a:lnTo>
                    <a:lnTo>
                      <a:pt x="9910" y="838"/>
                    </a:lnTo>
                    <a:lnTo>
                      <a:pt x="9692" y="771"/>
                    </a:lnTo>
                    <a:lnTo>
                      <a:pt x="9826" y="319"/>
                    </a:lnTo>
                    <a:close/>
                    <a:moveTo>
                      <a:pt x="9793" y="285"/>
                    </a:moveTo>
                    <a:lnTo>
                      <a:pt x="9642" y="787"/>
                    </a:lnTo>
                    <a:lnTo>
                      <a:pt x="9659" y="787"/>
                    </a:lnTo>
                    <a:lnTo>
                      <a:pt x="9893" y="871"/>
                    </a:lnTo>
                    <a:lnTo>
                      <a:pt x="9910" y="871"/>
                    </a:lnTo>
                    <a:lnTo>
                      <a:pt x="10077" y="352"/>
                    </a:lnTo>
                    <a:lnTo>
                      <a:pt x="10060" y="352"/>
                    </a:lnTo>
                    <a:lnTo>
                      <a:pt x="9809" y="285"/>
                    </a:lnTo>
                    <a:close/>
                    <a:moveTo>
                      <a:pt x="5390" y="402"/>
                    </a:moveTo>
                    <a:lnTo>
                      <a:pt x="5558" y="854"/>
                    </a:lnTo>
                    <a:lnTo>
                      <a:pt x="5340" y="921"/>
                    </a:lnTo>
                    <a:lnTo>
                      <a:pt x="5189" y="469"/>
                    </a:lnTo>
                    <a:lnTo>
                      <a:pt x="5390" y="402"/>
                    </a:lnTo>
                    <a:close/>
                    <a:moveTo>
                      <a:pt x="5407" y="369"/>
                    </a:moveTo>
                    <a:cubicBezTo>
                      <a:pt x="5323" y="402"/>
                      <a:pt x="5240" y="419"/>
                      <a:pt x="5156" y="453"/>
                    </a:cubicBezTo>
                    <a:lnTo>
                      <a:pt x="5139" y="453"/>
                    </a:lnTo>
                    <a:lnTo>
                      <a:pt x="5307" y="955"/>
                    </a:lnTo>
                    <a:lnTo>
                      <a:pt x="5323" y="955"/>
                    </a:lnTo>
                    <a:lnTo>
                      <a:pt x="5558" y="888"/>
                    </a:lnTo>
                    <a:lnTo>
                      <a:pt x="5574" y="888"/>
                    </a:lnTo>
                    <a:lnTo>
                      <a:pt x="5424" y="369"/>
                    </a:lnTo>
                    <a:close/>
                    <a:moveTo>
                      <a:pt x="10563" y="570"/>
                    </a:moveTo>
                    <a:lnTo>
                      <a:pt x="10763" y="653"/>
                    </a:lnTo>
                    <a:lnTo>
                      <a:pt x="10579" y="1089"/>
                    </a:lnTo>
                    <a:lnTo>
                      <a:pt x="10378" y="1005"/>
                    </a:lnTo>
                    <a:lnTo>
                      <a:pt x="10563" y="570"/>
                    </a:lnTo>
                    <a:close/>
                    <a:moveTo>
                      <a:pt x="10529" y="519"/>
                    </a:moveTo>
                    <a:lnTo>
                      <a:pt x="10328" y="1038"/>
                    </a:lnTo>
                    <a:lnTo>
                      <a:pt x="10345" y="1038"/>
                    </a:lnTo>
                    <a:lnTo>
                      <a:pt x="10579" y="1122"/>
                    </a:lnTo>
                    <a:lnTo>
                      <a:pt x="10596" y="1122"/>
                    </a:lnTo>
                    <a:lnTo>
                      <a:pt x="10814" y="620"/>
                    </a:lnTo>
                    <a:lnTo>
                      <a:pt x="10797" y="620"/>
                    </a:lnTo>
                    <a:lnTo>
                      <a:pt x="10546" y="519"/>
                    </a:lnTo>
                    <a:close/>
                    <a:moveTo>
                      <a:pt x="11266" y="888"/>
                    </a:moveTo>
                    <a:cubicBezTo>
                      <a:pt x="11333" y="921"/>
                      <a:pt x="11399" y="955"/>
                      <a:pt x="11466" y="988"/>
                    </a:cubicBezTo>
                    <a:lnTo>
                      <a:pt x="11249" y="1407"/>
                    </a:lnTo>
                    <a:cubicBezTo>
                      <a:pt x="11182" y="1373"/>
                      <a:pt x="11115" y="1340"/>
                      <a:pt x="11048" y="1306"/>
                    </a:cubicBezTo>
                    <a:lnTo>
                      <a:pt x="11266" y="888"/>
                    </a:lnTo>
                    <a:close/>
                    <a:moveTo>
                      <a:pt x="11249" y="838"/>
                    </a:moveTo>
                    <a:lnTo>
                      <a:pt x="11014" y="1323"/>
                    </a:lnTo>
                    <a:lnTo>
                      <a:pt x="11031" y="1323"/>
                    </a:lnTo>
                    <a:lnTo>
                      <a:pt x="11232" y="1423"/>
                    </a:lnTo>
                    <a:lnTo>
                      <a:pt x="11249" y="1423"/>
                    </a:lnTo>
                    <a:lnTo>
                      <a:pt x="11517" y="971"/>
                    </a:lnTo>
                    <a:lnTo>
                      <a:pt x="11500" y="971"/>
                    </a:lnTo>
                    <a:lnTo>
                      <a:pt x="11266" y="838"/>
                    </a:lnTo>
                    <a:close/>
                    <a:moveTo>
                      <a:pt x="11935" y="1273"/>
                    </a:moveTo>
                    <a:lnTo>
                      <a:pt x="12119" y="1407"/>
                    </a:lnTo>
                    <a:lnTo>
                      <a:pt x="11851" y="1792"/>
                    </a:lnTo>
                    <a:lnTo>
                      <a:pt x="11684" y="1674"/>
                    </a:lnTo>
                    <a:lnTo>
                      <a:pt x="11935" y="1273"/>
                    </a:lnTo>
                    <a:close/>
                    <a:moveTo>
                      <a:pt x="11918" y="1222"/>
                    </a:moveTo>
                    <a:lnTo>
                      <a:pt x="11634" y="1674"/>
                    </a:lnTo>
                    <a:lnTo>
                      <a:pt x="11835" y="1808"/>
                    </a:lnTo>
                    <a:lnTo>
                      <a:pt x="11851" y="1808"/>
                    </a:lnTo>
                    <a:lnTo>
                      <a:pt x="12153" y="1373"/>
                    </a:lnTo>
                    <a:cubicBezTo>
                      <a:pt x="12086" y="1323"/>
                      <a:pt x="12019" y="1273"/>
                      <a:pt x="11935" y="1222"/>
                    </a:cubicBezTo>
                    <a:close/>
                    <a:moveTo>
                      <a:pt x="12571" y="1725"/>
                    </a:moveTo>
                    <a:lnTo>
                      <a:pt x="12755" y="1875"/>
                    </a:lnTo>
                    <a:lnTo>
                      <a:pt x="12454" y="2227"/>
                    </a:lnTo>
                    <a:lnTo>
                      <a:pt x="12287" y="2093"/>
                    </a:lnTo>
                    <a:lnTo>
                      <a:pt x="12571" y="1725"/>
                    </a:lnTo>
                    <a:close/>
                    <a:moveTo>
                      <a:pt x="12571" y="1691"/>
                    </a:moveTo>
                    <a:lnTo>
                      <a:pt x="12236" y="2110"/>
                    </a:lnTo>
                    <a:lnTo>
                      <a:pt x="12253" y="2110"/>
                    </a:lnTo>
                    <a:cubicBezTo>
                      <a:pt x="12320" y="2160"/>
                      <a:pt x="12387" y="2210"/>
                      <a:pt x="12454" y="2277"/>
                    </a:cubicBezTo>
                    <a:lnTo>
                      <a:pt x="12806" y="1875"/>
                    </a:lnTo>
                    <a:lnTo>
                      <a:pt x="12789" y="1859"/>
                    </a:lnTo>
                    <a:cubicBezTo>
                      <a:pt x="12722" y="1808"/>
                      <a:pt x="12655" y="1758"/>
                      <a:pt x="12588" y="1691"/>
                    </a:cubicBezTo>
                    <a:close/>
                    <a:moveTo>
                      <a:pt x="13157" y="2244"/>
                    </a:moveTo>
                    <a:lnTo>
                      <a:pt x="13308" y="2411"/>
                    </a:lnTo>
                    <a:lnTo>
                      <a:pt x="12973" y="2746"/>
                    </a:lnTo>
                    <a:cubicBezTo>
                      <a:pt x="12923" y="2679"/>
                      <a:pt x="12872" y="2629"/>
                      <a:pt x="12822" y="2595"/>
                    </a:cubicBezTo>
                    <a:lnTo>
                      <a:pt x="13157" y="2244"/>
                    </a:lnTo>
                    <a:close/>
                    <a:moveTo>
                      <a:pt x="13157" y="2210"/>
                    </a:moveTo>
                    <a:lnTo>
                      <a:pt x="12789" y="2595"/>
                    </a:lnTo>
                    <a:lnTo>
                      <a:pt x="12806" y="2595"/>
                    </a:lnTo>
                    <a:cubicBezTo>
                      <a:pt x="12856" y="2662"/>
                      <a:pt x="12923" y="2712"/>
                      <a:pt x="12973" y="2779"/>
                    </a:cubicBezTo>
                    <a:lnTo>
                      <a:pt x="13358" y="2411"/>
                    </a:lnTo>
                    <a:lnTo>
                      <a:pt x="13358" y="2394"/>
                    </a:lnTo>
                    <a:lnTo>
                      <a:pt x="13174" y="2210"/>
                    </a:lnTo>
                    <a:close/>
                    <a:moveTo>
                      <a:pt x="13693" y="2829"/>
                    </a:moveTo>
                    <a:lnTo>
                      <a:pt x="13827" y="3014"/>
                    </a:lnTo>
                    <a:lnTo>
                      <a:pt x="13458" y="3298"/>
                    </a:lnTo>
                    <a:lnTo>
                      <a:pt x="13324" y="3131"/>
                    </a:lnTo>
                    <a:lnTo>
                      <a:pt x="13693" y="2829"/>
                    </a:lnTo>
                    <a:close/>
                    <a:moveTo>
                      <a:pt x="13693" y="2779"/>
                    </a:moveTo>
                    <a:lnTo>
                      <a:pt x="13274" y="3131"/>
                    </a:lnTo>
                    <a:lnTo>
                      <a:pt x="13291" y="3147"/>
                    </a:lnTo>
                    <a:cubicBezTo>
                      <a:pt x="13341" y="3198"/>
                      <a:pt x="13391" y="3265"/>
                      <a:pt x="13442" y="3332"/>
                    </a:cubicBezTo>
                    <a:lnTo>
                      <a:pt x="13458" y="3348"/>
                    </a:lnTo>
                    <a:lnTo>
                      <a:pt x="13877" y="3014"/>
                    </a:lnTo>
                    <a:lnTo>
                      <a:pt x="13860" y="2997"/>
                    </a:lnTo>
                    <a:cubicBezTo>
                      <a:pt x="13810" y="2930"/>
                      <a:pt x="13760" y="2863"/>
                      <a:pt x="13693" y="2796"/>
                    </a:cubicBezTo>
                    <a:lnTo>
                      <a:pt x="13693" y="2779"/>
                    </a:lnTo>
                    <a:close/>
                    <a:moveTo>
                      <a:pt x="14145" y="3449"/>
                    </a:moveTo>
                    <a:lnTo>
                      <a:pt x="14262" y="3633"/>
                    </a:lnTo>
                    <a:lnTo>
                      <a:pt x="13877" y="3884"/>
                    </a:lnTo>
                    <a:lnTo>
                      <a:pt x="13760" y="3717"/>
                    </a:lnTo>
                    <a:lnTo>
                      <a:pt x="14145" y="3449"/>
                    </a:lnTo>
                    <a:close/>
                    <a:moveTo>
                      <a:pt x="14178" y="3399"/>
                    </a:moveTo>
                    <a:lnTo>
                      <a:pt x="13726" y="3700"/>
                    </a:lnTo>
                    <a:lnTo>
                      <a:pt x="13726" y="3717"/>
                    </a:lnTo>
                    <a:cubicBezTo>
                      <a:pt x="13776" y="3783"/>
                      <a:pt x="13827" y="3850"/>
                      <a:pt x="13860" y="3917"/>
                    </a:cubicBezTo>
                    <a:lnTo>
                      <a:pt x="13860" y="3934"/>
                    </a:lnTo>
                    <a:lnTo>
                      <a:pt x="14312" y="3650"/>
                    </a:lnTo>
                    <a:lnTo>
                      <a:pt x="14312" y="3633"/>
                    </a:lnTo>
                    <a:cubicBezTo>
                      <a:pt x="14262" y="3566"/>
                      <a:pt x="14228" y="3499"/>
                      <a:pt x="14178" y="3415"/>
                    </a:cubicBezTo>
                    <a:lnTo>
                      <a:pt x="14178" y="3399"/>
                    </a:lnTo>
                    <a:close/>
                    <a:moveTo>
                      <a:pt x="1172" y="3700"/>
                    </a:moveTo>
                    <a:lnTo>
                      <a:pt x="1574" y="3951"/>
                    </a:lnTo>
                    <a:lnTo>
                      <a:pt x="1474" y="4135"/>
                    </a:lnTo>
                    <a:lnTo>
                      <a:pt x="1055" y="3901"/>
                    </a:lnTo>
                    <a:lnTo>
                      <a:pt x="1172" y="3700"/>
                    </a:lnTo>
                    <a:close/>
                    <a:moveTo>
                      <a:pt x="1139" y="3666"/>
                    </a:moveTo>
                    <a:cubicBezTo>
                      <a:pt x="1089" y="3750"/>
                      <a:pt x="1055" y="3817"/>
                      <a:pt x="1005" y="3901"/>
                    </a:cubicBezTo>
                    <a:lnTo>
                      <a:pt x="1005" y="3917"/>
                    </a:lnTo>
                    <a:lnTo>
                      <a:pt x="1474" y="4185"/>
                    </a:lnTo>
                    <a:lnTo>
                      <a:pt x="1474" y="4168"/>
                    </a:lnTo>
                    <a:lnTo>
                      <a:pt x="1591" y="3951"/>
                    </a:lnTo>
                    <a:lnTo>
                      <a:pt x="1591" y="3934"/>
                    </a:lnTo>
                    <a:lnTo>
                      <a:pt x="1139" y="3666"/>
                    </a:lnTo>
                    <a:close/>
                    <a:moveTo>
                      <a:pt x="14563" y="4118"/>
                    </a:moveTo>
                    <a:cubicBezTo>
                      <a:pt x="14597" y="4185"/>
                      <a:pt x="14630" y="4269"/>
                      <a:pt x="14647" y="4319"/>
                    </a:cubicBezTo>
                    <a:lnTo>
                      <a:pt x="14228" y="4537"/>
                    </a:lnTo>
                    <a:lnTo>
                      <a:pt x="14128" y="4336"/>
                    </a:lnTo>
                    <a:lnTo>
                      <a:pt x="14546" y="4118"/>
                    </a:lnTo>
                    <a:close/>
                    <a:moveTo>
                      <a:pt x="14563" y="4085"/>
                    </a:moveTo>
                    <a:lnTo>
                      <a:pt x="14094" y="4336"/>
                    </a:lnTo>
                    <a:lnTo>
                      <a:pt x="14094" y="4353"/>
                    </a:lnTo>
                    <a:lnTo>
                      <a:pt x="14212" y="4570"/>
                    </a:lnTo>
                    <a:lnTo>
                      <a:pt x="14680" y="4336"/>
                    </a:lnTo>
                    <a:lnTo>
                      <a:pt x="14680" y="4319"/>
                    </a:lnTo>
                    <a:cubicBezTo>
                      <a:pt x="14647" y="4252"/>
                      <a:pt x="14597" y="4168"/>
                      <a:pt x="14563" y="4085"/>
                    </a:cubicBezTo>
                    <a:close/>
                    <a:moveTo>
                      <a:pt x="787" y="4386"/>
                    </a:moveTo>
                    <a:lnTo>
                      <a:pt x="1206" y="4587"/>
                    </a:lnTo>
                    <a:cubicBezTo>
                      <a:pt x="1172" y="4654"/>
                      <a:pt x="1139" y="4721"/>
                      <a:pt x="1105" y="4788"/>
                    </a:cubicBezTo>
                    <a:lnTo>
                      <a:pt x="687" y="4587"/>
                    </a:lnTo>
                    <a:cubicBezTo>
                      <a:pt x="720" y="4520"/>
                      <a:pt x="754" y="4453"/>
                      <a:pt x="787" y="4386"/>
                    </a:cubicBezTo>
                    <a:close/>
                    <a:moveTo>
                      <a:pt x="771" y="4336"/>
                    </a:moveTo>
                    <a:lnTo>
                      <a:pt x="771" y="4353"/>
                    </a:lnTo>
                    <a:cubicBezTo>
                      <a:pt x="737" y="4420"/>
                      <a:pt x="704" y="4487"/>
                      <a:pt x="670" y="4570"/>
                    </a:cubicBezTo>
                    <a:lnTo>
                      <a:pt x="653" y="4604"/>
                    </a:lnTo>
                    <a:lnTo>
                      <a:pt x="653" y="4620"/>
                    </a:lnTo>
                    <a:lnTo>
                      <a:pt x="1139" y="4821"/>
                    </a:lnTo>
                    <a:lnTo>
                      <a:pt x="1139" y="4805"/>
                    </a:lnTo>
                    <a:cubicBezTo>
                      <a:pt x="1172" y="4738"/>
                      <a:pt x="1206" y="4654"/>
                      <a:pt x="1256" y="4587"/>
                    </a:cubicBezTo>
                    <a:lnTo>
                      <a:pt x="1256" y="4570"/>
                    </a:lnTo>
                    <a:lnTo>
                      <a:pt x="771" y="4336"/>
                    </a:lnTo>
                    <a:close/>
                    <a:moveTo>
                      <a:pt x="14881" y="4838"/>
                    </a:moveTo>
                    <a:cubicBezTo>
                      <a:pt x="14915" y="4905"/>
                      <a:pt x="14948" y="4972"/>
                      <a:pt x="14965" y="5056"/>
                    </a:cubicBezTo>
                    <a:lnTo>
                      <a:pt x="14530" y="5223"/>
                    </a:lnTo>
                    <a:cubicBezTo>
                      <a:pt x="14496" y="5139"/>
                      <a:pt x="14463" y="5072"/>
                      <a:pt x="14446" y="5005"/>
                    </a:cubicBezTo>
                    <a:lnTo>
                      <a:pt x="14881" y="4838"/>
                    </a:lnTo>
                    <a:close/>
                    <a:moveTo>
                      <a:pt x="14898" y="4788"/>
                    </a:moveTo>
                    <a:lnTo>
                      <a:pt x="14396" y="4989"/>
                    </a:lnTo>
                    <a:lnTo>
                      <a:pt x="14396" y="5005"/>
                    </a:lnTo>
                    <a:cubicBezTo>
                      <a:pt x="14429" y="5072"/>
                      <a:pt x="14463" y="5156"/>
                      <a:pt x="14496" y="5223"/>
                    </a:cubicBezTo>
                    <a:lnTo>
                      <a:pt x="14496" y="5240"/>
                    </a:lnTo>
                    <a:lnTo>
                      <a:pt x="14998" y="5056"/>
                    </a:lnTo>
                    <a:lnTo>
                      <a:pt x="14998" y="5039"/>
                    </a:lnTo>
                    <a:cubicBezTo>
                      <a:pt x="14965" y="4955"/>
                      <a:pt x="14931" y="4872"/>
                      <a:pt x="14898" y="4788"/>
                    </a:cubicBezTo>
                    <a:close/>
                    <a:moveTo>
                      <a:pt x="486" y="5106"/>
                    </a:moveTo>
                    <a:lnTo>
                      <a:pt x="921" y="5273"/>
                    </a:lnTo>
                    <a:lnTo>
                      <a:pt x="854" y="5457"/>
                    </a:lnTo>
                    <a:lnTo>
                      <a:pt x="402" y="5323"/>
                    </a:lnTo>
                    <a:cubicBezTo>
                      <a:pt x="436" y="5256"/>
                      <a:pt x="452" y="5173"/>
                      <a:pt x="486" y="5106"/>
                    </a:cubicBezTo>
                    <a:close/>
                    <a:moveTo>
                      <a:pt x="469" y="5056"/>
                    </a:moveTo>
                    <a:lnTo>
                      <a:pt x="469" y="5072"/>
                    </a:lnTo>
                    <a:cubicBezTo>
                      <a:pt x="436" y="5156"/>
                      <a:pt x="402" y="5240"/>
                      <a:pt x="386" y="5323"/>
                    </a:cubicBezTo>
                    <a:lnTo>
                      <a:pt x="386" y="5340"/>
                    </a:lnTo>
                    <a:lnTo>
                      <a:pt x="888" y="5508"/>
                    </a:lnTo>
                    <a:lnTo>
                      <a:pt x="888" y="5491"/>
                    </a:lnTo>
                    <a:cubicBezTo>
                      <a:pt x="904" y="5424"/>
                      <a:pt x="938" y="5340"/>
                      <a:pt x="971" y="5256"/>
                    </a:cubicBezTo>
                    <a:lnTo>
                      <a:pt x="469" y="5056"/>
                    </a:lnTo>
                    <a:close/>
                    <a:moveTo>
                      <a:pt x="15149" y="5575"/>
                    </a:moveTo>
                    <a:cubicBezTo>
                      <a:pt x="15166" y="5641"/>
                      <a:pt x="15199" y="5725"/>
                      <a:pt x="15199" y="5792"/>
                    </a:cubicBezTo>
                    <a:lnTo>
                      <a:pt x="14747" y="5909"/>
                    </a:lnTo>
                    <a:cubicBezTo>
                      <a:pt x="14730" y="5842"/>
                      <a:pt x="14714" y="5775"/>
                      <a:pt x="14680" y="5708"/>
                    </a:cubicBezTo>
                    <a:lnTo>
                      <a:pt x="15132" y="5575"/>
                    </a:lnTo>
                    <a:close/>
                    <a:moveTo>
                      <a:pt x="15166" y="5524"/>
                    </a:moveTo>
                    <a:lnTo>
                      <a:pt x="14647" y="5675"/>
                    </a:lnTo>
                    <a:lnTo>
                      <a:pt x="14647" y="5708"/>
                    </a:lnTo>
                    <a:cubicBezTo>
                      <a:pt x="14663" y="5792"/>
                      <a:pt x="14697" y="5876"/>
                      <a:pt x="14714" y="5943"/>
                    </a:cubicBezTo>
                    <a:lnTo>
                      <a:pt x="14714" y="5960"/>
                    </a:lnTo>
                    <a:lnTo>
                      <a:pt x="15233" y="5826"/>
                    </a:lnTo>
                    <a:lnTo>
                      <a:pt x="15233" y="5809"/>
                    </a:lnTo>
                    <a:cubicBezTo>
                      <a:pt x="15216" y="5725"/>
                      <a:pt x="15182" y="5641"/>
                      <a:pt x="15166" y="5558"/>
                    </a:cubicBezTo>
                    <a:lnTo>
                      <a:pt x="15166" y="5524"/>
                    </a:lnTo>
                    <a:close/>
                    <a:moveTo>
                      <a:pt x="252" y="5859"/>
                    </a:moveTo>
                    <a:lnTo>
                      <a:pt x="704" y="5976"/>
                    </a:lnTo>
                    <a:lnTo>
                      <a:pt x="653" y="6177"/>
                    </a:lnTo>
                    <a:lnTo>
                      <a:pt x="201" y="6077"/>
                    </a:lnTo>
                    <a:cubicBezTo>
                      <a:pt x="218" y="6010"/>
                      <a:pt x="235" y="5926"/>
                      <a:pt x="252" y="5859"/>
                    </a:cubicBezTo>
                    <a:close/>
                    <a:moveTo>
                      <a:pt x="235" y="5826"/>
                    </a:moveTo>
                    <a:cubicBezTo>
                      <a:pt x="201" y="5909"/>
                      <a:pt x="185" y="6010"/>
                      <a:pt x="168" y="6093"/>
                    </a:cubicBezTo>
                    <a:lnTo>
                      <a:pt x="168" y="6110"/>
                    </a:lnTo>
                    <a:lnTo>
                      <a:pt x="687" y="6211"/>
                    </a:lnTo>
                    <a:cubicBezTo>
                      <a:pt x="704" y="6127"/>
                      <a:pt x="720" y="6043"/>
                      <a:pt x="754" y="5960"/>
                    </a:cubicBezTo>
                    <a:lnTo>
                      <a:pt x="754" y="5943"/>
                    </a:lnTo>
                    <a:lnTo>
                      <a:pt x="235" y="5826"/>
                    </a:lnTo>
                    <a:close/>
                    <a:moveTo>
                      <a:pt x="101" y="6629"/>
                    </a:moveTo>
                    <a:lnTo>
                      <a:pt x="570" y="6696"/>
                    </a:lnTo>
                    <a:lnTo>
                      <a:pt x="553" y="6696"/>
                    </a:lnTo>
                    <a:cubicBezTo>
                      <a:pt x="553" y="6780"/>
                      <a:pt x="553" y="6830"/>
                      <a:pt x="536" y="6914"/>
                    </a:cubicBezTo>
                    <a:lnTo>
                      <a:pt x="84" y="6847"/>
                    </a:lnTo>
                    <a:cubicBezTo>
                      <a:pt x="84" y="6780"/>
                      <a:pt x="101" y="6696"/>
                      <a:pt x="101" y="6629"/>
                    </a:cubicBezTo>
                    <a:close/>
                    <a:moveTo>
                      <a:pt x="84" y="6579"/>
                    </a:moveTo>
                    <a:lnTo>
                      <a:pt x="84" y="6596"/>
                    </a:lnTo>
                    <a:cubicBezTo>
                      <a:pt x="67" y="6696"/>
                      <a:pt x="51" y="6780"/>
                      <a:pt x="51" y="6863"/>
                    </a:cubicBezTo>
                    <a:lnTo>
                      <a:pt x="51" y="6880"/>
                    </a:lnTo>
                    <a:lnTo>
                      <a:pt x="570" y="6947"/>
                    </a:lnTo>
                    <a:lnTo>
                      <a:pt x="570" y="6930"/>
                    </a:lnTo>
                    <a:cubicBezTo>
                      <a:pt x="586" y="6847"/>
                      <a:pt x="603" y="6763"/>
                      <a:pt x="603" y="6679"/>
                    </a:cubicBezTo>
                    <a:lnTo>
                      <a:pt x="603" y="6663"/>
                    </a:lnTo>
                    <a:lnTo>
                      <a:pt x="84" y="6579"/>
                    </a:lnTo>
                    <a:close/>
                    <a:moveTo>
                      <a:pt x="17" y="7399"/>
                    </a:moveTo>
                    <a:lnTo>
                      <a:pt x="486" y="7431"/>
                    </a:lnTo>
                    <a:lnTo>
                      <a:pt x="486" y="7431"/>
                    </a:lnTo>
                    <a:cubicBezTo>
                      <a:pt x="486" y="7508"/>
                      <a:pt x="486" y="7571"/>
                      <a:pt x="486" y="7633"/>
                    </a:cubicBezTo>
                    <a:lnTo>
                      <a:pt x="17" y="7633"/>
                    </a:lnTo>
                    <a:lnTo>
                      <a:pt x="17" y="7399"/>
                    </a:lnTo>
                    <a:close/>
                    <a:moveTo>
                      <a:pt x="1" y="7366"/>
                    </a:moveTo>
                    <a:lnTo>
                      <a:pt x="1" y="7382"/>
                    </a:lnTo>
                    <a:lnTo>
                      <a:pt x="1" y="7650"/>
                    </a:lnTo>
                    <a:lnTo>
                      <a:pt x="1" y="7667"/>
                    </a:lnTo>
                    <a:lnTo>
                      <a:pt x="536" y="7667"/>
                    </a:lnTo>
                    <a:lnTo>
                      <a:pt x="536" y="7650"/>
                    </a:lnTo>
                    <a:lnTo>
                      <a:pt x="536" y="7399"/>
                    </a:lnTo>
                    <a:lnTo>
                      <a:pt x="1" y="7366"/>
                    </a:lnTo>
                    <a:close/>
                    <a:moveTo>
                      <a:pt x="486" y="8153"/>
                    </a:moveTo>
                    <a:lnTo>
                      <a:pt x="486" y="8153"/>
                    </a:lnTo>
                    <a:cubicBezTo>
                      <a:pt x="503" y="8237"/>
                      <a:pt x="503" y="8303"/>
                      <a:pt x="519" y="8370"/>
                    </a:cubicBezTo>
                    <a:lnTo>
                      <a:pt x="51" y="8403"/>
                    </a:lnTo>
                    <a:cubicBezTo>
                      <a:pt x="34" y="8336"/>
                      <a:pt x="34" y="8253"/>
                      <a:pt x="34" y="8186"/>
                    </a:cubicBezTo>
                    <a:lnTo>
                      <a:pt x="486" y="8153"/>
                    </a:lnTo>
                    <a:close/>
                    <a:moveTo>
                      <a:pt x="536" y="8136"/>
                    </a:moveTo>
                    <a:lnTo>
                      <a:pt x="1" y="8152"/>
                    </a:lnTo>
                    <a:lnTo>
                      <a:pt x="1" y="8169"/>
                    </a:lnTo>
                    <a:cubicBezTo>
                      <a:pt x="1" y="8253"/>
                      <a:pt x="17" y="8353"/>
                      <a:pt x="17" y="8437"/>
                    </a:cubicBezTo>
                    <a:lnTo>
                      <a:pt x="17" y="8454"/>
                    </a:lnTo>
                    <a:lnTo>
                      <a:pt x="553" y="8403"/>
                    </a:lnTo>
                    <a:lnTo>
                      <a:pt x="553" y="8387"/>
                    </a:lnTo>
                    <a:cubicBezTo>
                      <a:pt x="536" y="8303"/>
                      <a:pt x="536" y="8219"/>
                      <a:pt x="536" y="8136"/>
                    </a:cubicBezTo>
                    <a:close/>
                    <a:moveTo>
                      <a:pt x="570" y="8891"/>
                    </a:moveTo>
                    <a:cubicBezTo>
                      <a:pt x="586" y="8957"/>
                      <a:pt x="587" y="9023"/>
                      <a:pt x="620" y="9090"/>
                    </a:cubicBezTo>
                    <a:lnTo>
                      <a:pt x="168" y="9190"/>
                    </a:lnTo>
                    <a:cubicBezTo>
                      <a:pt x="151" y="9106"/>
                      <a:pt x="134" y="9039"/>
                      <a:pt x="118" y="8956"/>
                    </a:cubicBezTo>
                    <a:lnTo>
                      <a:pt x="570" y="8891"/>
                    </a:lnTo>
                    <a:close/>
                    <a:moveTo>
                      <a:pt x="620" y="8855"/>
                    </a:moveTo>
                    <a:lnTo>
                      <a:pt x="84" y="8939"/>
                    </a:lnTo>
                    <a:cubicBezTo>
                      <a:pt x="101" y="9039"/>
                      <a:pt x="118" y="9123"/>
                      <a:pt x="134" y="9207"/>
                    </a:cubicBezTo>
                    <a:lnTo>
                      <a:pt x="134" y="9224"/>
                    </a:lnTo>
                    <a:lnTo>
                      <a:pt x="653" y="9123"/>
                    </a:lnTo>
                    <a:lnTo>
                      <a:pt x="653" y="9106"/>
                    </a:lnTo>
                    <a:cubicBezTo>
                      <a:pt x="637" y="9023"/>
                      <a:pt x="620" y="8939"/>
                      <a:pt x="620" y="8872"/>
                    </a:cubicBezTo>
                    <a:lnTo>
                      <a:pt x="620" y="8855"/>
                    </a:lnTo>
                    <a:close/>
                    <a:moveTo>
                      <a:pt x="14814" y="9357"/>
                    </a:moveTo>
                    <a:lnTo>
                      <a:pt x="15279" y="9474"/>
                    </a:lnTo>
                    <a:lnTo>
                      <a:pt x="15279" y="9474"/>
                    </a:lnTo>
                    <a:cubicBezTo>
                      <a:pt x="15263" y="9538"/>
                      <a:pt x="15247" y="9615"/>
                      <a:pt x="15216" y="9692"/>
                    </a:cubicBezTo>
                    <a:lnTo>
                      <a:pt x="14764" y="9575"/>
                    </a:lnTo>
                    <a:cubicBezTo>
                      <a:pt x="14781" y="9508"/>
                      <a:pt x="14797" y="9441"/>
                      <a:pt x="14814" y="9357"/>
                    </a:cubicBezTo>
                    <a:close/>
                    <a:moveTo>
                      <a:pt x="14797" y="9324"/>
                    </a:moveTo>
                    <a:lnTo>
                      <a:pt x="14797" y="9341"/>
                    </a:lnTo>
                    <a:cubicBezTo>
                      <a:pt x="14781" y="9424"/>
                      <a:pt x="14764" y="9508"/>
                      <a:pt x="14730" y="9575"/>
                    </a:cubicBezTo>
                    <a:lnTo>
                      <a:pt x="14730" y="9592"/>
                    </a:lnTo>
                    <a:lnTo>
                      <a:pt x="15249" y="9726"/>
                    </a:lnTo>
                    <a:lnTo>
                      <a:pt x="15249" y="9709"/>
                    </a:lnTo>
                    <a:cubicBezTo>
                      <a:pt x="15283" y="9625"/>
                      <a:pt x="15300" y="9542"/>
                      <a:pt x="15316" y="9458"/>
                    </a:cubicBezTo>
                    <a:lnTo>
                      <a:pt x="15316" y="9441"/>
                    </a:lnTo>
                    <a:lnTo>
                      <a:pt x="14797" y="9324"/>
                    </a:lnTo>
                    <a:close/>
                    <a:moveTo>
                      <a:pt x="720" y="9609"/>
                    </a:moveTo>
                    <a:cubicBezTo>
                      <a:pt x="737" y="9675"/>
                      <a:pt x="754" y="9742"/>
                      <a:pt x="787" y="9809"/>
                    </a:cubicBezTo>
                    <a:lnTo>
                      <a:pt x="335" y="9943"/>
                    </a:lnTo>
                    <a:cubicBezTo>
                      <a:pt x="302" y="9876"/>
                      <a:pt x="285" y="9793"/>
                      <a:pt x="268" y="9726"/>
                    </a:cubicBezTo>
                    <a:lnTo>
                      <a:pt x="720" y="9609"/>
                    </a:lnTo>
                    <a:close/>
                    <a:moveTo>
                      <a:pt x="737" y="9575"/>
                    </a:moveTo>
                    <a:lnTo>
                      <a:pt x="235" y="9709"/>
                    </a:lnTo>
                    <a:lnTo>
                      <a:pt x="218" y="9726"/>
                    </a:lnTo>
                    <a:cubicBezTo>
                      <a:pt x="252" y="9793"/>
                      <a:pt x="268" y="9876"/>
                      <a:pt x="302" y="9960"/>
                    </a:cubicBezTo>
                    <a:lnTo>
                      <a:pt x="302" y="9993"/>
                    </a:lnTo>
                    <a:lnTo>
                      <a:pt x="804" y="9826"/>
                    </a:lnTo>
                    <a:lnTo>
                      <a:pt x="804" y="9809"/>
                    </a:lnTo>
                    <a:cubicBezTo>
                      <a:pt x="787" y="9742"/>
                      <a:pt x="771" y="9659"/>
                      <a:pt x="737" y="9575"/>
                    </a:cubicBezTo>
                    <a:close/>
                    <a:moveTo>
                      <a:pt x="14613" y="10077"/>
                    </a:moveTo>
                    <a:lnTo>
                      <a:pt x="15065" y="10228"/>
                    </a:lnTo>
                    <a:lnTo>
                      <a:pt x="14982" y="10445"/>
                    </a:lnTo>
                    <a:lnTo>
                      <a:pt x="14546" y="10278"/>
                    </a:lnTo>
                    <a:cubicBezTo>
                      <a:pt x="14580" y="10211"/>
                      <a:pt x="14597" y="10144"/>
                      <a:pt x="14613" y="10077"/>
                    </a:cubicBezTo>
                    <a:close/>
                    <a:moveTo>
                      <a:pt x="14597" y="10027"/>
                    </a:moveTo>
                    <a:lnTo>
                      <a:pt x="14597" y="10044"/>
                    </a:lnTo>
                    <a:lnTo>
                      <a:pt x="14513" y="10278"/>
                    </a:lnTo>
                    <a:lnTo>
                      <a:pt x="14513" y="10295"/>
                    </a:lnTo>
                    <a:lnTo>
                      <a:pt x="15015" y="10479"/>
                    </a:lnTo>
                    <a:lnTo>
                      <a:pt x="15015" y="10462"/>
                    </a:lnTo>
                    <a:cubicBezTo>
                      <a:pt x="15048" y="10378"/>
                      <a:pt x="15082" y="10295"/>
                      <a:pt x="15099" y="10211"/>
                    </a:cubicBezTo>
                    <a:lnTo>
                      <a:pt x="15099" y="10194"/>
                    </a:lnTo>
                    <a:lnTo>
                      <a:pt x="14597" y="10027"/>
                    </a:lnTo>
                    <a:close/>
                    <a:moveTo>
                      <a:pt x="14362" y="10747"/>
                    </a:moveTo>
                    <a:lnTo>
                      <a:pt x="14781" y="10948"/>
                    </a:lnTo>
                    <a:cubicBezTo>
                      <a:pt x="14747" y="11015"/>
                      <a:pt x="14714" y="11082"/>
                      <a:pt x="14680" y="11148"/>
                    </a:cubicBezTo>
                    <a:lnTo>
                      <a:pt x="14262" y="10948"/>
                    </a:lnTo>
                    <a:cubicBezTo>
                      <a:pt x="14295" y="10881"/>
                      <a:pt x="14329" y="10814"/>
                      <a:pt x="14362" y="10763"/>
                    </a:cubicBezTo>
                    <a:lnTo>
                      <a:pt x="14362" y="10747"/>
                    </a:lnTo>
                    <a:close/>
                    <a:moveTo>
                      <a:pt x="14329" y="10713"/>
                    </a:moveTo>
                    <a:lnTo>
                      <a:pt x="14329" y="10730"/>
                    </a:lnTo>
                    <a:cubicBezTo>
                      <a:pt x="14295" y="10797"/>
                      <a:pt x="14262" y="10881"/>
                      <a:pt x="14228" y="10948"/>
                    </a:cubicBezTo>
                    <a:lnTo>
                      <a:pt x="14228" y="10964"/>
                    </a:lnTo>
                    <a:lnTo>
                      <a:pt x="14714" y="11199"/>
                    </a:lnTo>
                    <a:lnTo>
                      <a:pt x="14714" y="11182"/>
                    </a:lnTo>
                    <a:cubicBezTo>
                      <a:pt x="14747" y="11098"/>
                      <a:pt x="14781" y="11015"/>
                      <a:pt x="14814" y="10948"/>
                    </a:cubicBezTo>
                    <a:lnTo>
                      <a:pt x="14814" y="10931"/>
                    </a:lnTo>
                    <a:lnTo>
                      <a:pt x="14329" y="10713"/>
                    </a:lnTo>
                    <a:close/>
                    <a:moveTo>
                      <a:pt x="14011" y="11416"/>
                    </a:moveTo>
                    <a:lnTo>
                      <a:pt x="14412" y="11651"/>
                    </a:lnTo>
                    <a:cubicBezTo>
                      <a:pt x="14379" y="11718"/>
                      <a:pt x="14345" y="11785"/>
                      <a:pt x="14295" y="11851"/>
                    </a:cubicBezTo>
                    <a:lnTo>
                      <a:pt x="13910" y="11600"/>
                    </a:lnTo>
                    <a:cubicBezTo>
                      <a:pt x="13944" y="11533"/>
                      <a:pt x="13977" y="11466"/>
                      <a:pt x="14011" y="11416"/>
                    </a:cubicBezTo>
                    <a:close/>
                    <a:moveTo>
                      <a:pt x="13977" y="11366"/>
                    </a:moveTo>
                    <a:lnTo>
                      <a:pt x="13977" y="11383"/>
                    </a:lnTo>
                    <a:cubicBezTo>
                      <a:pt x="13944" y="11450"/>
                      <a:pt x="13910" y="11517"/>
                      <a:pt x="13860" y="11584"/>
                    </a:cubicBezTo>
                    <a:lnTo>
                      <a:pt x="13860" y="11600"/>
                    </a:lnTo>
                    <a:lnTo>
                      <a:pt x="14312" y="11885"/>
                    </a:lnTo>
                    <a:lnTo>
                      <a:pt x="14312" y="11868"/>
                    </a:lnTo>
                    <a:lnTo>
                      <a:pt x="14446" y="11651"/>
                    </a:lnTo>
                    <a:lnTo>
                      <a:pt x="14446" y="11634"/>
                    </a:lnTo>
                    <a:lnTo>
                      <a:pt x="13977" y="11366"/>
                    </a:lnTo>
                    <a:close/>
                    <a:moveTo>
                      <a:pt x="13609" y="12036"/>
                    </a:moveTo>
                    <a:lnTo>
                      <a:pt x="13994" y="12303"/>
                    </a:lnTo>
                    <a:lnTo>
                      <a:pt x="13860" y="12488"/>
                    </a:lnTo>
                    <a:lnTo>
                      <a:pt x="13492" y="12203"/>
                    </a:lnTo>
                    <a:cubicBezTo>
                      <a:pt x="13525" y="12136"/>
                      <a:pt x="13575" y="12086"/>
                      <a:pt x="13609" y="12036"/>
                    </a:cubicBezTo>
                    <a:close/>
                    <a:moveTo>
                      <a:pt x="13592" y="11985"/>
                    </a:moveTo>
                    <a:lnTo>
                      <a:pt x="13592" y="12002"/>
                    </a:lnTo>
                    <a:lnTo>
                      <a:pt x="13458" y="12186"/>
                    </a:lnTo>
                    <a:lnTo>
                      <a:pt x="13442" y="12203"/>
                    </a:lnTo>
                    <a:lnTo>
                      <a:pt x="13860" y="12538"/>
                    </a:lnTo>
                    <a:lnTo>
                      <a:pt x="13877" y="12521"/>
                    </a:lnTo>
                    <a:cubicBezTo>
                      <a:pt x="13927" y="12454"/>
                      <a:pt x="13977" y="12387"/>
                      <a:pt x="14027" y="12303"/>
                    </a:cubicBezTo>
                    <a:lnTo>
                      <a:pt x="13592" y="11985"/>
                    </a:lnTo>
                    <a:close/>
                    <a:moveTo>
                      <a:pt x="2009" y="12220"/>
                    </a:moveTo>
                    <a:cubicBezTo>
                      <a:pt x="2059" y="12287"/>
                      <a:pt x="2110" y="12337"/>
                      <a:pt x="2143" y="12387"/>
                    </a:cubicBezTo>
                    <a:lnTo>
                      <a:pt x="1775" y="12688"/>
                    </a:lnTo>
                    <a:lnTo>
                      <a:pt x="1641" y="12521"/>
                    </a:lnTo>
                    <a:lnTo>
                      <a:pt x="2009" y="12220"/>
                    </a:lnTo>
                    <a:close/>
                    <a:moveTo>
                      <a:pt x="2009" y="12186"/>
                    </a:moveTo>
                    <a:lnTo>
                      <a:pt x="1591" y="12504"/>
                    </a:lnTo>
                    <a:lnTo>
                      <a:pt x="1591" y="12521"/>
                    </a:lnTo>
                    <a:cubicBezTo>
                      <a:pt x="1641" y="12588"/>
                      <a:pt x="1691" y="12655"/>
                      <a:pt x="1758" y="12722"/>
                    </a:cubicBezTo>
                    <a:lnTo>
                      <a:pt x="1758" y="12739"/>
                    </a:lnTo>
                    <a:lnTo>
                      <a:pt x="2177" y="12404"/>
                    </a:lnTo>
                    <a:lnTo>
                      <a:pt x="2177" y="12387"/>
                    </a:lnTo>
                    <a:cubicBezTo>
                      <a:pt x="2126" y="12320"/>
                      <a:pt x="2076" y="12253"/>
                      <a:pt x="2026" y="12186"/>
                    </a:cubicBezTo>
                    <a:close/>
                    <a:moveTo>
                      <a:pt x="13157" y="12605"/>
                    </a:moveTo>
                    <a:lnTo>
                      <a:pt x="13509" y="12906"/>
                    </a:lnTo>
                    <a:cubicBezTo>
                      <a:pt x="13458" y="12973"/>
                      <a:pt x="13408" y="13023"/>
                      <a:pt x="13358" y="13073"/>
                    </a:cubicBezTo>
                    <a:lnTo>
                      <a:pt x="13006" y="12755"/>
                    </a:lnTo>
                    <a:cubicBezTo>
                      <a:pt x="13057" y="12705"/>
                      <a:pt x="13107" y="12655"/>
                      <a:pt x="13157" y="12605"/>
                    </a:cubicBezTo>
                    <a:close/>
                    <a:moveTo>
                      <a:pt x="13140" y="12554"/>
                    </a:moveTo>
                    <a:lnTo>
                      <a:pt x="13140" y="12571"/>
                    </a:lnTo>
                    <a:cubicBezTo>
                      <a:pt x="13090" y="12621"/>
                      <a:pt x="13023" y="12688"/>
                      <a:pt x="12973" y="12755"/>
                    </a:cubicBezTo>
                    <a:lnTo>
                      <a:pt x="12956" y="12755"/>
                    </a:lnTo>
                    <a:lnTo>
                      <a:pt x="13358" y="13107"/>
                    </a:lnTo>
                    <a:cubicBezTo>
                      <a:pt x="13425" y="13040"/>
                      <a:pt x="13475" y="12973"/>
                      <a:pt x="13542" y="12906"/>
                    </a:cubicBezTo>
                    <a:lnTo>
                      <a:pt x="13140" y="12554"/>
                    </a:lnTo>
                    <a:close/>
                    <a:moveTo>
                      <a:pt x="2511" y="12772"/>
                    </a:moveTo>
                    <a:lnTo>
                      <a:pt x="2645" y="12923"/>
                    </a:lnTo>
                    <a:lnTo>
                      <a:pt x="2327" y="13274"/>
                    </a:lnTo>
                    <a:lnTo>
                      <a:pt x="2160" y="13107"/>
                    </a:lnTo>
                    <a:lnTo>
                      <a:pt x="2511" y="12772"/>
                    </a:lnTo>
                    <a:close/>
                    <a:moveTo>
                      <a:pt x="2511" y="12739"/>
                    </a:moveTo>
                    <a:lnTo>
                      <a:pt x="2110" y="13107"/>
                    </a:lnTo>
                    <a:lnTo>
                      <a:pt x="2126" y="13107"/>
                    </a:lnTo>
                    <a:cubicBezTo>
                      <a:pt x="2177" y="13174"/>
                      <a:pt x="2243" y="13224"/>
                      <a:pt x="2294" y="13291"/>
                    </a:cubicBezTo>
                    <a:lnTo>
                      <a:pt x="2310" y="13308"/>
                    </a:lnTo>
                    <a:lnTo>
                      <a:pt x="2695" y="12923"/>
                    </a:lnTo>
                    <a:lnTo>
                      <a:pt x="2679" y="12923"/>
                    </a:lnTo>
                    <a:lnTo>
                      <a:pt x="2511" y="12739"/>
                    </a:lnTo>
                    <a:close/>
                    <a:moveTo>
                      <a:pt x="12638" y="13124"/>
                    </a:moveTo>
                    <a:lnTo>
                      <a:pt x="12956" y="13475"/>
                    </a:lnTo>
                    <a:lnTo>
                      <a:pt x="12789" y="13626"/>
                    </a:lnTo>
                    <a:lnTo>
                      <a:pt x="12487" y="13258"/>
                    </a:lnTo>
                    <a:lnTo>
                      <a:pt x="12638" y="13124"/>
                    </a:lnTo>
                    <a:close/>
                    <a:moveTo>
                      <a:pt x="12621" y="13107"/>
                    </a:moveTo>
                    <a:cubicBezTo>
                      <a:pt x="12571" y="13157"/>
                      <a:pt x="12504" y="13207"/>
                      <a:pt x="12437" y="13258"/>
                    </a:cubicBezTo>
                    <a:lnTo>
                      <a:pt x="12772" y="13676"/>
                    </a:lnTo>
                    <a:lnTo>
                      <a:pt x="12789" y="13659"/>
                    </a:lnTo>
                    <a:cubicBezTo>
                      <a:pt x="12856" y="13609"/>
                      <a:pt x="12923" y="13559"/>
                      <a:pt x="12990" y="13492"/>
                    </a:cubicBezTo>
                    <a:lnTo>
                      <a:pt x="13006" y="13492"/>
                    </a:lnTo>
                    <a:lnTo>
                      <a:pt x="12638" y="13107"/>
                    </a:lnTo>
                    <a:close/>
                    <a:moveTo>
                      <a:pt x="12069" y="13592"/>
                    </a:moveTo>
                    <a:lnTo>
                      <a:pt x="12354" y="13961"/>
                    </a:lnTo>
                    <a:lnTo>
                      <a:pt x="12169" y="14094"/>
                    </a:lnTo>
                    <a:lnTo>
                      <a:pt x="11902" y="13709"/>
                    </a:lnTo>
                    <a:lnTo>
                      <a:pt x="12069" y="13592"/>
                    </a:lnTo>
                    <a:close/>
                    <a:moveTo>
                      <a:pt x="12086" y="13559"/>
                    </a:moveTo>
                    <a:lnTo>
                      <a:pt x="11868" y="13709"/>
                    </a:lnTo>
                    <a:lnTo>
                      <a:pt x="12186" y="14145"/>
                    </a:lnTo>
                    <a:cubicBezTo>
                      <a:pt x="12270" y="14094"/>
                      <a:pt x="12337" y="14027"/>
                      <a:pt x="12404" y="13977"/>
                    </a:cubicBezTo>
                    <a:lnTo>
                      <a:pt x="12421" y="13977"/>
                    </a:lnTo>
                    <a:lnTo>
                      <a:pt x="12102" y="13559"/>
                    </a:lnTo>
                    <a:close/>
                    <a:moveTo>
                      <a:pt x="11466" y="13994"/>
                    </a:moveTo>
                    <a:lnTo>
                      <a:pt x="11718" y="14412"/>
                    </a:lnTo>
                    <a:cubicBezTo>
                      <a:pt x="11651" y="14446"/>
                      <a:pt x="11584" y="14496"/>
                      <a:pt x="11517" y="14530"/>
                    </a:cubicBezTo>
                    <a:lnTo>
                      <a:pt x="11282" y="14111"/>
                    </a:lnTo>
                    <a:lnTo>
                      <a:pt x="11466" y="13994"/>
                    </a:lnTo>
                    <a:close/>
                    <a:moveTo>
                      <a:pt x="11466" y="13977"/>
                    </a:moveTo>
                    <a:lnTo>
                      <a:pt x="11249" y="14094"/>
                    </a:lnTo>
                    <a:lnTo>
                      <a:pt x="11232" y="14094"/>
                    </a:lnTo>
                    <a:lnTo>
                      <a:pt x="11500" y="14563"/>
                    </a:lnTo>
                    <a:lnTo>
                      <a:pt x="11517" y="14563"/>
                    </a:lnTo>
                    <a:lnTo>
                      <a:pt x="11734" y="14429"/>
                    </a:lnTo>
                    <a:lnTo>
                      <a:pt x="11751" y="14429"/>
                    </a:lnTo>
                    <a:lnTo>
                      <a:pt x="11483" y="13977"/>
                    </a:lnTo>
                    <a:close/>
                    <a:moveTo>
                      <a:pt x="4905" y="14446"/>
                    </a:moveTo>
                    <a:lnTo>
                      <a:pt x="5106" y="14530"/>
                    </a:lnTo>
                    <a:lnTo>
                      <a:pt x="4922" y="14965"/>
                    </a:lnTo>
                    <a:cubicBezTo>
                      <a:pt x="4855" y="14931"/>
                      <a:pt x="4788" y="14915"/>
                      <a:pt x="4721" y="14881"/>
                    </a:cubicBezTo>
                    <a:lnTo>
                      <a:pt x="4905" y="14446"/>
                    </a:lnTo>
                    <a:close/>
                    <a:moveTo>
                      <a:pt x="4888" y="14412"/>
                    </a:moveTo>
                    <a:lnTo>
                      <a:pt x="4687" y="14898"/>
                    </a:lnTo>
                    <a:lnTo>
                      <a:pt x="4938" y="14998"/>
                    </a:lnTo>
                    <a:lnTo>
                      <a:pt x="4955" y="14998"/>
                    </a:lnTo>
                    <a:lnTo>
                      <a:pt x="5139" y="14496"/>
                    </a:lnTo>
                    <a:lnTo>
                      <a:pt x="4905" y="14412"/>
                    </a:lnTo>
                    <a:close/>
                    <a:moveTo>
                      <a:pt x="5591" y="14697"/>
                    </a:moveTo>
                    <a:lnTo>
                      <a:pt x="5792" y="14747"/>
                    </a:lnTo>
                    <a:lnTo>
                      <a:pt x="5658" y="15199"/>
                    </a:lnTo>
                    <a:cubicBezTo>
                      <a:pt x="5591" y="15182"/>
                      <a:pt x="5524" y="15166"/>
                      <a:pt x="5441" y="15149"/>
                    </a:cubicBezTo>
                    <a:lnTo>
                      <a:pt x="5591" y="14697"/>
                    </a:lnTo>
                    <a:close/>
                    <a:moveTo>
                      <a:pt x="5574" y="14647"/>
                    </a:moveTo>
                    <a:lnTo>
                      <a:pt x="5407" y="15166"/>
                    </a:lnTo>
                    <a:lnTo>
                      <a:pt x="5424" y="15166"/>
                    </a:lnTo>
                    <a:lnTo>
                      <a:pt x="5675" y="15233"/>
                    </a:lnTo>
                    <a:lnTo>
                      <a:pt x="5692" y="15233"/>
                    </a:lnTo>
                    <a:lnTo>
                      <a:pt x="5826" y="14731"/>
                    </a:lnTo>
                    <a:lnTo>
                      <a:pt x="5809" y="14731"/>
                    </a:lnTo>
                    <a:lnTo>
                      <a:pt x="5574" y="14647"/>
                    </a:lnTo>
                    <a:close/>
                    <a:moveTo>
                      <a:pt x="6311" y="14881"/>
                    </a:moveTo>
                    <a:lnTo>
                      <a:pt x="6512" y="14915"/>
                    </a:lnTo>
                    <a:lnTo>
                      <a:pt x="6445" y="15383"/>
                    </a:lnTo>
                    <a:cubicBezTo>
                      <a:pt x="6361" y="15367"/>
                      <a:pt x="6294" y="15350"/>
                      <a:pt x="6211" y="15333"/>
                    </a:cubicBezTo>
                    <a:lnTo>
                      <a:pt x="6311" y="14881"/>
                    </a:lnTo>
                    <a:close/>
                    <a:moveTo>
                      <a:pt x="6277" y="14831"/>
                    </a:moveTo>
                    <a:lnTo>
                      <a:pt x="6177" y="15367"/>
                    </a:lnTo>
                    <a:lnTo>
                      <a:pt x="6194" y="15367"/>
                    </a:lnTo>
                    <a:lnTo>
                      <a:pt x="6445" y="15400"/>
                    </a:lnTo>
                    <a:lnTo>
                      <a:pt x="6462" y="15400"/>
                    </a:lnTo>
                    <a:lnTo>
                      <a:pt x="6562" y="14881"/>
                    </a:lnTo>
                    <a:lnTo>
                      <a:pt x="6545" y="14881"/>
                    </a:lnTo>
                    <a:cubicBezTo>
                      <a:pt x="6462" y="14864"/>
                      <a:pt x="6378" y="14848"/>
                      <a:pt x="6294" y="14831"/>
                    </a:cubicBezTo>
                    <a:close/>
                    <a:moveTo>
                      <a:pt x="8705" y="14965"/>
                    </a:moveTo>
                    <a:lnTo>
                      <a:pt x="8772" y="15417"/>
                    </a:lnTo>
                    <a:cubicBezTo>
                      <a:pt x="8688" y="15434"/>
                      <a:pt x="8621" y="15450"/>
                      <a:pt x="8537" y="15450"/>
                    </a:cubicBezTo>
                    <a:lnTo>
                      <a:pt x="8487" y="14982"/>
                    </a:lnTo>
                    <a:lnTo>
                      <a:pt x="8705" y="14965"/>
                    </a:lnTo>
                    <a:close/>
                    <a:moveTo>
                      <a:pt x="7047" y="14982"/>
                    </a:moveTo>
                    <a:lnTo>
                      <a:pt x="7248" y="14998"/>
                    </a:lnTo>
                    <a:lnTo>
                      <a:pt x="7215" y="15467"/>
                    </a:lnTo>
                    <a:cubicBezTo>
                      <a:pt x="7148" y="15467"/>
                      <a:pt x="7064" y="15450"/>
                      <a:pt x="6997" y="15450"/>
                    </a:cubicBezTo>
                    <a:lnTo>
                      <a:pt x="7047" y="14982"/>
                    </a:lnTo>
                    <a:close/>
                    <a:moveTo>
                      <a:pt x="7985" y="15015"/>
                    </a:moveTo>
                    <a:lnTo>
                      <a:pt x="8002" y="15484"/>
                    </a:lnTo>
                    <a:lnTo>
                      <a:pt x="7767" y="15484"/>
                    </a:lnTo>
                    <a:lnTo>
                      <a:pt x="7767" y="15015"/>
                    </a:lnTo>
                    <a:close/>
                    <a:moveTo>
                      <a:pt x="8705" y="14931"/>
                    </a:moveTo>
                    <a:cubicBezTo>
                      <a:pt x="8638" y="14948"/>
                      <a:pt x="8554" y="14965"/>
                      <a:pt x="8470" y="14965"/>
                    </a:cubicBezTo>
                    <a:lnTo>
                      <a:pt x="8453" y="14965"/>
                    </a:lnTo>
                    <a:lnTo>
                      <a:pt x="8504" y="15484"/>
                    </a:lnTo>
                    <a:lnTo>
                      <a:pt x="8520" y="15484"/>
                    </a:lnTo>
                    <a:cubicBezTo>
                      <a:pt x="8604" y="15484"/>
                      <a:pt x="8705" y="15467"/>
                      <a:pt x="8788" y="15467"/>
                    </a:cubicBezTo>
                    <a:lnTo>
                      <a:pt x="8805" y="15467"/>
                    </a:lnTo>
                    <a:lnTo>
                      <a:pt x="8721" y="14931"/>
                    </a:lnTo>
                    <a:close/>
                    <a:moveTo>
                      <a:pt x="7014" y="14948"/>
                    </a:moveTo>
                    <a:lnTo>
                      <a:pt x="6947" y="15484"/>
                    </a:lnTo>
                    <a:lnTo>
                      <a:pt x="6964" y="15484"/>
                    </a:lnTo>
                    <a:lnTo>
                      <a:pt x="7232" y="15500"/>
                    </a:lnTo>
                    <a:lnTo>
                      <a:pt x="7248" y="15500"/>
                    </a:lnTo>
                    <a:lnTo>
                      <a:pt x="7282" y="14965"/>
                    </a:lnTo>
                    <a:lnTo>
                      <a:pt x="7265" y="14965"/>
                    </a:lnTo>
                    <a:cubicBezTo>
                      <a:pt x="7181" y="14965"/>
                      <a:pt x="7098" y="14948"/>
                      <a:pt x="7031" y="14948"/>
                    </a:cubicBezTo>
                    <a:close/>
                    <a:moveTo>
                      <a:pt x="7734" y="14982"/>
                    </a:moveTo>
                    <a:lnTo>
                      <a:pt x="7734" y="15517"/>
                    </a:lnTo>
                    <a:lnTo>
                      <a:pt x="8035" y="15517"/>
                    </a:lnTo>
                    <a:lnTo>
                      <a:pt x="8002" y="14982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5" name="Google Shape;965;p30"/>
          <p:cNvGrpSpPr/>
          <p:nvPr/>
        </p:nvGrpSpPr>
        <p:grpSpPr>
          <a:xfrm rot="10800000">
            <a:off x="164900" y="285825"/>
            <a:ext cx="5961602" cy="4599900"/>
            <a:chOff x="3002186" y="296825"/>
            <a:chExt cx="5961602" cy="4599900"/>
          </a:xfrm>
        </p:grpSpPr>
        <p:cxnSp>
          <p:nvCxnSpPr>
            <p:cNvPr id="966" name="Google Shape;966;p30"/>
            <p:cNvCxnSpPr/>
            <p:nvPr/>
          </p:nvCxnSpPr>
          <p:spPr>
            <a:xfrm>
              <a:off x="8959013" y="296825"/>
              <a:ext cx="0" cy="4599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7" name="Google Shape;967;p30"/>
            <p:cNvCxnSpPr/>
            <p:nvPr/>
          </p:nvCxnSpPr>
          <p:spPr>
            <a:xfrm rot="10800000">
              <a:off x="3002186" y="300625"/>
              <a:ext cx="595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8" name="Google Shape;968;p30"/>
            <p:cNvCxnSpPr/>
            <p:nvPr/>
          </p:nvCxnSpPr>
          <p:spPr>
            <a:xfrm rot="10800000">
              <a:off x="3002488" y="4895600"/>
              <a:ext cx="596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_1_1_1_1_1_3_1_1"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71" name="Google Shape;971;p31"/>
          <p:cNvGrpSpPr/>
          <p:nvPr/>
        </p:nvGrpSpPr>
        <p:grpSpPr>
          <a:xfrm flipH="1">
            <a:off x="8403476" y="4363958"/>
            <a:ext cx="488062" cy="482563"/>
            <a:chOff x="5281836" y="834299"/>
            <a:chExt cx="566131" cy="559753"/>
          </a:xfrm>
        </p:grpSpPr>
        <p:sp>
          <p:nvSpPr>
            <p:cNvPr id="972" name="Google Shape;972;p31"/>
            <p:cNvSpPr/>
            <p:nvPr/>
          </p:nvSpPr>
          <p:spPr>
            <a:xfrm>
              <a:off x="5435198" y="972637"/>
              <a:ext cx="272567" cy="272162"/>
            </a:xfrm>
            <a:custGeom>
              <a:avLst/>
              <a:gdLst/>
              <a:ahLst/>
              <a:cxnLst/>
              <a:rect l="l" t="t" r="r" b="b"/>
              <a:pathLst>
                <a:path w="12137" h="12119" extrusionOk="0">
                  <a:moveTo>
                    <a:pt x="5876" y="0"/>
                  </a:moveTo>
                  <a:cubicBezTo>
                    <a:pt x="5658" y="0"/>
                    <a:pt x="5457" y="17"/>
                    <a:pt x="5257" y="50"/>
                  </a:cubicBezTo>
                  <a:lnTo>
                    <a:pt x="5290" y="335"/>
                  </a:lnTo>
                  <a:lnTo>
                    <a:pt x="5290" y="352"/>
                  </a:lnTo>
                  <a:cubicBezTo>
                    <a:pt x="5491" y="318"/>
                    <a:pt x="5675" y="301"/>
                    <a:pt x="5876" y="301"/>
                  </a:cubicBezTo>
                  <a:lnTo>
                    <a:pt x="5876" y="0"/>
                  </a:lnTo>
                  <a:close/>
                  <a:moveTo>
                    <a:pt x="6646" y="17"/>
                  </a:moveTo>
                  <a:lnTo>
                    <a:pt x="6612" y="318"/>
                  </a:lnTo>
                  <a:cubicBezTo>
                    <a:pt x="6813" y="335"/>
                    <a:pt x="6997" y="368"/>
                    <a:pt x="7198" y="402"/>
                  </a:cubicBezTo>
                  <a:lnTo>
                    <a:pt x="7249" y="101"/>
                  </a:lnTo>
                  <a:cubicBezTo>
                    <a:pt x="7048" y="67"/>
                    <a:pt x="6847" y="34"/>
                    <a:pt x="6646" y="17"/>
                  </a:cubicBezTo>
                  <a:close/>
                  <a:moveTo>
                    <a:pt x="4503" y="201"/>
                  </a:moveTo>
                  <a:cubicBezTo>
                    <a:pt x="4303" y="251"/>
                    <a:pt x="4102" y="318"/>
                    <a:pt x="3918" y="385"/>
                  </a:cubicBezTo>
                  <a:lnTo>
                    <a:pt x="4018" y="670"/>
                  </a:lnTo>
                  <a:cubicBezTo>
                    <a:pt x="4202" y="603"/>
                    <a:pt x="4386" y="536"/>
                    <a:pt x="4570" y="486"/>
                  </a:cubicBezTo>
                  <a:lnTo>
                    <a:pt x="4503" y="201"/>
                  </a:lnTo>
                  <a:close/>
                  <a:moveTo>
                    <a:pt x="8002" y="318"/>
                  </a:moveTo>
                  <a:lnTo>
                    <a:pt x="7901" y="603"/>
                  </a:lnTo>
                  <a:cubicBezTo>
                    <a:pt x="8085" y="653"/>
                    <a:pt x="8270" y="737"/>
                    <a:pt x="8454" y="804"/>
                  </a:cubicBezTo>
                  <a:lnTo>
                    <a:pt x="8571" y="536"/>
                  </a:lnTo>
                  <a:cubicBezTo>
                    <a:pt x="8387" y="452"/>
                    <a:pt x="8203" y="385"/>
                    <a:pt x="8002" y="318"/>
                  </a:cubicBezTo>
                  <a:close/>
                  <a:moveTo>
                    <a:pt x="3215" y="703"/>
                  </a:moveTo>
                  <a:cubicBezTo>
                    <a:pt x="3030" y="804"/>
                    <a:pt x="2846" y="904"/>
                    <a:pt x="2679" y="1021"/>
                  </a:cubicBezTo>
                  <a:lnTo>
                    <a:pt x="2846" y="1272"/>
                  </a:lnTo>
                  <a:cubicBezTo>
                    <a:pt x="3014" y="1155"/>
                    <a:pt x="3181" y="1055"/>
                    <a:pt x="3348" y="971"/>
                  </a:cubicBezTo>
                  <a:lnTo>
                    <a:pt x="3215" y="703"/>
                  </a:lnTo>
                  <a:close/>
                  <a:moveTo>
                    <a:pt x="9257" y="887"/>
                  </a:moveTo>
                  <a:lnTo>
                    <a:pt x="9090" y="1138"/>
                  </a:lnTo>
                  <a:cubicBezTo>
                    <a:pt x="9257" y="1256"/>
                    <a:pt x="9425" y="1356"/>
                    <a:pt x="9575" y="1473"/>
                  </a:cubicBezTo>
                  <a:lnTo>
                    <a:pt x="9759" y="1239"/>
                  </a:lnTo>
                  <a:cubicBezTo>
                    <a:pt x="9609" y="1122"/>
                    <a:pt x="9425" y="1004"/>
                    <a:pt x="9257" y="887"/>
                  </a:cubicBezTo>
                  <a:close/>
                  <a:moveTo>
                    <a:pt x="2076" y="1473"/>
                  </a:moveTo>
                  <a:cubicBezTo>
                    <a:pt x="1909" y="1607"/>
                    <a:pt x="1775" y="1758"/>
                    <a:pt x="1624" y="1908"/>
                  </a:cubicBezTo>
                  <a:lnTo>
                    <a:pt x="1842" y="2126"/>
                  </a:lnTo>
                  <a:cubicBezTo>
                    <a:pt x="1976" y="1975"/>
                    <a:pt x="2127" y="1841"/>
                    <a:pt x="2277" y="1707"/>
                  </a:cubicBezTo>
                  <a:lnTo>
                    <a:pt x="2076" y="1473"/>
                  </a:lnTo>
                  <a:close/>
                  <a:moveTo>
                    <a:pt x="10328" y="1758"/>
                  </a:moveTo>
                  <a:lnTo>
                    <a:pt x="10128" y="1959"/>
                  </a:lnTo>
                  <a:cubicBezTo>
                    <a:pt x="10261" y="2092"/>
                    <a:pt x="10395" y="2243"/>
                    <a:pt x="10513" y="2394"/>
                  </a:cubicBezTo>
                  <a:lnTo>
                    <a:pt x="10747" y="2210"/>
                  </a:lnTo>
                  <a:cubicBezTo>
                    <a:pt x="10613" y="2042"/>
                    <a:pt x="10479" y="1892"/>
                    <a:pt x="10328" y="1758"/>
                  </a:cubicBezTo>
                  <a:close/>
                  <a:moveTo>
                    <a:pt x="1122" y="2511"/>
                  </a:moveTo>
                  <a:cubicBezTo>
                    <a:pt x="1005" y="2678"/>
                    <a:pt x="888" y="2846"/>
                    <a:pt x="787" y="3030"/>
                  </a:cubicBezTo>
                  <a:lnTo>
                    <a:pt x="1055" y="3180"/>
                  </a:lnTo>
                  <a:cubicBezTo>
                    <a:pt x="1156" y="3013"/>
                    <a:pt x="1256" y="2846"/>
                    <a:pt x="1373" y="2678"/>
                  </a:cubicBezTo>
                  <a:lnTo>
                    <a:pt x="1122" y="2511"/>
                  </a:lnTo>
                  <a:close/>
                  <a:moveTo>
                    <a:pt x="11199" y="2829"/>
                  </a:moveTo>
                  <a:lnTo>
                    <a:pt x="10948" y="2996"/>
                  </a:lnTo>
                  <a:cubicBezTo>
                    <a:pt x="11048" y="3164"/>
                    <a:pt x="11149" y="3331"/>
                    <a:pt x="11232" y="3499"/>
                  </a:cubicBezTo>
                  <a:lnTo>
                    <a:pt x="11500" y="3381"/>
                  </a:lnTo>
                  <a:cubicBezTo>
                    <a:pt x="11416" y="3197"/>
                    <a:pt x="11316" y="3013"/>
                    <a:pt x="11199" y="2829"/>
                  </a:cubicBezTo>
                  <a:close/>
                  <a:moveTo>
                    <a:pt x="453" y="3716"/>
                  </a:moveTo>
                  <a:cubicBezTo>
                    <a:pt x="369" y="3917"/>
                    <a:pt x="302" y="4101"/>
                    <a:pt x="235" y="4302"/>
                  </a:cubicBezTo>
                  <a:lnTo>
                    <a:pt x="536" y="4386"/>
                  </a:lnTo>
                  <a:lnTo>
                    <a:pt x="536" y="4402"/>
                  </a:lnTo>
                  <a:cubicBezTo>
                    <a:pt x="587" y="4202"/>
                    <a:pt x="654" y="4017"/>
                    <a:pt x="737" y="3833"/>
                  </a:cubicBezTo>
                  <a:lnTo>
                    <a:pt x="453" y="3716"/>
                  </a:lnTo>
                  <a:close/>
                  <a:moveTo>
                    <a:pt x="11801" y="4084"/>
                  </a:moveTo>
                  <a:lnTo>
                    <a:pt x="11517" y="4185"/>
                  </a:lnTo>
                  <a:cubicBezTo>
                    <a:pt x="11584" y="4369"/>
                    <a:pt x="11634" y="4553"/>
                    <a:pt x="11684" y="4754"/>
                  </a:cubicBezTo>
                  <a:lnTo>
                    <a:pt x="11969" y="4687"/>
                  </a:lnTo>
                  <a:cubicBezTo>
                    <a:pt x="11919" y="4469"/>
                    <a:pt x="11868" y="4285"/>
                    <a:pt x="11801" y="4084"/>
                  </a:cubicBezTo>
                  <a:close/>
                  <a:moveTo>
                    <a:pt x="68" y="5055"/>
                  </a:moveTo>
                  <a:cubicBezTo>
                    <a:pt x="34" y="5256"/>
                    <a:pt x="17" y="5474"/>
                    <a:pt x="1" y="5675"/>
                  </a:cubicBezTo>
                  <a:lnTo>
                    <a:pt x="302" y="5691"/>
                  </a:lnTo>
                  <a:cubicBezTo>
                    <a:pt x="319" y="5490"/>
                    <a:pt x="336" y="5306"/>
                    <a:pt x="369" y="5105"/>
                  </a:cubicBezTo>
                  <a:lnTo>
                    <a:pt x="68" y="5055"/>
                  </a:lnTo>
                  <a:close/>
                  <a:moveTo>
                    <a:pt x="12103" y="5440"/>
                  </a:moveTo>
                  <a:lnTo>
                    <a:pt x="11801" y="5474"/>
                  </a:lnTo>
                  <a:cubicBezTo>
                    <a:pt x="11835" y="5675"/>
                    <a:pt x="11835" y="5859"/>
                    <a:pt x="11835" y="6060"/>
                  </a:cubicBezTo>
                  <a:cubicBezTo>
                    <a:pt x="11835" y="6260"/>
                    <a:pt x="11818" y="6444"/>
                    <a:pt x="11801" y="6645"/>
                  </a:cubicBezTo>
                  <a:lnTo>
                    <a:pt x="12103" y="6679"/>
                  </a:lnTo>
                  <a:cubicBezTo>
                    <a:pt x="12119" y="6478"/>
                    <a:pt x="12119" y="6260"/>
                    <a:pt x="12119" y="6060"/>
                  </a:cubicBezTo>
                  <a:cubicBezTo>
                    <a:pt x="12136" y="5859"/>
                    <a:pt x="12119" y="5658"/>
                    <a:pt x="12103" y="5440"/>
                  </a:cubicBezTo>
                  <a:close/>
                  <a:moveTo>
                    <a:pt x="302" y="6428"/>
                  </a:moveTo>
                  <a:lnTo>
                    <a:pt x="1" y="6444"/>
                  </a:lnTo>
                  <a:cubicBezTo>
                    <a:pt x="17" y="6645"/>
                    <a:pt x="34" y="6846"/>
                    <a:pt x="68" y="7064"/>
                  </a:cubicBezTo>
                  <a:lnTo>
                    <a:pt x="369" y="7014"/>
                  </a:lnTo>
                  <a:cubicBezTo>
                    <a:pt x="336" y="6813"/>
                    <a:pt x="319" y="6612"/>
                    <a:pt x="302" y="6428"/>
                  </a:cubicBezTo>
                  <a:close/>
                  <a:moveTo>
                    <a:pt x="11684" y="7365"/>
                  </a:moveTo>
                  <a:cubicBezTo>
                    <a:pt x="11634" y="7566"/>
                    <a:pt x="11584" y="7750"/>
                    <a:pt x="11517" y="7934"/>
                  </a:cubicBezTo>
                  <a:lnTo>
                    <a:pt x="11801" y="8035"/>
                  </a:lnTo>
                  <a:cubicBezTo>
                    <a:pt x="11868" y="7834"/>
                    <a:pt x="11919" y="7633"/>
                    <a:pt x="11969" y="7432"/>
                  </a:cubicBezTo>
                  <a:lnTo>
                    <a:pt x="11684" y="7365"/>
                  </a:lnTo>
                  <a:close/>
                  <a:moveTo>
                    <a:pt x="536" y="7717"/>
                  </a:moveTo>
                  <a:lnTo>
                    <a:pt x="235" y="7817"/>
                  </a:lnTo>
                  <a:cubicBezTo>
                    <a:pt x="302" y="8001"/>
                    <a:pt x="369" y="8202"/>
                    <a:pt x="453" y="8386"/>
                  </a:cubicBezTo>
                  <a:lnTo>
                    <a:pt x="720" y="8269"/>
                  </a:lnTo>
                  <a:cubicBezTo>
                    <a:pt x="654" y="8102"/>
                    <a:pt x="587" y="7901"/>
                    <a:pt x="536" y="7717"/>
                  </a:cubicBezTo>
                  <a:close/>
                  <a:moveTo>
                    <a:pt x="11232" y="8604"/>
                  </a:moveTo>
                  <a:cubicBezTo>
                    <a:pt x="11149" y="8788"/>
                    <a:pt x="11048" y="8955"/>
                    <a:pt x="10948" y="9123"/>
                  </a:cubicBezTo>
                  <a:lnTo>
                    <a:pt x="11199" y="9273"/>
                  </a:lnTo>
                  <a:lnTo>
                    <a:pt x="11199" y="9290"/>
                  </a:lnTo>
                  <a:cubicBezTo>
                    <a:pt x="11316" y="9106"/>
                    <a:pt x="11416" y="8939"/>
                    <a:pt x="11500" y="8738"/>
                  </a:cubicBezTo>
                  <a:lnTo>
                    <a:pt x="11232" y="8604"/>
                  </a:lnTo>
                  <a:close/>
                  <a:moveTo>
                    <a:pt x="1055" y="8939"/>
                  </a:moveTo>
                  <a:lnTo>
                    <a:pt x="787" y="9089"/>
                  </a:lnTo>
                  <a:cubicBezTo>
                    <a:pt x="888" y="9257"/>
                    <a:pt x="1005" y="9441"/>
                    <a:pt x="1122" y="9608"/>
                  </a:cubicBezTo>
                  <a:lnTo>
                    <a:pt x="1373" y="9424"/>
                  </a:lnTo>
                  <a:cubicBezTo>
                    <a:pt x="1256" y="9273"/>
                    <a:pt x="1156" y="9106"/>
                    <a:pt x="1055" y="8939"/>
                  </a:cubicBezTo>
                  <a:close/>
                  <a:moveTo>
                    <a:pt x="10529" y="9725"/>
                  </a:moveTo>
                  <a:cubicBezTo>
                    <a:pt x="10395" y="9876"/>
                    <a:pt x="10261" y="10027"/>
                    <a:pt x="10128" y="10160"/>
                  </a:cubicBezTo>
                  <a:lnTo>
                    <a:pt x="10328" y="10361"/>
                  </a:lnTo>
                  <a:cubicBezTo>
                    <a:pt x="10479" y="10227"/>
                    <a:pt x="10613" y="10060"/>
                    <a:pt x="10747" y="9909"/>
                  </a:cubicBezTo>
                  <a:lnTo>
                    <a:pt x="10529" y="9725"/>
                  </a:lnTo>
                  <a:close/>
                  <a:moveTo>
                    <a:pt x="1842" y="9993"/>
                  </a:moveTo>
                  <a:lnTo>
                    <a:pt x="1608" y="10194"/>
                  </a:lnTo>
                  <a:cubicBezTo>
                    <a:pt x="1758" y="10345"/>
                    <a:pt x="1909" y="10495"/>
                    <a:pt x="2060" y="10629"/>
                  </a:cubicBezTo>
                  <a:lnTo>
                    <a:pt x="2260" y="10412"/>
                  </a:lnTo>
                  <a:cubicBezTo>
                    <a:pt x="2110" y="10278"/>
                    <a:pt x="1976" y="10144"/>
                    <a:pt x="1842" y="9993"/>
                  </a:cubicBezTo>
                  <a:close/>
                  <a:moveTo>
                    <a:pt x="9575" y="10629"/>
                  </a:moveTo>
                  <a:cubicBezTo>
                    <a:pt x="9408" y="10763"/>
                    <a:pt x="9257" y="10863"/>
                    <a:pt x="9090" y="10964"/>
                  </a:cubicBezTo>
                  <a:lnTo>
                    <a:pt x="9240" y="11232"/>
                  </a:lnTo>
                  <a:cubicBezTo>
                    <a:pt x="9425" y="11115"/>
                    <a:pt x="9592" y="10997"/>
                    <a:pt x="9759" y="10880"/>
                  </a:cubicBezTo>
                  <a:lnTo>
                    <a:pt x="9575" y="10629"/>
                  </a:lnTo>
                  <a:close/>
                  <a:moveTo>
                    <a:pt x="2846" y="10847"/>
                  </a:moveTo>
                  <a:lnTo>
                    <a:pt x="2679" y="11098"/>
                  </a:lnTo>
                  <a:cubicBezTo>
                    <a:pt x="2846" y="11215"/>
                    <a:pt x="3014" y="11315"/>
                    <a:pt x="3198" y="11416"/>
                  </a:cubicBezTo>
                  <a:lnTo>
                    <a:pt x="3348" y="11148"/>
                  </a:lnTo>
                  <a:cubicBezTo>
                    <a:pt x="3164" y="11064"/>
                    <a:pt x="2997" y="10964"/>
                    <a:pt x="2846" y="10847"/>
                  </a:cubicBezTo>
                  <a:close/>
                  <a:moveTo>
                    <a:pt x="8437" y="11315"/>
                  </a:moveTo>
                  <a:cubicBezTo>
                    <a:pt x="8270" y="11399"/>
                    <a:pt x="8085" y="11466"/>
                    <a:pt x="7901" y="11533"/>
                  </a:cubicBezTo>
                  <a:lnTo>
                    <a:pt x="7985" y="11818"/>
                  </a:lnTo>
                  <a:cubicBezTo>
                    <a:pt x="8186" y="11751"/>
                    <a:pt x="8387" y="11667"/>
                    <a:pt x="8571" y="11600"/>
                  </a:cubicBezTo>
                  <a:lnTo>
                    <a:pt x="8437" y="11315"/>
                  </a:lnTo>
                  <a:close/>
                  <a:moveTo>
                    <a:pt x="4018" y="11449"/>
                  </a:moveTo>
                  <a:lnTo>
                    <a:pt x="3901" y="11734"/>
                  </a:lnTo>
                  <a:cubicBezTo>
                    <a:pt x="4102" y="11818"/>
                    <a:pt x="4286" y="11868"/>
                    <a:pt x="4487" y="11918"/>
                  </a:cubicBezTo>
                  <a:lnTo>
                    <a:pt x="4570" y="11633"/>
                  </a:lnTo>
                  <a:cubicBezTo>
                    <a:pt x="4386" y="11583"/>
                    <a:pt x="4185" y="11516"/>
                    <a:pt x="4018" y="11449"/>
                  </a:cubicBezTo>
                  <a:close/>
                  <a:moveTo>
                    <a:pt x="7182" y="11717"/>
                  </a:moveTo>
                  <a:cubicBezTo>
                    <a:pt x="6997" y="11751"/>
                    <a:pt x="6797" y="11784"/>
                    <a:pt x="6612" y="11801"/>
                  </a:cubicBezTo>
                  <a:lnTo>
                    <a:pt x="6629" y="12102"/>
                  </a:lnTo>
                  <a:cubicBezTo>
                    <a:pt x="6847" y="12085"/>
                    <a:pt x="7048" y="12052"/>
                    <a:pt x="7249" y="12018"/>
                  </a:cubicBezTo>
                  <a:lnTo>
                    <a:pt x="7182" y="11717"/>
                  </a:lnTo>
                  <a:close/>
                  <a:moveTo>
                    <a:pt x="5290" y="11784"/>
                  </a:moveTo>
                  <a:lnTo>
                    <a:pt x="5240" y="12069"/>
                  </a:lnTo>
                  <a:cubicBezTo>
                    <a:pt x="5457" y="12102"/>
                    <a:pt x="5658" y="12119"/>
                    <a:pt x="5859" y="12119"/>
                  </a:cubicBezTo>
                  <a:lnTo>
                    <a:pt x="5876" y="11834"/>
                  </a:lnTo>
                  <a:cubicBezTo>
                    <a:pt x="5675" y="11818"/>
                    <a:pt x="5474" y="11801"/>
                    <a:pt x="5290" y="1178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1"/>
            <p:cNvSpPr/>
            <p:nvPr/>
          </p:nvSpPr>
          <p:spPr>
            <a:xfrm>
              <a:off x="5281836" y="834299"/>
              <a:ext cx="566131" cy="559753"/>
            </a:xfrm>
            <a:custGeom>
              <a:avLst/>
              <a:gdLst/>
              <a:ahLst/>
              <a:cxnLst/>
              <a:rect l="l" t="t" r="r" b="b"/>
              <a:pathLst>
                <a:path w="25209" h="24925" extrusionOk="0">
                  <a:moveTo>
                    <a:pt x="15350" y="51"/>
                  </a:moveTo>
                  <a:lnTo>
                    <a:pt x="15701" y="134"/>
                  </a:lnTo>
                  <a:lnTo>
                    <a:pt x="15517" y="871"/>
                  </a:lnTo>
                  <a:cubicBezTo>
                    <a:pt x="15400" y="837"/>
                    <a:pt x="15299" y="821"/>
                    <a:pt x="15182" y="787"/>
                  </a:cubicBezTo>
                  <a:lnTo>
                    <a:pt x="15350" y="51"/>
                  </a:lnTo>
                  <a:close/>
                  <a:moveTo>
                    <a:pt x="15299" y="0"/>
                  </a:moveTo>
                  <a:lnTo>
                    <a:pt x="15115" y="837"/>
                  </a:lnTo>
                  <a:lnTo>
                    <a:pt x="15149" y="837"/>
                  </a:lnTo>
                  <a:lnTo>
                    <a:pt x="15534" y="938"/>
                  </a:lnTo>
                  <a:lnTo>
                    <a:pt x="15567" y="938"/>
                  </a:lnTo>
                  <a:lnTo>
                    <a:pt x="15768" y="101"/>
                  </a:lnTo>
                  <a:lnTo>
                    <a:pt x="15751" y="101"/>
                  </a:lnTo>
                  <a:cubicBezTo>
                    <a:pt x="15617" y="51"/>
                    <a:pt x="15467" y="17"/>
                    <a:pt x="15333" y="0"/>
                  </a:cubicBezTo>
                  <a:close/>
                  <a:moveTo>
                    <a:pt x="9407" y="168"/>
                  </a:moveTo>
                  <a:lnTo>
                    <a:pt x="9592" y="904"/>
                  </a:lnTo>
                  <a:cubicBezTo>
                    <a:pt x="9474" y="938"/>
                    <a:pt x="9357" y="971"/>
                    <a:pt x="9240" y="1005"/>
                  </a:cubicBezTo>
                  <a:lnTo>
                    <a:pt x="9022" y="268"/>
                  </a:lnTo>
                  <a:lnTo>
                    <a:pt x="9039" y="268"/>
                  </a:lnTo>
                  <a:cubicBezTo>
                    <a:pt x="9156" y="235"/>
                    <a:pt x="9290" y="184"/>
                    <a:pt x="9407" y="168"/>
                  </a:cubicBezTo>
                  <a:close/>
                  <a:moveTo>
                    <a:pt x="9424" y="101"/>
                  </a:moveTo>
                  <a:cubicBezTo>
                    <a:pt x="9290" y="134"/>
                    <a:pt x="9156" y="168"/>
                    <a:pt x="9006" y="218"/>
                  </a:cubicBezTo>
                  <a:lnTo>
                    <a:pt x="8956" y="235"/>
                  </a:lnTo>
                  <a:lnTo>
                    <a:pt x="9207" y="1072"/>
                  </a:lnTo>
                  <a:lnTo>
                    <a:pt x="9257" y="1055"/>
                  </a:lnTo>
                  <a:lnTo>
                    <a:pt x="9642" y="938"/>
                  </a:lnTo>
                  <a:lnTo>
                    <a:pt x="9659" y="938"/>
                  </a:lnTo>
                  <a:lnTo>
                    <a:pt x="9458" y="101"/>
                  </a:lnTo>
                  <a:close/>
                  <a:moveTo>
                    <a:pt x="16572" y="385"/>
                  </a:moveTo>
                  <a:lnTo>
                    <a:pt x="16588" y="402"/>
                  </a:lnTo>
                  <a:cubicBezTo>
                    <a:pt x="16689" y="452"/>
                    <a:pt x="16806" y="469"/>
                    <a:pt x="16923" y="519"/>
                  </a:cubicBezTo>
                  <a:lnTo>
                    <a:pt x="16655" y="1222"/>
                  </a:lnTo>
                  <a:lnTo>
                    <a:pt x="16337" y="1105"/>
                  </a:lnTo>
                  <a:lnTo>
                    <a:pt x="16572" y="385"/>
                  </a:lnTo>
                  <a:close/>
                  <a:moveTo>
                    <a:pt x="16538" y="318"/>
                  </a:moveTo>
                  <a:lnTo>
                    <a:pt x="16270" y="1139"/>
                  </a:lnTo>
                  <a:lnTo>
                    <a:pt x="16287" y="1139"/>
                  </a:lnTo>
                  <a:cubicBezTo>
                    <a:pt x="16404" y="1189"/>
                    <a:pt x="16538" y="1239"/>
                    <a:pt x="16655" y="1272"/>
                  </a:cubicBezTo>
                  <a:lnTo>
                    <a:pt x="16689" y="1272"/>
                  </a:lnTo>
                  <a:lnTo>
                    <a:pt x="16990" y="469"/>
                  </a:lnTo>
                  <a:lnTo>
                    <a:pt x="16957" y="469"/>
                  </a:lnTo>
                  <a:cubicBezTo>
                    <a:pt x="16839" y="419"/>
                    <a:pt x="16705" y="369"/>
                    <a:pt x="16572" y="318"/>
                  </a:cubicBezTo>
                  <a:close/>
                  <a:moveTo>
                    <a:pt x="8169" y="553"/>
                  </a:moveTo>
                  <a:lnTo>
                    <a:pt x="8437" y="1272"/>
                  </a:lnTo>
                  <a:cubicBezTo>
                    <a:pt x="8319" y="1306"/>
                    <a:pt x="8219" y="1356"/>
                    <a:pt x="8119" y="1406"/>
                  </a:cubicBezTo>
                  <a:lnTo>
                    <a:pt x="7834" y="687"/>
                  </a:lnTo>
                  <a:lnTo>
                    <a:pt x="8169" y="553"/>
                  </a:lnTo>
                  <a:close/>
                  <a:moveTo>
                    <a:pt x="8202" y="486"/>
                  </a:moveTo>
                  <a:lnTo>
                    <a:pt x="8186" y="503"/>
                  </a:lnTo>
                  <a:cubicBezTo>
                    <a:pt x="8052" y="553"/>
                    <a:pt x="7918" y="603"/>
                    <a:pt x="7784" y="653"/>
                  </a:cubicBezTo>
                  <a:lnTo>
                    <a:pt x="7767" y="653"/>
                  </a:lnTo>
                  <a:lnTo>
                    <a:pt x="8085" y="1473"/>
                  </a:lnTo>
                  <a:lnTo>
                    <a:pt x="8119" y="1440"/>
                  </a:lnTo>
                  <a:cubicBezTo>
                    <a:pt x="8236" y="1390"/>
                    <a:pt x="8353" y="1339"/>
                    <a:pt x="8487" y="1306"/>
                  </a:cubicBezTo>
                  <a:lnTo>
                    <a:pt x="8504" y="1306"/>
                  </a:lnTo>
                  <a:lnTo>
                    <a:pt x="8202" y="486"/>
                  </a:lnTo>
                  <a:close/>
                  <a:moveTo>
                    <a:pt x="17760" y="854"/>
                  </a:moveTo>
                  <a:lnTo>
                    <a:pt x="18095" y="1021"/>
                  </a:lnTo>
                  <a:lnTo>
                    <a:pt x="17760" y="1708"/>
                  </a:lnTo>
                  <a:lnTo>
                    <a:pt x="17459" y="1557"/>
                  </a:lnTo>
                  <a:lnTo>
                    <a:pt x="17442" y="1557"/>
                  </a:lnTo>
                  <a:lnTo>
                    <a:pt x="17760" y="854"/>
                  </a:lnTo>
                  <a:close/>
                  <a:moveTo>
                    <a:pt x="17727" y="787"/>
                  </a:moveTo>
                  <a:lnTo>
                    <a:pt x="17375" y="1574"/>
                  </a:lnTo>
                  <a:lnTo>
                    <a:pt x="17392" y="1591"/>
                  </a:lnTo>
                  <a:cubicBezTo>
                    <a:pt x="17509" y="1641"/>
                    <a:pt x="17643" y="1691"/>
                    <a:pt x="17760" y="1758"/>
                  </a:cubicBezTo>
                  <a:lnTo>
                    <a:pt x="17777" y="1775"/>
                  </a:lnTo>
                  <a:lnTo>
                    <a:pt x="18162" y="988"/>
                  </a:lnTo>
                  <a:lnTo>
                    <a:pt x="18145" y="971"/>
                  </a:lnTo>
                  <a:cubicBezTo>
                    <a:pt x="18011" y="904"/>
                    <a:pt x="17877" y="854"/>
                    <a:pt x="17760" y="787"/>
                  </a:cubicBezTo>
                  <a:close/>
                  <a:moveTo>
                    <a:pt x="7014" y="1055"/>
                  </a:moveTo>
                  <a:lnTo>
                    <a:pt x="7349" y="1741"/>
                  </a:lnTo>
                  <a:cubicBezTo>
                    <a:pt x="7248" y="1791"/>
                    <a:pt x="7131" y="1858"/>
                    <a:pt x="7031" y="1909"/>
                  </a:cubicBezTo>
                  <a:lnTo>
                    <a:pt x="6679" y="1239"/>
                  </a:lnTo>
                  <a:lnTo>
                    <a:pt x="6679" y="1222"/>
                  </a:lnTo>
                  <a:cubicBezTo>
                    <a:pt x="6796" y="1172"/>
                    <a:pt x="6897" y="1105"/>
                    <a:pt x="7014" y="1055"/>
                  </a:cubicBezTo>
                  <a:close/>
                  <a:moveTo>
                    <a:pt x="7031" y="988"/>
                  </a:moveTo>
                  <a:lnTo>
                    <a:pt x="6997" y="1005"/>
                  </a:lnTo>
                  <a:cubicBezTo>
                    <a:pt x="6880" y="1072"/>
                    <a:pt x="6746" y="1139"/>
                    <a:pt x="6612" y="1206"/>
                  </a:cubicBezTo>
                  <a:lnTo>
                    <a:pt x="6595" y="1206"/>
                  </a:lnTo>
                  <a:lnTo>
                    <a:pt x="7014" y="1976"/>
                  </a:lnTo>
                  <a:lnTo>
                    <a:pt x="7031" y="1959"/>
                  </a:lnTo>
                  <a:cubicBezTo>
                    <a:pt x="7148" y="1909"/>
                    <a:pt x="7265" y="1842"/>
                    <a:pt x="7382" y="1775"/>
                  </a:cubicBezTo>
                  <a:lnTo>
                    <a:pt x="7399" y="1775"/>
                  </a:lnTo>
                  <a:lnTo>
                    <a:pt x="7031" y="988"/>
                  </a:lnTo>
                  <a:close/>
                  <a:moveTo>
                    <a:pt x="18881" y="1440"/>
                  </a:moveTo>
                  <a:lnTo>
                    <a:pt x="19200" y="1624"/>
                  </a:lnTo>
                  <a:lnTo>
                    <a:pt x="18798" y="2277"/>
                  </a:lnTo>
                  <a:cubicBezTo>
                    <a:pt x="18697" y="2210"/>
                    <a:pt x="18597" y="2160"/>
                    <a:pt x="18513" y="2093"/>
                  </a:cubicBezTo>
                  <a:lnTo>
                    <a:pt x="18881" y="1440"/>
                  </a:lnTo>
                  <a:close/>
                  <a:moveTo>
                    <a:pt x="18865" y="1356"/>
                  </a:moveTo>
                  <a:lnTo>
                    <a:pt x="18430" y="2109"/>
                  </a:lnTo>
                  <a:lnTo>
                    <a:pt x="18463" y="2126"/>
                  </a:lnTo>
                  <a:cubicBezTo>
                    <a:pt x="18563" y="2193"/>
                    <a:pt x="18681" y="2260"/>
                    <a:pt x="18798" y="2327"/>
                  </a:cubicBezTo>
                  <a:lnTo>
                    <a:pt x="18815" y="2344"/>
                  </a:lnTo>
                  <a:lnTo>
                    <a:pt x="19283" y="1591"/>
                  </a:lnTo>
                  <a:lnTo>
                    <a:pt x="19250" y="1574"/>
                  </a:lnTo>
                  <a:cubicBezTo>
                    <a:pt x="19133" y="1507"/>
                    <a:pt x="19015" y="1440"/>
                    <a:pt x="18898" y="1373"/>
                  </a:cubicBezTo>
                  <a:lnTo>
                    <a:pt x="18865" y="1356"/>
                  </a:lnTo>
                  <a:close/>
                  <a:moveTo>
                    <a:pt x="5909" y="1674"/>
                  </a:moveTo>
                  <a:lnTo>
                    <a:pt x="6294" y="2327"/>
                  </a:lnTo>
                  <a:cubicBezTo>
                    <a:pt x="6194" y="2394"/>
                    <a:pt x="6093" y="2444"/>
                    <a:pt x="6010" y="2511"/>
                  </a:cubicBezTo>
                  <a:lnTo>
                    <a:pt x="5591" y="1892"/>
                  </a:lnTo>
                  <a:lnTo>
                    <a:pt x="5591" y="1875"/>
                  </a:lnTo>
                  <a:cubicBezTo>
                    <a:pt x="5708" y="1808"/>
                    <a:pt x="5792" y="1741"/>
                    <a:pt x="5909" y="1674"/>
                  </a:cubicBezTo>
                  <a:close/>
                  <a:moveTo>
                    <a:pt x="5926" y="1607"/>
                  </a:moveTo>
                  <a:lnTo>
                    <a:pt x="5892" y="1624"/>
                  </a:lnTo>
                  <a:cubicBezTo>
                    <a:pt x="5775" y="1708"/>
                    <a:pt x="5658" y="1775"/>
                    <a:pt x="5541" y="1858"/>
                  </a:cubicBezTo>
                  <a:lnTo>
                    <a:pt x="5524" y="1875"/>
                  </a:lnTo>
                  <a:lnTo>
                    <a:pt x="6010" y="2595"/>
                  </a:lnTo>
                  <a:lnTo>
                    <a:pt x="6026" y="2578"/>
                  </a:lnTo>
                  <a:lnTo>
                    <a:pt x="6361" y="2360"/>
                  </a:lnTo>
                  <a:lnTo>
                    <a:pt x="6378" y="2344"/>
                  </a:lnTo>
                  <a:lnTo>
                    <a:pt x="5926" y="1607"/>
                  </a:lnTo>
                  <a:close/>
                  <a:moveTo>
                    <a:pt x="19953" y="2126"/>
                  </a:moveTo>
                  <a:cubicBezTo>
                    <a:pt x="20053" y="2210"/>
                    <a:pt x="20154" y="2277"/>
                    <a:pt x="20254" y="2344"/>
                  </a:cubicBezTo>
                  <a:lnTo>
                    <a:pt x="19785" y="2963"/>
                  </a:lnTo>
                  <a:cubicBezTo>
                    <a:pt x="19702" y="2879"/>
                    <a:pt x="19601" y="2812"/>
                    <a:pt x="19518" y="2745"/>
                  </a:cubicBezTo>
                  <a:lnTo>
                    <a:pt x="19953" y="2126"/>
                  </a:lnTo>
                  <a:close/>
                  <a:moveTo>
                    <a:pt x="19953" y="2059"/>
                  </a:moveTo>
                  <a:lnTo>
                    <a:pt x="19434" y="2779"/>
                  </a:lnTo>
                  <a:lnTo>
                    <a:pt x="19451" y="2779"/>
                  </a:lnTo>
                  <a:cubicBezTo>
                    <a:pt x="19568" y="2863"/>
                    <a:pt x="19668" y="2946"/>
                    <a:pt x="19769" y="3030"/>
                  </a:cubicBezTo>
                  <a:lnTo>
                    <a:pt x="19802" y="3047"/>
                  </a:lnTo>
                  <a:lnTo>
                    <a:pt x="20321" y="2344"/>
                  </a:lnTo>
                  <a:lnTo>
                    <a:pt x="20304" y="2327"/>
                  </a:lnTo>
                  <a:cubicBezTo>
                    <a:pt x="20204" y="2243"/>
                    <a:pt x="20087" y="2160"/>
                    <a:pt x="19969" y="2076"/>
                  </a:cubicBezTo>
                  <a:lnTo>
                    <a:pt x="19953" y="2059"/>
                  </a:lnTo>
                  <a:close/>
                  <a:moveTo>
                    <a:pt x="4871" y="2411"/>
                  </a:moveTo>
                  <a:lnTo>
                    <a:pt x="5340" y="3030"/>
                  </a:lnTo>
                  <a:cubicBezTo>
                    <a:pt x="5240" y="3097"/>
                    <a:pt x="5156" y="3164"/>
                    <a:pt x="5072" y="3231"/>
                  </a:cubicBezTo>
                  <a:lnTo>
                    <a:pt x="4587" y="2645"/>
                  </a:lnTo>
                  <a:lnTo>
                    <a:pt x="4570" y="2645"/>
                  </a:lnTo>
                  <a:cubicBezTo>
                    <a:pt x="4670" y="2561"/>
                    <a:pt x="4771" y="2494"/>
                    <a:pt x="4871" y="2411"/>
                  </a:cubicBezTo>
                  <a:close/>
                  <a:moveTo>
                    <a:pt x="4871" y="2344"/>
                  </a:moveTo>
                  <a:lnTo>
                    <a:pt x="4855" y="2360"/>
                  </a:lnTo>
                  <a:cubicBezTo>
                    <a:pt x="4737" y="2444"/>
                    <a:pt x="4637" y="2528"/>
                    <a:pt x="4520" y="2628"/>
                  </a:cubicBezTo>
                  <a:lnTo>
                    <a:pt x="4503" y="2645"/>
                  </a:lnTo>
                  <a:lnTo>
                    <a:pt x="5055" y="3315"/>
                  </a:lnTo>
                  <a:lnTo>
                    <a:pt x="5089" y="3298"/>
                  </a:lnTo>
                  <a:cubicBezTo>
                    <a:pt x="5173" y="3214"/>
                    <a:pt x="5290" y="3130"/>
                    <a:pt x="5390" y="3047"/>
                  </a:cubicBezTo>
                  <a:lnTo>
                    <a:pt x="5407" y="3030"/>
                  </a:lnTo>
                  <a:lnTo>
                    <a:pt x="4871" y="2344"/>
                  </a:lnTo>
                  <a:close/>
                  <a:moveTo>
                    <a:pt x="20940" y="2930"/>
                  </a:moveTo>
                  <a:cubicBezTo>
                    <a:pt x="21041" y="3013"/>
                    <a:pt x="21124" y="3097"/>
                    <a:pt x="21225" y="3181"/>
                  </a:cubicBezTo>
                  <a:lnTo>
                    <a:pt x="20689" y="3733"/>
                  </a:lnTo>
                  <a:cubicBezTo>
                    <a:pt x="20606" y="3666"/>
                    <a:pt x="20522" y="3582"/>
                    <a:pt x="20438" y="3499"/>
                  </a:cubicBezTo>
                  <a:lnTo>
                    <a:pt x="20940" y="2930"/>
                  </a:lnTo>
                  <a:close/>
                  <a:moveTo>
                    <a:pt x="20940" y="2863"/>
                  </a:moveTo>
                  <a:lnTo>
                    <a:pt x="20371" y="3515"/>
                  </a:lnTo>
                  <a:lnTo>
                    <a:pt x="20388" y="3532"/>
                  </a:lnTo>
                  <a:cubicBezTo>
                    <a:pt x="20488" y="3616"/>
                    <a:pt x="20589" y="3700"/>
                    <a:pt x="20673" y="3800"/>
                  </a:cubicBezTo>
                  <a:lnTo>
                    <a:pt x="20706" y="3817"/>
                  </a:lnTo>
                  <a:lnTo>
                    <a:pt x="21292" y="3181"/>
                  </a:lnTo>
                  <a:lnTo>
                    <a:pt x="21275" y="3164"/>
                  </a:lnTo>
                  <a:cubicBezTo>
                    <a:pt x="21175" y="3064"/>
                    <a:pt x="21074" y="2963"/>
                    <a:pt x="20957" y="2879"/>
                  </a:cubicBezTo>
                  <a:lnTo>
                    <a:pt x="20940" y="2863"/>
                  </a:lnTo>
                  <a:close/>
                  <a:moveTo>
                    <a:pt x="3900" y="3248"/>
                  </a:moveTo>
                  <a:lnTo>
                    <a:pt x="4419" y="3800"/>
                  </a:lnTo>
                  <a:cubicBezTo>
                    <a:pt x="4336" y="3884"/>
                    <a:pt x="4269" y="3967"/>
                    <a:pt x="4185" y="4034"/>
                  </a:cubicBezTo>
                  <a:lnTo>
                    <a:pt x="3633" y="3515"/>
                  </a:lnTo>
                  <a:lnTo>
                    <a:pt x="3900" y="3248"/>
                  </a:lnTo>
                  <a:close/>
                  <a:moveTo>
                    <a:pt x="3900" y="3181"/>
                  </a:moveTo>
                  <a:lnTo>
                    <a:pt x="3884" y="3197"/>
                  </a:lnTo>
                  <a:cubicBezTo>
                    <a:pt x="3783" y="3281"/>
                    <a:pt x="3666" y="3382"/>
                    <a:pt x="3566" y="3499"/>
                  </a:cubicBezTo>
                  <a:lnTo>
                    <a:pt x="3549" y="3515"/>
                  </a:lnTo>
                  <a:lnTo>
                    <a:pt x="4185" y="4118"/>
                  </a:lnTo>
                  <a:lnTo>
                    <a:pt x="4202" y="4101"/>
                  </a:lnTo>
                  <a:cubicBezTo>
                    <a:pt x="4285" y="4001"/>
                    <a:pt x="4386" y="3917"/>
                    <a:pt x="4470" y="3817"/>
                  </a:cubicBezTo>
                  <a:lnTo>
                    <a:pt x="4503" y="3800"/>
                  </a:lnTo>
                  <a:lnTo>
                    <a:pt x="3900" y="3181"/>
                  </a:lnTo>
                  <a:close/>
                  <a:moveTo>
                    <a:pt x="21861" y="3833"/>
                  </a:moveTo>
                  <a:cubicBezTo>
                    <a:pt x="21928" y="3917"/>
                    <a:pt x="22012" y="4001"/>
                    <a:pt x="22095" y="4101"/>
                  </a:cubicBezTo>
                  <a:lnTo>
                    <a:pt x="21526" y="4603"/>
                  </a:lnTo>
                  <a:cubicBezTo>
                    <a:pt x="21442" y="4520"/>
                    <a:pt x="21376" y="4436"/>
                    <a:pt x="21292" y="4336"/>
                  </a:cubicBezTo>
                  <a:lnTo>
                    <a:pt x="21861" y="3833"/>
                  </a:lnTo>
                  <a:close/>
                  <a:moveTo>
                    <a:pt x="21861" y="3750"/>
                  </a:moveTo>
                  <a:lnTo>
                    <a:pt x="21225" y="4336"/>
                  </a:lnTo>
                  <a:lnTo>
                    <a:pt x="21242" y="4352"/>
                  </a:lnTo>
                  <a:cubicBezTo>
                    <a:pt x="21325" y="4453"/>
                    <a:pt x="21409" y="4553"/>
                    <a:pt x="21493" y="4654"/>
                  </a:cubicBezTo>
                  <a:lnTo>
                    <a:pt x="21509" y="4670"/>
                  </a:lnTo>
                  <a:lnTo>
                    <a:pt x="22179" y="4101"/>
                  </a:lnTo>
                  <a:lnTo>
                    <a:pt x="22162" y="4085"/>
                  </a:lnTo>
                  <a:cubicBezTo>
                    <a:pt x="22062" y="3984"/>
                    <a:pt x="21961" y="3867"/>
                    <a:pt x="21878" y="3767"/>
                  </a:cubicBezTo>
                  <a:lnTo>
                    <a:pt x="21861" y="3750"/>
                  </a:lnTo>
                  <a:close/>
                  <a:moveTo>
                    <a:pt x="3013" y="4168"/>
                  </a:moveTo>
                  <a:lnTo>
                    <a:pt x="3599" y="4670"/>
                  </a:lnTo>
                  <a:cubicBezTo>
                    <a:pt x="3532" y="4754"/>
                    <a:pt x="3465" y="4838"/>
                    <a:pt x="3398" y="4938"/>
                  </a:cubicBezTo>
                  <a:lnTo>
                    <a:pt x="2796" y="4453"/>
                  </a:lnTo>
                  <a:cubicBezTo>
                    <a:pt x="2879" y="4352"/>
                    <a:pt x="2946" y="4269"/>
                    <a:pt x="3013" y="4168"/>
                  </a:cubicBezTo>
                  <a:close/>
                  <a:moveTo>
                    <a:pt x="3030" y="4101"/>
                  </a:moveTo>
                  <a:lnTo>
                    <a:pt x="3013" y="4118"/>
                  </a:lnTo>
                  <a:cubicBezTo>
                    <a:pt x="2913" y="4218"/>
                    <a:pt x="2829" y="4336"/>
                    <a:pt x="2729" y="4436"/>
                  </a:cubicBezTo>
                  <a:lnTo>
                    <a:pt x="2712" y="4470"/>
                  </a:lnTo>
                  <a:lnTo>
                    <a:pt x="3398" y="5005"/>
                  </a:lnTo>
                  <a:lnTo>
                    <a:pt x="3415" y="4988"/>
                  </a:lnTo>
                  <a:cubicBezTo>
                    <a:pt x="3499" y="4888"/>
                    <a:pt x="3582" y="4771"/>
                    <a:pt x="3666" y="4670"/>
                  </a:cubicBezTo>
                  <a:lnTo>
                    <a:pt x="3683" y="4654"/>
                  </a:lnTo>
                  <a:lnTo>
                    <a:pt x="3030" y="4101"/>
                  </a:lnTo>
                  <a:close/>
                  <a:moveTo>
                    <a:pt x="22681" y="4804"/>
                  </a:moveTo>
                  <a:cubicBezTo>
                    <a:pt x="22748" y="4888"/>
                    <a:pt x="22815" y="5005"/>
                    <a:pt x="22882" y="5106"/>
                  </a:cubicBezTo>
                  <a:lnTo>
                    <a:pt x="22263" y="5541"/>
                  </a:lnTo>
                  <a:cubicBezTo>
                    <a:pt x="22179" y="5440"/>
                    <a:pt x="22112" y="5357"/>
                    <a:pt x="22045" y="5256"/>
                  </a:cubicBezTo>
                  <a:lnTo>
                    <a:pt x="22681" y="4804"/>
                  </a:lnTo>
                  <a:close/>
                  <a:moveTo>
                    <a:pt x="22681" y="4737"/>
                  </a:moveTo>
                  <a:lnTo>
                    <a:pt x="21978" y="5256"/>
                  </a:lnTo>
                  <a:lnTo>
                    <a:pt x="21995" y="5273"/>
                  </a:lnTo>
                  <a:cubicBezTo>
                    <a:pt x="22079" y="5373"/>
                    <a:pt x="22145" y="5474"/>
                    <a:pt x="22229" y="5591"/>
                  </a:cubicBezTo>
                  <a:lnTo>
                    <a:pt x="22246" y="5608"/>
                  </a:lnTo>
                  <a:lnTo>
                    <a:pt x="22949" y="5122"/>
                  </a:lnTo>
                  <a:lnTo>
                    <a:pt x="22932" y="5089"/>
                  </a:lnTo>
                  <a:cubicBezTo>
                    <a:pt x="22849" y="4972"/>
                    <a:pt x="22765" y="4855"/>
                    <a:pt x="22698" y="4754"/>
                  </a:cubicBezTo>
                  <a:lnTo>
                    <a:pt x="22681" y="4737"/>
                  </a:lnTo>
                  <a:close/>
                  <a:moveTo>
                    <a:pt x="2260" y="5189"/>
                  </a:moveTo>
                  <a:lnTo>
                    <a:pt x="2879" y="5625"/>
                  </a:lnTo>
                  <a:cubicBezTo>
                    <a:pt x="2812" y="5708"/>
                    <a:pt x="2762" y="5809"/>
                    <a:pt x="2695" y="5909"/>
                  </a:cubicBezTo>
                  <a:lnTo>
                    <a:pt x="2059" y="5491"/>
                  </a:lnTo>
                  <a:cubicBezTo>
                    <a:pt x="2126" y="5390"/>
                    <a:pt x="2193" y="5273"/>
                    <a:pt x="2260" y="5189"/>
                  </a:cubicBezTo>
                  <a:close/>
                  <a:moveTo>
                    <a:pt x="2243" y="5106"/>
                  </a:moveTo>
                  <a:lnTo>
                    <a:pt x="2227" y="5122"/>
                  </a:lnTo>
                  <a:cubicBezTo>
                    <a:pt x="2143" y="5240"/>
                    <a:pt x="2076" y="5357"/>
                    <a:pt x="1992" y="5474"/>
                  </a:cubicBezTo>
                  <a:lnTo>
                    <a:pt x="1976" y="5507"/>
                  </a:lnTo>
                  <a:lnTo>
                    <a:pt x="2712" y="5976"/>
                  </a:lnTo>
                  <a:lnTo>
                    <a:pt x="2729" y="5943"/>
                  </a:lnTo>
                  <a:cubicBezTo>
                    <a:pt x="2796" y="5825"/>
                    <a:pt x="2863" y="5725"/>
                    <a:pt x="2946" y="5625"/>
                  </a:cubicBezTo>
                  <a:lnTo>
                    <a:pt x="2963" y="5591"/>
                  </a:lnTo>
                  <a:lnTo>
                    <a:pt x="2243" y="5106"/>
                  </a:lnTo>
                  <a:close/>
                  <a:moveTo>
                    <a:pt x="23367" y="5859"/>
                  </a:moveTo>
                  <a:cubicBezTo>
                    <a:pt x="23434" y="5976"/>
                    <a:pt x="23501" y="6076"/>
                    <a:pt x="23552" y="6177"/>
                  </a:cubicBezTo>
                  <a:lnTo>
                    <a:pt x="22882" y="6562"/>
                  </a:lnTo>
                  <a:cubicBezTo>
                    <a:pt x="22832" y="6445"/>
                    <a:pt x="22782" y="6344"/>
                    <a:pt x="22715" y="6261"/>
                  </a:cubicBezTo>
                  <a:lnTo>
                    <a:pt x="23367" y="5859"/>
                  </a:lnTo>
                  <a:close/>
                  <a:moveTo>
                    <a:pt x="23384" y="5792"/>
                  </a:moveTo>
                  <a:lnTo>
                    <a:pt x="22631" y="6244"/>
                  </a:lnTo>
                  <a:lnTo>
                    <a:pt x="22648" y="6261"/>
                  </a:lnTo>
                  <a:cubicBezTo>
                    <a:pt x="22731" y="6378"/>
                    <a:pt x="22798" y="6478"/>
                    <a:pt x="22849" y="6595"/>
                  </a:cubicBezTo>
                  <a:lnTo>
                    <a:pt x="22865" y="6629"/>
                  </a:lnTo>
                  <a:lnTo>
                    <a:pt x="23618" y="6210"/>
                  </a:lnTo>
                  <a:lnTo>
                    <a:pt x="23602" y="6177"/>
                  </a:lnTo>
                  <a:cubicBezTo>
                    <a:pt x="23535" y="6060"/>
                    <a:pt x="23468" y="5926"/>
                    <a:pt x="23384" y="5809"/>
                  </a:cubicBezTo>
                  <a:lnTo>
                    <a:pt x="23384" y="5792"/>
                  </a:lnTo>
                  <a:close/>
                  <a:moveTo>
                    <a:pt x="1591" y="6261"/>
                  </a:moveTo>
                  <a:lnTo>
                    <a:pt x="2260" y="6629"/>
                  </a:lnTo>
                  <a:cubicBezTo>
                    <a:pt x="2210" y="6729"/>
                    <a:pt x="2143" y="6830"/>
                    <a:pt x="2093" y="6930"/>
                  </a:cubicBezTo>
                  <a:lnTo>
                    <a:pt x="1429" y="6582"/>
                  </a:lnTo>
                  <a:lnTo>
                    <a:pt x="1429" y="6582"/>
                  </a:lnTo>
                  <a:cubicBezTo>
                    <a:pt x="1477" y="6469"/>
                    <a:pt x="1526" y="6357"/>
                    <a:pt x="1591" y="6261"/>
                  </a:cubicBezTo>
                  <a:close/>
                  <a:moveTo>
                    <a:pt x="1574" y="6194"/>
                  </a:moveTo>
                  <a:lnTo>
                    <a:pt x="1557" y="6210"/>
                  </a:lnTo>
                  <a:cubicBezTo>
                    <a:pt x="1473" y="6328"/>
                    <a:pt x="1406" y="6461"/>
                    <a:pt x="1339" y="6579"/>
                  </a:cubicBezTo>
                  <a:lnTo>
                    <a:pt x="1339" y="6612"/>
                  </a:lnTo>
                  <a:lnTo>
                    <a:pt x="2126" y="6997"/>
                  </a:lnTo>
                  <a:lnTo>
                    <a:pt x="2126" y="6980"/>
                  </a:lnTo>
                  <a:cubicBezTo>
                    <a:pt x="2193" y="6863"/>
                    <a:pt x="2260" y="6746"/>
                    <a:pt x="2310" y="6629"/>
                  </a:cubicBezTo>
                  <a:lnTo>
                    <a:pt x="2327" y="6612"/>
                  </a:lnTo>
                  <a:lnTo>
                    <a:pt x="1574" y="6194"/>
                  </a:lnTo>
                  <a:close/>
                  <a:moveTo>
                    <a:pt x="1038" y="7416"/>
                  </a:moveTo>
                  <a:lnTo>
                    <a:pt x="1741" y="7717"/>
                  </a:lnTo>
                  <a:lnTo>
                    <a:pt x="1607" y="8035"/>
                  </a:lnTo>
                  <a:lnTo>
                    <a:pt x="904" y="7750"/>
                  </a:lnTo>
                  <a:cubicBezTo>
                    <a:pt x="938" y="7633"/>
                    <a:pt x="988" y="7516"/>
                    <a:pt x="1038" y="7416"/>
                  </a:cubicBezTo>
                  <a:close/>
                  <a:moveTo>
                    <a:pt x="1005" y="7349"/>
                  </a:moveTo>
                  <a:lnTo>
                    <a:pt x="988" y="7365"/>
                  </a:lnTo>
                  <a:cubicBezTo>
                    <a:pt x="938" y="7499"/>
                    <a:pt x="871" y="7633"/>
                    <a:pt x="821" y="7767"/>
                  </a:cubicBezTo>
                  <a:lnTo>
                    <a:pt x="821" y="7784"/>
                  </a:lnTo>
                  <a:lnTo>
                    <a:pt x="1641" y="8102"/>
                  </a:lnTo>
                  <a:lnTo>
                    <a:pt x="1641" y="8068"/>
                  </a:lnTo>
                  <a:cubicBezTo>
                    <a:pt x="1691" y="7951"/>
                    <a:pt x="1741" y="7834"/>
                    <a:pt x="1791" y="7700"/>
                  </a:cubicBezTo>
                  <a:lnTo>
                    <a:pt x="1791" y="7683"/>
                  </a:lnTo>
                  <a:lnTo>
                    <a:pt x="1005" y="7349"/>
                  </a:lnTo>
                  <a:close/>
                  <a:moveTo>
                    <a:pt x="603" y="8604"/>
                  </a:moveTo>
                  <a:lnTo>
                    <a:pt x="1323" y="8838"/>
                  </a:lnTo>
                  <a:cubicBezTo>
                    <a:pt x="1289" y="8955"/>
                    <a:pt x="1256" y="9056"/>
                    <a:pt x="1222" y="9173"/>
                  </a:cubicBezTo>
                  <a:lnTo>
                    <a:pt x="486" y="8955"/>
                  </a:lnTo>
                  <a:cubicBezTo>
                    <a:pt x="519" y="8838"/>
                    <a:pt x="553" y="8721"/>
                    <a:pt x="603" y="8604"/>
                  </a:cubicBezTo>
                  <a:close/>
                  <a:moveTo>
                    <a:pt x="553" y="8537"/>
                  </a:moveTo>
                  <a:lnTo>
                    <a:pt x="553" y="8570"/>
                  </a:lnTo>
                  <a:cubicBezTo>
                    <a:pt x="503" y="8704"/>
                    <a:pt x="469" y="8838"/>
                    <a:pt x="436" y="8972"/>
                  </a:cubicBezTo>
                  <a:lnTo>
                    <a:pt x="436" y="9006"/>
                  </a:lnTo>
                  <a:lnTo>
                    <a:pt x="1273" y="9223"/>
                  </a:lnTo>
                  <a:lnTo>
                    <a:pt x="1273" y="9207"/>
                  </a:lnTo>
                  <a:cubicBezTo>
                    <a:pt x="1306" y="9073"/>
                    <a:pt x="1339" y="8955"/>
                    <a:pt x="1390" y="8822"/>
                  </a:cubicBezTo>
                  <a:lnTo>
                    <a:pt x="1390" y="8805"/>
                  </a:lnTo>
                  <a:lnTo>
                    <a:pt x="553" y="8537"/>
                  </a:lnTo>
                  <a:close/>
                  <a:moveTo>
                    <a:pt x="285" y="9843"/>
                  </a:moveTo>
                  <a:lnTo>
                    <a:pt x="1021" y="9993"/>
                  </a:lnTo>
                  <a:cubicBezTo>
                    <a:pt x="1005" y="10094"/>
                    <a:pt x="988" y="10211"/>
                    <a:pt x="971" y="10328"/>
                  </a:cubicBezTo>
                  <a:lnTo>
                    <a:pt x="218" y="10194"/>
                  </a:lnTo>
                  <a:cubicBezTo>
                    <a:pt x="235" y="10077"/>
                    <a:pt x="251" y="9960"/>
                    <a:pt x="285" y="9843"/>
                  </a:cubicBezTo>
                  <a:close/>
                  <a:moveTo>
                    <a:pt x="235" y="9776"/>
                  </a:moveTo>
                  <a:lnTo>
                    <a:pt x="235" y="9792"/>
                  </a:lnTo>
                  <a:cubicBezTo>
                    <a:pt x="201" y="9943"/>
                    <a:pt x="168" y="10077"/>
                    <a:pt x="151" y="10211"/>
                  </a:cubicBezTo>
                  <a:lnTo>
                    <a:pt x="151" y="10244"/>
                  </a:lnTo>
                  <a:lnTo>
                    <a:pt x="1005" y="10395"/>
                  </a:lnTo>
                  <a:lnTo>
                    <a:pt x="1005" y="10362"/>
                  </a:lnTo>
                  <a:cubicBezTo>
                    <a:pt x="1038" y="10228"/>
                    <a:pt x="1055" y="10110"/>
                    <a:pt x="1088" y="9977"/>
                  </a:cubicBezTo>
                  <a:lnTo>
                    <a:pt x="1088" y="9943"/>
                  </a:lnTo>
                  <a:lnTo>
                    <a:pt x="235" y="9776"/>
                  </a:lnTo>
                  <a:close/>
                  <a:moveTo>
                    <a:pt x="25041" y="10629"/>
                  </a:moveTo>
                  <a:cubicBezTo>
                    <a:pt x="25058" y="10763"/>
                    <a:pt x="25075" y="10880"/>
                    <a:pt x="25091" y="10998"/>
                  </a:cubicBezTo>
                  <a:lnTo>
                    <a:pt x="24338" y="11081"/>
                  </a:lnTo>
                  <a:cubicBezTo>
                    <a:pt x="24322" y="10964"/>
                    <a:pt x="24305" y="10847"/>
                    <a:pt x="24288" y="10730"/>
                  </a:cubicBezTo>
                  <a:lnTo>
                    <a:pt x="25041" y="10629"/>
                  </a:lnTo>
                  <a:close/>
                  <a:moveTo>
                    <a:pt x="25108" y="10579"/>
                  </a:moveTo>
                  <a:lnTo>
                    <a:pt x="24238" y="10696"/>
                  </a:lnTo>
                  <a:lnTo>
                    <a:pt x="24238" y="10730"/>
                  </a:lnTo>
                  <a:cubicBezTo>
                    <a:pt x="24255" y="10847"/>
                    <a:pt x="24271" y="10981"/>
                    <a:pt x="24288" y="11115"/>
                  </a:cubicBezTo>
                  <a:lnTo>
                    <a:pt x="24288" y="11131"/>
                  </a:lnTo>
                  <a:lnTo>
                    <a:pt x="25158" y="11048"/>
                  </a:lnTo>
                  <a:lnTo>
                    <a:pt x="25158" y="11014"/>
                  </a:lnTo>
                  <a:cubicBezTo>
                    <a:pt x="25142" y="10880"/>
                    <a:pt x="25125" y="10747"/>
                    <a:pt x="25108" y="10596"/>
                  </a:cubicBezTo>
                  <a:lnTo>
                    <a:pt x="25108" y="10579"/>
                  </a:lnTo>
                  <a:close/>
                  <a:moveTo>
                    <a:pt x="101" y="11098"/>
                  </a:moveTo>
                  <a:lnTo>
                    <a:pt x="854" y="11165"/>
                  </a:lnTo>
                  <a:cubicBezTo>
                    <a:pt x="837" y="11282"/>
                    <a:pt x="821" y="11399"/>
                    <a:pt x="821" y="11516"/>
                  </a:cubicBezTo>
                  <a:lnTo>
                    <a:pt x="67" y="11466"/>
                  </a:lnTo>
                  <a:cubicBezTo>
                    <a:pt x="67" y="11349"/>
                    <a:pt x="84" y="11215"/>
                    <a:pt x="101" y="11098"/>
                  </a:cubicBezTo>
                  <a:close/>
                  <a:moveTo>
                    <a:pt x="34" y="11048"/>
                  </a:moveTo>
                  <a:lnTo>
                    <a:pt x="34" y="11065"/>
                  </a:lnTo>
                  <a:cubicBezTo>
                    <a:pt x="34" y="11198"/>
                    <a:pt x="0" y="11349"/>
                    <a:pt x="0" y="11483"/>
                  </a:cubicBezTo>
                  <a:lnTo>
                    <a:pt x="0" y="11516"/>
                  </a:lnTo>
                  <a:lnTo>
                    <a:pt x="871" y="11583"/>
                  </a:lnTo>
                  <a:lnTo>
                    <a:pt x="871" y="11550"/>
                  </a:lnTo>
                  <a:cubicBezTo>
                    <a:pt x="888" y="11416"/>
                    <a:pt x="888" y="11282"/>
                    <a:pt x="904" y="11148"/>
                  </a:cubicBezTo>
                  <a:lnTo>
                    <a:pt x="904" y="11131"/>
                  </a:lnTo>
                  <a:lnTo>
                    <a:pt x="34" y="11048"/>
                  </a:lnTo>
                  <a:close/>
                  <a:moveTo>
                    <a:pt x="25158" y="11901"/>
                  </a:moveTo>
                  <a:lnTo>
                    <a:pt x="25158" y="12270"/>
                  </a:lnTo>
                  <a:lnTo>
                    <a:pt x="24388" y="12270"/>
                  </a:lnTo>
                  <a:lnTo>
                    <a:pt x="24388" y="11918"/>
                  </a:lnTo>
                  <a:lnTo>
                    <a:pt x="25158" y="11901"/>
                  </a:lnTo>
                  <a:close/>
                  <a:moveTo>
                    <a:pt x="25209" y="11851"/>
                  </a:moveTo>
                  <a:lnTo>
                    <a:pt x="24355" y="11885"/>
                  </a:lnTo>
                  <a:lnTo>
                    <a:pt x="24355" y="11901"/>
                  </a:lnTo>
                  <a:lnTo>
                    <a:pt x="24355" y="12303"/>
                  </a:lnTo>
                  <a:lnTo>
                    <a:pt x="24355" y="12320"/>
                  </a:lnTo>
                  <a:lnTo>
                    <a:pt x="25209" y="12320"/>
                  </a:lnTo>
                  <a:lnTo>
                    <a:pt x="25209" y="12286"/>
                  </a:lnTo>
                  <a:lnTo>
                    <a:pt x="25209" y="11868"/>
                  </a:lnTo>
                  <a:lnTo>
                    <a:pt x="25209" y="11851"/>
                  </a:lnTo>
                  <a:close/>
                  <a:moveTo>
                    <a:pt x="804" y="12370"/>
                  </a:moveTo>
                  <a:lnTo>
                    <a:pt x="804" y="12722"/>
                  </a:lnTo>
                  <a:lnTo>
                    <a:pt x="34" y="12738"/>
                  </a:lnTo>
                  <a:lnTo>
                    <a:pt x="34" y="12370"/>
                  </a:lnTo>
                  <a:close/>
                  <a:moveTo>
                    <a:pt x="0" y="12320"/>
                  </a:moveTo>
                  <a:lnTo>
                    <a:pt x="0" y="12353"/>
                  </a:lnTo>
                  <a:lnTo>
                    <a:pt x="0" y="12772"/>
                  </a:lnTo>
                  <a:lnTo>
                    <a:pt x="0" y="12789"/>
                  </a:lnTo>
                  <a:lnTo>
                    <a:pt x="854" y="12772"/>
                  </a:lnTo>
                  <a:lnTo>
                    <a:pt x="854" y="12738"/>
                  </a:lnTo>
                  <a:lnTo>
                    <a:pt x="854" y="12353"/>
                  </a:lnTo>
                  <a:lnTo>
                    <a:pt x="854" y="12320"/>
                  </a:lnTo>
                  <a:close/>
                  <a:moveTo>
                    <a:pt x="24372" y="13107"/>
                  </a:moveTo>
                  <a:lnTo>
                    <a:pt x="25125" y="13174"/>
                  </a:lnTo>
                  <a:cubicBezTo>
                    <a:pt x="25125" y="13291"/>
                    <a:pt x="25108" y="13408"/>
                    <a:pt x="25091" y="13542"/>
                  </a:cubicBezTo>
                  <a:lnTo>
                    <a:pt x="24338" y="13458"/>
                  </a:lnTo>
                  <a:cubicBezTo>
                    <a:pt x="24338" y="13341"/>
                    <a:pt x="24372" y="13224"/>
                    <a:pt x="24372" y="13107"/>
                  </a:cubicBezTo>
                  <a:close/>
                  <a:moveTo>
                    <a:pt x="24305" y="13056"/>
                  </a:moveTo>
                  <a:lnTo>
                    <a:pt x="24305" y="13090"/>
                  </a:lnTo>
                  <a:cubicBezTo>
                    <a:pt x="24305" y="13224"/>
                    <a:pt x="24288" y="13358"/>
                    <a:pt x="24271" y="13475"/>
                  </a:cubicBezTo>
                  <a:lnTo>
                    <a:pt x="24271" y="13508"/>
                  </a:lnTo>
                  <a:lnTo>
                    <a:pt x="25142" y="13592"/>
                  </a:lnTo>
                  <a:lnTo>
                    <a:pt x="25142" y="13559"/>
                  </a:lnTo>
                  <a:cubicBezTo>
                    <a:pt x="25158" y="13425"/>
                    <a:pt x="25158" y="13274"/>
                    <a:pt x="25175" y="13140"/>
                  </a:cubicBezTo>
                  <a:lnTo>
                    <a:pt x="25175" y="13123"/>
                  </a:lnTo>
                  <a:lnTo>
                    <a:pt x="24305" y="13056"/>
                  </a:lnTo>
                  <a:close/>
                  <a:moveTo>
                    <a:pt x="837" y="13559"/>
                  </a:moveTo>
                  <a:cubicBezTo>
                    <a:pt x="854" y="13676"/>
                    <a:pt x="871" y="13793"/>
                    <a:pt x="888" y="13910"/>
                  </a:cubicBezTo>
                  <a:lnTo>
                    <a:pt x="134" y="14011"/>
                  </a:lnTo>
                  <a:cubicBezTo>
                    <a:pt x="118" y="13893"/>
                    <a:pt x="101" y="13776"/>
                    <a:pt x="84" y="13642"/>
                  </a:cubicBezTo>
                  <a:lnTo>
                    <a:pt x="837" y="13559"/>
                  </a:lnTo>
                  <a:close/>
                  <a:moveTo>
                    <a:pt x="888" y="13508"/>
                  </a:moveTo>
                  <a:lnTo>
                    <a:pt x="34" y="13592"/>
                  </a:lnTo>
                  <a:lnTo>
                    <a:pt x="34" y="13626"/>
                  </a:lnTo>
                  <a:cubicBezTo>
                    <a:pt x="51" y="13759"/>
                    <a:pt x="67" y="13910"/>
                    <a:pt x="84" y="14044"/>
                  </a:cubicBezTo>
                  <a:lnTo>
                    <a:pt x="84" y="14061"/>
                  </a:lnTo>
                  <a:lnTo>
                    <a:pt x="938" y="13944"/>
                  </a:lnTo>
                  <a:lnTo>
                    <a:pt x="938" y="13927"/>
                  </a:lnTo>
                  <a:cubicBezTo>
                    <a:pt x="921" y="13793"/>
                    <a:pt x="904" y="13659"/>
                    <a:pt x="888" y="13525"/>
                  </a:cubicBezTo>
                  <a:lnTo>
                    <a:pt x="888" y="13508"/>
                  </a:lnTo>
                  <a:close/>
                  <a:moveTo>
                    <a:pt x="24221" y="14312"/>
                  </a:moveTo>
                  <a:lnTo>
                    <a:pt x="24974" y="14446"/>
                  </a:lnTo>
                  <a:cubicBezTo>
                    <a:pt x="24958" y="14563"/>
                    <a:pt x="24941" y="14680"/>
                    <a:pt x="24907" y="14814"/>
                  </a:cubicBezTo>
                  <a:lnTo>
                    <a:pt x="24154" y="14647"/>
                  </a:lnTo>
                  <a:cubicBezTo>
                    <a:pt x="24188" y="14546"/>
                    <a:pt x="24204" y="14429"/>
                    <a:pt x="24221" y="14312"/>
                  </a:cubicBezTo>
                  <a:close/>
                  <a:moveTo>
                    <a:pt x="24171" y="14245"/>
                  </a:moveTo>
                  <a:lnTo>
                    <a:pt x="24171" y="14278"/>
                  </a:lnTo>
                  <a:cubicBezTo>
                    <a:pt x="24154" y="14412"/>
                    <a:pt x="24121" y="14546"/>
                    <a:pt x="24104" y="14663"/>
                  </a:cubicBezTo>
                  <a:lnTo>
                    <a:pt x="24104" y="14697"/>
                  </a:lnTo>
                  <a:lnTo>
                    <a:pt x="24941" y="14864"/>
                  </a:lnTo>
                  <a:lnTo>
                    <a:pt x="24941" y="14847"/>
                  </a:lnTo>
                  <a:cubicBezTo>
                    <a:pt x="24974" y="14697"/>
                    <a:pt x="25008" y="14563"/>
                    <a:pt x="25025" y="14429"/>
                  </a:cubicBezTo>
                  <a:lnTo>
                    <a:pt x="25025" y="14396"/>
                  </a:lnTo>
                  <a:lnTo>
                    <a:pt x="24171" y="14245"/>
                  </a:lnTo>
                  <a:close/>
                  <a:moveTo>
                    <a:pt x="1038" y="14747"/>
                  </a:moveTo>
                  <a:cubicBezTo>
                    <a:pt x="1055" y="14864"/>
                    <a:pt x="1088" y="14965"/>
                    <a:pt x="1122" y="15082"/>
                  </a:cubicBezTo>
                  <a:lnTo>
                    <a:pt x="369" y="15266"/>
                  </a:lnTo>
                  <a:cubicBezTo>
                    <a:pt x="335" y="15149"/>
                    <a:pt x="318" y="15032"/>
                    <a:pt x="285" y="14898"/>
                  </a:cubicBezTo>
                  <a:lnTo>
                    <a:pt x="1038" y="14747"/>
                  </a:lnTo>
                  <a:close/>
                  <a:moveTo>
                    <a:pt x="1105" y="14680"/>
                  </a:moveTo>
                  <a:lnTo>
                    <a:pt x="235" y="14847"/>
                  </a:lnTo>
                  <a:lnTo>
                    <a:pt x="235" y="14881"/>
                  </a:lnTo>
                  <a:cubicBezTo>
                    <a:pt x="268" y="15015"/>
                    <a:pt x="302" y="15165"/>
                    <a:pt x="335" y="15299"/>
                  </a:cubicBezTo>
                  <a:lnTo>
                    <a:pt x="335" y="15316"/>
                  </a:lnTo>
                  <a:lnTo>
                    <a:pt x="1189" y="15115"/>
                  </a:lnTo>
                  <a:lnTo>
                    <a:pt x="1189" y="15082"/>
                  </a:lnTo>
                  <a:cubicBezTo>
                    <a:pt x="1155" y="14948"/>
                    <a:pt x="1122" y="14831"/>
                    <a:pt x="1105" y="14697"/>
                  </a:cubicBezTo>
                  <a:lnTo>
                    <a:pt x="1105" y="14680"/>
                  </a:lnTo>
                  <a:close/>
                  <a:moveTo>
                    <a:pt x="23970" y="15467"/>
                  </a:moveTo>
                  <a:lnTo>
                    <a:pt x="24706" y="15668"/>
                  </a:lnTo>
                  <a:cubicBezTo>
                    <a:pt x="24673" y="15785"/>
                    <a:pt x="24640" y="15919"/>
                    <a:pt x="24606" y="16036"/>
                  </a:cubicBezTo>
                  <a:lnTo>
                    <a:pt x="23870" y="15802"/>
                  </a:lnTo>
                  <a:cubicBezTo>
                    <a:pt x="23903" y="15684"/>
                    <a:pt x="23937" y="15584"/>
                    <a:pt x="23970" y="15467"/>
                  </a:cubicBezTo>
                  <a:close/>
                  <a:moveTo>
                    <a:pt x="23920" y="15400"/>
                  </a:moveTo>
                  <a:lnTo>
                    <a:pt x="23920" y="15433"/>
                  </a:lnTo>
                  <a:cubicBezTo>
                    <a:pt x="23886" y="15550"/>
                    <a:pt x="23836" y="15684"/>
                    <a:pt x="23803" y="15802"/>
                  </a:cubicBezTo>
                  <a:lnTo>
                    <a:pt x="23803" y="15835"/>
                  </a:lnTo>
                  <a:lnTo>
                    <a:pt x="24623" y="16103"/>
                  </a:lnTo>
                  <a:lnTo>
                    <a:pt x="24623" y="16086"/>
                  </a:lnTo>
                  <a:cubicBezTo>
                    <a:pt x="24673" y="15935"/>
                    <a:pt x="24723" y="15802"/>
                    <a:pt x="24757" y="15668"/>
                  </a:cubicBezTo>
                  <a:lnTo>
                    <a:pt x="24757" y="15634"/>
                  </a:lnTo>
                  <a:lnTo>
                    <a:pt x="23920" y="15400"/>
                  </a:lnTo>
                  <a:close/>
                  <a:moveTo>
                    <a:pt x="1339" y="15902"/>
                  </a:moveTo>
                  <a:cubicBezTo>
                    <a:pt x="1373" y="16019"/>
                    <a:pt x="1406" y="16120"/>
                    <a:pt x="1457" y="16220"/>
                  </a:cubicBezTo>
                  <a:lnTo>
                    <a:pt x="737" y="16488"/>
                  </a:lnTo>
                  <a:cubicBezTo>
                    <a:pt x="687" y="16371"/>
                    <a:pt x="653" y="16237"/>
                    <a:pt x="620" y="16120"/>
                  </a:cubicBezTo>
                  <a:lnTo>
                    <a:pt x="1339" y="15902"/>
                  </a:lnTo>
                  <a:close/>
                  <a:moveTo>
                    <a:pt x="1406" y="15835"/>
                  </a:moveTo>
                  <a:lnTo>
                    <a:pt x="570" y="16086"/>
                  </a:lnTo>
                  <a:lnTo>
                    <a:pt x="570" y="16120"/>
                  </a:lnTo>
                  <a:cubicBezTo>
                    <a:pt x="603" y="16253"/>
                    <a:pt x="653" y="16387"/>
                    <a:pt x="703" y="16521"/>
                  </a:cubicBezTo>
                  <a:lnTo>
                    <a:pt x="703" y="16538"/>
                  </a:lnTo>
                  <a:lnTo>
                    <a:pt x="1524" y="16253"/>
                  </a:lnTo>
                  <a:lnTo>
                    <a:pt x="1524" y="16237"/>
                  </a:lnTo>
                  <a:cubicBezTo>
                    <a:pt x="1473" y="16103"/>
                    <a:pt x="1440" y="15986"/>
                    <a:pt x="1406" y="15852"/>
                  </a:cubicBezTo>
                  <a:lnTo>
                    <a:pt x="1406" y="15835"/>
                  </a:lnTo>
                  <a:close/>
                  <a:moveTo>
                    <a:pt x="23602" y="16605"/>
                  </a:moveTo>
                  <a:lnTo>
                    <a:pt x="24305" y="16890"/>
                  </a:lnTo>
                  <a:cubicBezTo>
                    <a:pt x="24255" y="17007"/>
                    <a:pt x="24221" y="17124"/>
                    <a:pt x="24171" y="17224"/>
                  </a:cubicBezTo>
                  <a:lnTo>
                    <a:pt x="23468" y="16923"/>
                  </a:lnTo>
                  <a:cubicBezTo>
                    <a:pt x="23501" y="16823"/>
                    <a:pt x="23552" y="16722"/>
                    <a:pt x="23602" y="16605"/>
                  </a:cubicBezTo>
                  <a:close/>
                  <a:moveTo>
                    <a:pt x="23535" y="16538"/>
                  </a:moveTo>
                  <a:lnTo>
                    <a:pt x="23535" y="16572"/>
                  </a:lnTo>
                  <a:cubicBezTo>
                    <a:pt x="23485" y="16689"/>
                    <a:pt x="23434" y="16806"/>
                    <a:pt x="23384" y="16940"/>
                  </a:cubicBezTo>
                  <a:lnTo>
                    <a:pt x="23384" y="16957"/>
                  </a:lnTo>
                  <a:lnTo>
                    <a:pt x="24171" y="17308"/>
                  </a:lnTo>
                  <a:lnTo>
                    <a:pt x="24171" y="17275"/>
                  </a:lnTo>
                  <a:cubicBezTo>
                    <a:pt x="24238" y="17141"/>
                    <a:pt x="24288" y="17007"/>
                    <a:pt x="24338" y="16890"/>
                  </a:cubicBezTo>
                  <a:lnTo>
                    <a:pt x="24338" y="16856"/>
                  </a:lnTo>
                  <a:lnTo>
                    <a:pt x="23535" y="16538"/>
                  </a:lnTo>
                  <a:close/>
                  <a:moveTo>
                    <a:pt x="21007" y="20589"/>
                  </a:moveTo>
                  <a:lnTo>
                    <a:pt x="21543" y="21124"/>
                  </a:lnTo>
                  <a:cubicBezTo>
                    <a:pt x="21459" y="21208"/>
                    <a:pt x="21376" y="21292"/>
                    <a:pt x="21275" y="21392"/>
                  </a:cubicBezTo>
                  <a:lnTo>
                    <a:pt x="20756" y="20840"/>
                  </a:lnTo>
                  <a:lnTo>
                    <a:pt x="20773" y="20823"/>
                  </a:lnTo>
                  <a:cubicBezTo>
                    <a:pt x="20840" y="20756"/>
                    <a:pt x="20924" y="20672"/>
                    <a:pt x="21007" y="20589"/>
                  </a:cubicBezTo>
                  <a:close/>
                  <a:moveTo>
                    <a:pt x="21007" y="20522"/>
                  </a:moveTo>
                  <a:lnTo>
                    <a:pt x="20974" y="20539"/>
                  </a:lnTo>
                  <a:cubicBezTo>
                    <a:pt x="20890" y="20639"/>
                    <a:pt x="20790" y="20723"/>
                    <a:pt x="20706" y="20823"/>
                  </a:cubicBezTo>
                  <a:lnTo>
                    <a:pt x="20689" y="20840"/>
                  </a:lnTo>
                  <a:lnTo>
                    <a:pt x="21275" y="21459"/>
                  </a:lnTo>
                  <a:lnTo>
                    <a:pt x="21309" y="21442"/>
                  </a:lnTo>
                  <a:cubicBezTo>
                    <a:pt x="21392" y="21359"/>
                    <a:pt x="21509" y="21242"/>
                    <a:pt x="21610" y="21141"/>
                  </a:cubicBezTo>
                  <a:lnTo>
                    <a:pt x="21627" y="21124"/>
                  </a:lnTo>
                  <a:lnTo>
                    <a:pt x="21007" y="20522"/>
                  </a:lnTo>
                  <a:close/>
                  <a:moveTo>
                    <a:pt x="20103" y="21409"/>
                  </a:moveTo>
                  <a:lnTo>
                    <a:pt x="20589" y="21995"/>
                  </a:lnTo>
                  <a:cubicBezTo>
                    <a:pt x="20488" y="22079"/>
                    <a:pt x="20388" y="22145"/>
                    <a:pt x="20304" y="22229"/>
                  </a:cubicBezTo>
                  <a:lnTo>
                    <a:pt x="19836" y="21627"/>
                  </a:lnTo>
                  <a:lnTo>
                    <a:pt x="19852" y="21610"/>
                  </a:lnTo>
                  <a:cubicBezTo>
                    <a:pt x="19936" y="21543"/>
                    <a:pt x="20036" y="21476"/>
                    <a:pt x="20103" y="21409"/>
                  </a:cubicBezTo>
                  <a:close/>
                  <a:moveTo>
                    <a:pt x="20103" y="21342"/>
                  </a:moveTo>
                  <a:lnTo>
                    <a:pt x="20087" y="21359"/>
                  </a:lnTo>
                  <a:cubicBezTo>
                    <a:pt x="19986" y="21442"/>
                    <a:pt x="19886" y="21509"/>
                    <a:pt x="19769" y="21593"/>
                  </a:cubicBezTo>
                  <a:lnTo>
                    <a:pt x="19752" y="21610"/>
                  </a:lnTo>
                  <a:lnTo>
                    <a:pt x="20288" y="22296"/>
                  </a:lnTo>
                  <a:lnTo>
                    <a:pt x="20304" y="22279"/>
                  </a:lnTo>
                  <a:cubicBezTo>
                    <a:pt x="20438" y="22196"/>
                    <a:pt x="20539" y="22112"/>
                    <a:pt x="20639" y="22012"/>
                  </a:cubicBezTo>
                  <a:lnTo>
                    <a:pt x="20656" y="21995"/>
                  </a:lnTo>
                  <a:lnTo>
                    <a:pt x="20103" y="21342"/>
                  </a:lnTo>
                  <a:close/>
                  <a:moveTo>
                    <a:pt x="6395" y="22346"/>
                  </a:moveTo>
                  <a:lnTo>
                    <a:pt x="6696" y="22514"/>
                  </a:lnTo>
                  <a:lnTo>
                    <a:pt x="6311" y="23183"/>
                  </a:lnTo>
                  <a:cubicBezTo>
                    <a:pt x="6194" y="23116"/>
                    <a:pt x="6093" y="23049"/>
                    <a:pt x="5993" y="22982"/>
                  </a:cubicBezTo>
                  <a:lnTo>
                    <a:pt x="6395" y="22346"/>
                  </a:lnTo>
                  <a:close/>
                  <a:moveTo>
                    <a:pt x="6378" y="22279"/>
                  </a:moveTo>
                  <a:lnTo>
                    <a:pt x="5926" y="23016"/>
                  </a:lnTo>
                  <a:lnTo>
                    <a:pt x="5943" y="23033"/>
                  </a:lnTo>
                  <a:cubicBezTo>
                    <a:pt x="6060" y="23100"/>
                    <a:pt x="6177" y="23167"/>
                    <a:pt x="6311" y="23233"/>
                  </a:cubicBezTo>
                  <a:lnTo>
                    <a:pt x="6328" y="23250"/>
                  </a:lnTo>
                  <a:lnTo>
                    <a:pt x="6763" y="22514"/>
                  </a:lnTo>
                  <a:lnTo>
                    <a:pt x="6746" y="22497"/>
                  </a:lnTo>
                  <a:lnTo>
                    <a:pt x="6395" y="22296"/>
                  </a:lnTo>
                  <a:lnTo>
                    <a:pt x="6378" y="22279"/>
                  </a:lnTo>
                  <a:close/>
                  <a:moveTo>
                    <a:pt x="7449" y="22915"/>
                  </a:moveTo>
                  <a:cubicBezTo>
                    <a:pt x="7549" y="22966"/>
                    <a:pt x="7650" y="23016"/>
                    <a:pt x="7750" y="23066"/>
                  </a:cubicBezTo>
                  <a:lnTo>
                    <a:pt x="7449" y="23769"/>
                  </a:lnTo>
                  <a:lnTo>
                    <a:pt x="7114" y="23602"/>
                  </a:lnTo>
                  <a:lnTo>
                    <a:pt x="7449" y="22915"/>
                  </a:lnTo>
                  <a:close/>
                  <a:moveTo>
                    <a:pt x="7416" y="22865"/>
                  </a:moveTo>
                  <a:lnTo>
                    <a:pt x="7031" y="23635"/>
                  </a:lnTo>
                  <a:lnTo>
                    <a:pt x="7064" y="23635"/>
                  </a:lnTo>
                  <a:cubicBezTo>
                    <a:pt x="7165" y="23685"/>
                    <a:pt x="7282" y="23752"/>
                    <a:pt x="7399" y="23803"/>
                  </a:cubicBezTo>
                  <a:lnTo>
                    <a:pt x="7449" y="23819"/>
                  </a:lnTo>
                  <a:lnTo>
                    <a:pt x="7466" y="23836"/>
                  </a:lnTo>
                  <a:lnTo>
                    <a:pt x="7817" y="23033"/>
                  </a:lnTo>
                  <a:lnTo>
                    <a:pt x="7801" y="23033"/>
                  </a:lnTo>
                  <a:cubicBezTo>
                    <a:pt x="7683" y="22982"/>
                    <a:pt x="7566" y="22932"/>
                    <a:pt x="7449" y="22865"/>
                  </a:cubicBezTo>
                  <a:close/>
                  <a:moveTo>
                    <a:pt x="8537" y="23384"/>
                  </a:moveTo>
                  <a:cubicBezTo>
                    <a:pt x="8654" y="23418"/>
                    <a:pt x="8755" y="23468"/>
                    <a:pt x="8872" y="23501"/>
                  </a:cubicBezTo>
                  <a:lnTo>
                    <a:pt x="8621" y="24221"/>
                  </a:lnTo>
                  <a:cubicBezTo>
                    <a:pt x="8520" y="24188"/>
                    <a:pt x="8386" y="24137"/>
                    <a:pt x="8269" y="24104"/>
                  </a:cubicBezTo>
                  <a:lnTo>
                    <a:pt x="8537" y="23384"/>
                  </a:lnTo>
                  <a:close/>
                  <a:moveTo>
                    <a:pt x="8504" y="23317"/>
                  </a:moveTo>
                  <a:lnTo>
                    <a:pt x="8202" y="24137"/>
                  </a:lnTo>
                  <a:lnTo>
                    <a:pt x="8236" y="24154"/>
                  </a:lnTo>
                  <a:lnTo>
                    <a:pt x="8637" y="24305"/>
                  </a:lnTo>
                  <a:lnTo>
                    <a:pt x="8654" y="24305"/>
                  </a:lnTo>
                  <a:lnTo>
                    <a:pt x="8939" y="23451"/>
                  </a:lnTo>
                  <a:lnTo>
                    <a:pt x="8905" y="23451"/>
                  </a:lnTo>
                  <a:cubicBezTo>
                    <a:pt x="8788" y="23401"/>
                    <a:pt x="8654" y="23367"/>
                    <a:pt x="8537" y="23317"/>
                  </a:cubicBezTo>
                  <a:close/>
                  <a:moveTo>
                    <a:pt x="15919" y="23635"/>
                  </a:moveTo>
                  <a:lnTo>
                    <a:pt x="16136" y="24355"/>
                  </a:lnTo>
                  <a:lnTo>
                    <a:pt x="15768" y="24455"/>
                  </a:lnTo>
                  <a:lnTo>
                    <a:pt x="15584" y="23719"/>
                  </a:lnTo>
                  <a:lnTo>
                    <a:pt x="15601" y="23719"/>
                  </a:lnTo>
                  <a:cubicBezTo>
                    <a:pt x="15701" y="23685"/>
                    <a:pt x="15818" y="23652"/>
                    <a:pt x="15919" y="23635"/>
                  </a:cubicBezTo>
                  <a:close/>
                  <a:moveTo>
                    <a:pt x="15919" y="23585"/>
                  </a:moveTo>
                  <a:cubicBezTo>
                    <a:pt x="15802" y="23618"/>
                    <a:pt x="15668" y="23652"/>
                    <a:pt x="15551" y="23685"/>
                  </a:cubicBezTo>
                  <a:lnTo>
                    <a:pt x="15534" y="23685"/>
                  </a:lnTo>
                  <a:lnTo>
                    <a:pt x="15735" y="24522"/>
                  </a:lnTo>
                  <a:lnTo>
                    <a:pt x="15768" y="24539"/>
                  </a:lnTo>
                  <a:cubicBezTo>
                    <a:pt x="15902" y="24506"/>
                    <a:pt x="16036" y="24472"/>
                    <a:pt x="16170" y="24422"/>
                  </a:cubicBezTo>
                  <a:lnTo>
                    <a:pt x="16203" y="24422"/>
                  </a:lnTo>
                  <a:lnTo>
                    <a:pt x="15969" y="23585"/>
                  </a:lnTo>
                  <a:close/>
                  <a:moveTo>
                    <a:pt x="9675" y="23736"/>
                  </a:moveTo>
                  <a:cubicBezTo>
                    <a:pt x="9792" y="23769"/>
                    <a:pt x="9910" y="23803"/>
                    <a:pt x="10027" y="23819"/>
                  </a:cubicBezTo>
                  <a:lnTo>
                    <a:pt x="9859" y="24573"/>
                  </a:lnTo>
                  <a:lnTo>
                    <a:pt x="9491" y="24472"/>
                  </a:lnTo>
                  <a:lnTo>
                    <a:pt x="9675" y="23736"/>
                  </a:lnTo>
                  <a:close/>
                  <a:moveTo>
                    <a:pt x="9642" y="23685"/>
                  </a:moveTo>
                  <a:lnTo>
                    <a:pt x="9424" y="24522"/>
                  </a:lnTo>
                  <a:lnTo>
                    <a:pt x="9441" y="24522"/>
                  </a:lnTo>
                  <a:lnTo>
                    <a:pt x="9859" y="24623"/>
                  </a:lnTo>
                  <a:lnTo>
                    <a:pt x="9876" y="24623"/>
                  </a:lnTo>
                  <a:lnTo>
                    <a:pt x="10077" y="23769"/>
                  </a:lnTo>
                  <a:lnTo>
                    <a:pt x="10044" y="23769"/>
                  </a:lnTo>
                  <a:cubicBezTo>
                    <a:pt x="9910" y="23736"/>
                    <a:pt x="9792" y="23719"/>
                    <a:pt x="9659" y="23685"/>
                  </a:cubicBezTo>
                  <a:close/>
                  <a:moveTo>
                    <a:pt x="14747" y="23903"/>
                  </a:moveTo>
                  <a:lnTo>
                    <a:pt x="14898" y="24656"/>
                  </a:lnTo>
                  <a:cubicBezTo>
                    <a:pt x="14781" y="24690"/>
                    <a:pt x="14647" y="24706"/>
                    <a:pt x="14529" y="24723"/>
                  </a:cubicBezTo>
                  <a:lnTo>
                    <a:pt x="14412" y="23970"/>
                  </a:lnTo>
                  <a:lnTo>
                    <a:pt x="14429" y="23953"/>
                  </a:lnTo>
                  <a:cubicBezTo>
                    <a:pt x="14546" y="23936"/>
                    <a:pt x="14663" y="23920"/>
                    <a:pt x="14747" y="23903"/>
                  </a:cubicBezTo>
                  <a:close/>
                  <a:moveTo>
                    <a:pt x="10847" y="23987"/>
                  </a:moveTo>
                  <a:lnTo>
                    <a:pt x="11198" y="24037"/>
                  </a:lnTo>
                  <a:lnTo>
                    <a:pt x="11115" y="24790"/>
                  </a:lnTo>
                  <a:cubicBezTo>
                    <a:pt x="10981" y="24773"/>
                    <a:pt x="10864" y="24757"/>
                    <a:pt x="10747" y="24740"/>
                  </a:cubicBezTo>
                  <a:lnTo>
                    <a:pt x="10847" y="23987"/>
                  </a:lnTo>
                  <a:close/>
                  <a:moveTo>
                    <a:pt x="14764" y="23853"/>
                  </a:moveTo>
                  <a:cubicBezTo>
                    <a:pt x="14647" y="23886"/>
                    <a:pt x="14513" y="23903"/>
                    <a:pt x="14379" y="23920"/>
                  </a:cubicBezTo>
                  <a:lnTo>
                    <a:pt x="14345" y="23920"/>
                  </a:lnTo>
                  <a:lnTo>
                    <a:pt x="14479" y="24790"/>
                  </a:lnTo>
                  <a:lnTo>
                    <a:pt x="14513" y="24790"/>
                  </a:lnTo>
                  <a:lnTo>
                    <a:pt x="14931" y="24706"/>
                  </a:lnTo>
                  <a:lnTo>
                    <a:pt x="14965" y="24706"/>
                  </a:lnTo>
                  <a:lnTo>
                    <a:pt x="14797" y="23853"/>
                  </a:lnTo>
                  <a:close/>
                  <a:moveTo>
                    <a:pt x="10814" y="23920"/>
                  </a:moveTo>
                  <a:lnTo>
                    <a:pt x="10680" y="24790"/>
                  </a:lnTo>
                  <a:lnTo>
                    <a:pt x="10730" y="24790"/>
                  </a:lnTo>
                  <a:cubicBezTo>
                    <a:pt x="10864" y="24807"/>
                    <a:pt x="10998" y="24824"/>
                    <a:pt x="11148" y="24840"/>
                  </a:cubicBezTo>
                  <a:lnTo>
                    <a:pt x="11249" y="23970"/>
                  </a:lnTo>
                  <a:lnTo>
                    <a:pt x="11232" y="23970"/>
                  </a:lnTo>
                  <a:cubicBezTo>
                    <a:pt x="11098" y="23953"/>
                    <a:pt x="10964" y="23936"/>
                    <a:pt x="10830" y="23920"/>
                  </a:cubicBezTo>
                  <a:close/>
                  <a:moveTo>
                    <a:pt x="13575" y="24070"/>
                  </a:moveTo>
                  <a:lnTo>
                    <a:pt x="13642" y="24824"/>
                  </a:lnTo>
                  <a:lnTo>
                    <a:pt x="13274" y="24857"/>
                  </a:lnTo>
                  <a:lnTo>
                    <a:pt x="13224" y="24087"/>
                  </a:lnTo>
                  <a:lnTo>
                    <a:pt x="13241" y="24087"/>
                  </a:lnTo>
                  <a:cubicBezTo>
                    <a:pt x="13358" y="24087"/>
                    <a:pt x="13475" y="24087"/>
                    <a:pt x="13575" y="24070"/>
                  </a:cubicBezTo>
                  <a:close/>
                  <a:moveTo>
                    <a:pt x="12387" y="24104"/>
                  </a:moveTo>
                  <a:lnTo>
                    <a:pt x="12387" y="24874"/>
                  </a:lnTo>
                  <a:cubicBezTo>
                    <a:pt x="12253" y="24874"/>
                    <a:pt x="12136" y="24857"/>
                    <a:pt x="12002" y="24857"/>
                  </a:cubicBezTo>
                  <a:lnTo>
                    <a:pt x="12052" y="24104"/>
                  </a:lnTo>
                  <a:close/>
                  <a:moveTo>
                    <a:pt x="13609" y="24020"/>
                  </a:moveTo>
                  <a:cubicBezTo>
                    <a:pt x="13475" y="24020"/>
                    <a:pt x="13341" y="24037"/>
                    <a:pt x="13207" y="24037"/>
                  </a:cubicBezTo>
                  <a:lnTo>
                    <a:pt x="13190" y="24037"/>
                  </a:lnTo>
                  <a:lnTo>
                    <a:pt x="13224" y="24907"/>
                  </a:lnTo>
                  <a:lnTo>
                    <a:pt x="13257" y="24907"/>
                  </a:lnTo>
                  <a:cubicBezTo>
                    <a:pt x="13391" y="24907"/>
                    <a:pt x="13542" y="24891"/>
                    <a:pt x="13676" y="24874"/>
                  </a:cubicBezTo>
                  <a:lnTo>
                    <a:pt x="13709" y="24874"/>
                  </a:lnTo>
                  <a:lnTo>
                    <a:pt x="13626" y="24020"/>
                  </a:lnTo>
                  <a:close/>
                  <a:moveTo>
                    <a:pt x="12002" y="24037"/>
                  </a:moveTo>
                  <a:lnTo>
                    <a:pt x="11952" y="24907"/>
                  </a:lnTo>
                  <a:lnTo>
                    <a:pt x="11985" y="24907"/>
                  </a:lnTo>
                  <a:lnTo>
                    <a:pt x="12404" y="24924"/>
                  </a:lnTo>
                  <a:lnTo>
                    <a:pt x="12437" y="24924"/>
                  </a:lnTo>
                  <a:lnTo>
                    <a:pt x="12437" y="24054"/>
                  </a:lnTo>
                  <a:lnTo>
                    <a:pt x="12420" y="24054"/>
                  </a:lnTo>
                  <a:cubicBezTo>
                    <a:pt x="12286" y="24037"/>
                    <a:pt x="12153" y="24037"/>
                    <a:pt x="12019" y="2403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4" name="Google Shape;974;p31"/>
          <p:cNvGrpSpPr/>
          <p:nvPr/>
        </p:nvGrpSpPr>
        <p:grpSpPr>
          <a:xfrm rot="-5400000" flipH="1">
            <a:off x="66202" y="481683"/>
            <a:ext cx="465355" cy="267299"/>
            <a:chOff x="5170200" y="1827055"/>
            <a:chExt cx="336458" cy="193247"/>
          </a:xfrm>
        </p:grpSpPr>
        <p:sp>
          <p:nvSpPr>
            <p:cNvPr id="975" name="Google Shape;975;p31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1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1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1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1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1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1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1"/>
            <p:cNvSpPr/>
            <p:nvPr/>
          </p:nvSpPr>
          <p:spPr>
            <a:xfrm flipH="1">
              <a:off x="5331652" y="1832505"/>
              <a:ext cx="747" cy="124276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1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1"/>
            <p:cNvSpPr/>
            <p:nvPr/>
          </p:nvSpPr>
          <p:spPr>
            <a:xfrm>
              <a:off x="5467914" y="1829519"/>
              <a:ext cx="1548" cy="122937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5" name="Google Shape;985;p31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986" name="Google Shape;986;p31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987" name="Google Shape;987;p31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8" name="Google Shape;988;p31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9" name="Google Shape;989;p31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990" name="Google Shape;990;p31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91" name="Google Shape;991;p31"/>
          <p:cNvSpPr/>
          <p:nvPr/>
        </p:nvSpPr>
        <p:spPr>
          <a:xfrm>
            <a:off x="7022800" y="-1306737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31"/>
          <p:cNvSpPr/>
          <p:nvPr/>
        </p:nvSpPr>
        <p:spPr>
          <a:xfrm>
            <a:off x="-1284562" y="2743463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BLANK_1_1_1_1_1_1_3_1_1_1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95" name="Google Shape;995;p32"/>
          <p:cNvSpPr/>
          <p:nvPr/>
        </p:nvSpPr>
        <p:spPr>
          <a:xfrm>
            <a:off x="-1294062" y="-1088687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32"/>
          <p:cNvSpPr/>
          <p:nvPr/>
        </p:nvSpPr>
        <p:spPr>
          <a:xfrm>
            <a:off x="6842575" y="2862113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7" name="Google Shape;997;p32"/>
          <p:cNvGrpSpPr/>
          <p:nvPr/>
        </p:nvGrpSpPr>
        <p:grpSpPr>
          <a:xfrm flipH="1">
            <a:off x="8403476" y="4363958"/>
            <a:ext cx="488062" cy="482563"/>
            <a:chOff x="5281836" y="834299"/>
            <a:chExt cx="566131" cy="559753"/>
          </a:xfrm>
        </p:grpSpPr>
        <p:sp>
          <p:nvSpPr>
            <p:cNvPr id="998" name="Google Shape;998;p32"/>
            <p:cNvSpPr/>
            <p:nvPr/>
          </p:nvSpPr>
          <p:spPr>
            <a:xfrm>
              <a:off x="5435198" y="972637"/>
              <a:ext cx="272567" cy="272162"/>
            </a:xfrm>
            <a:custGeom>
              <a:avLst/>
              <a:gdLst/>
              <a:ahLst/>
              <a:cxnLst/>
              <a:rect l="l" t="t" r="r" b="b"/>
              <a:pathLst>
                <a:path w="12137" h="12119" extrusionOk="0">
                  <a:moveTo>
                    <a:pt x="5876" y="0"/>
                  </a:moveTo>
                  <a:cubicBezTo>
                    <a:pt x="5658" y="0"/>
                    <a:pt x="5457" y="17"/>
                    <a:pt x="5257" y="50"/>
                  </a:cubicBezTo>
                  <a:lnTo>
                    <a:pt x="5290" y="335"/>
                  </a:lnTo>
                  <a:lnTo>
                    <a:pt x="5290" y="352"/>
                  </a:lnTo>
                  <a:cubicBezTo>
                    <a:pt x="5491" y="318"/>
                    <a:pt x="5675" y="301"/>
                    <a:pt x="5876" y="301"/>
                  </a:cubicBezTo>
                  <a:lnTo>
                    <a:pt x="5876" y="0"/>
                  </a:lnTo>
                  <a:close/>
                  <a:moveTo>
                    <a:pt x="6646" y="17"/>
                  </a:moveTo>
                  <a:lnTo>
                    <a:pt x="6612" y="318"/>
                  </a:lnTo>
                  <a:cubicBezTo>
                    <a:pt x="6813" y="335"/>
                    <a:pt x="6997" y="368"/>
                    <a:pt x="7198" y="402"/>
                  </a:cubicBezTo>
                  <a:lnTo>
                    <a:pt x="7249" y="101"/>
                  </a:lnTo>
                  <a:cubicBezTo>
                    <a:pt x="7048" y="67"/>
                    <a:pt x="6847" y="34"/>
                    <a:pt x="6646" y="17"/>
                  </a:cubicBezTo>
                  <a:close/>
                  <a:moveTo>
                    <a:pt x="4503" y="201"/>
                  </a:moveTo>
                  <a:cubicBezTo>
                    <a:pt x="4303" y="251"/>
                    <a:pt x="4102" y="318"/>
                    <a:pt x="3918" y="385"/>
                  </a:cubicBezTo>
                  <a:lnTo>
                    <a:pt x="4018" y="670"/>
                  </a:lnTo>
                  <a:cubicBezTo>
                    <a:pt x="4202" y="603"/>
                    <a:pt x="4386" y="536"/>
                    <a:pt x="4570" y="486"/>
                  </a:cubicBezTo>
                  <a:lnTo>
                    <a:pt x="4503" y="201"/>
                  </a:lnTo>
                  <a:close/>
                  <a:moveTo>
                    <a:pt x="8002" y="318"/>
                  </a:moveTo>
                  <a:lnTo>
                    <a:pt x="7901" y="603"/>
                  </a:lnTo>
                  <a:cubicBezTo>
                    <a:pt x="8085" y="653"/>
                    <a:pt x="8270" y="737"/>
                    <a:pt x="8454" y="804"/>
                  </a:cubicBezTo>
                  <a:lnTo>
                    <a:pt x="8571" y="536"/>
                  </a:lnTo>
                  <a:cubicBezTo>
                    <a:pt x="8387" y="452"/>
                    <a:pt x="8203" y="385"/>
                    <a:pt x="8002" y="318"/>
                  </a:cubicBezTo>
                  <a:close/>
                  <a:moveTo>
                    <a:pt x="3215" y="703"/>
                  </a:moveTo>
                  <a:cubicBezTo>
                    <a:pt x="3030" y="804"/>
                    <a:pt x="2846" y="904"/>
                    <a:pt x="2679" y="1021"/>
                  </a:cubicBezTo>
                  <a:lnTo>
                    <a:pt x="2846" y="1272"/>
                  </a:lnTo>
                  <a:cubicBezTo>
                    <a:pt x="3014" y="1155"/>
                    <a:pt x="3181" y="1055"/>
                    <a:pt x="3348" y="971"/>
                  </a:cubicBezTo>
                  <a:lnTo>
                    <a:pt x="3215" y="703"/>
                  </a:lnTo>
                  <a:close/>
                  <a:moveTo>
                    <a:pt x="9257" y="887"/>
                  </a:moveTo>
                  <a:lnTo>
                    <a:pt x="9090" y="1138"/>
                  </a:lnTo>
                  <a:cubicBezTo>
                    <a:pt x="9257" y="1256"/>
                    <a:pt x="9425" y="1356"/>
                    <a:pt x="9575" y="1473"/>
                  </a:cubicBezTo>
                  <a:lnTo>
                    <a:pt x="9759" y="1239"/>
                  </a:lnTo>
                  <a:cubicBezTo>
                    <a:pt x="9609" y="1122"/>
                    <a:pt x="9425" y="1004"/>
                    <a:pt x="9257" y="887"/>
                  </a:cubicBezTo>
                  <a:close/>
                  <a:moveTo>
                    <a:pt x="2076" y="1473"/>
                  </a:moveTo>
                  <a:cubicBezTo>
                    <a:pt x="1909" y="1607"/>
                    <a:pt x="1775" y="1758"/>
                    <a:pt x="1624" y="1908"/>
                  </a:cubicBezTo>
                  <a:lnTo>
                    <a:pt x="1842" y="2126"/>
                  </a:lnTo>
                  <a:cubicBezTo>
                    <a:pt x="1976" y="1975"/>
                    <a:pt x="2127" y="1841"/>
                    <a:pt x="2277" y="1707"/>
                  </a:cubicBezTo>
                  <a:lnTo>
                    <a:pt x="2076" y="1473"/>
                  </a:lnTo>
                  <a:close/>
                  <a:moveTo>
                    <a:pt x="10328" y="1758"/>
                  </a:moveTo>
                  <a:lnTo>
                    <a:pt x="10128" y="1959"/>
                  </a:lnTo>
                  <a:cubicBezTo>
                    <a:pt x="10261" y="2092"/>
                    <a:pt x="10395" y="2243"/>
                    <a:pt x="10513" y="2394"/>
                  </a:cubicBezTo>
                  <a:lnTo>
                    <a:pt x="10747" y="2210"/>
                  </a:lnTo>
                  <a:cubicBezTo>
                    <a:pt x="10613" y="2042"/>
                    <a:pt x="10479" y="1892"/>
                    <a:pt x="10328" y="1758"/>
                  </a:cubicBezTo>
                  <a:close/>
                  <a:moveTo>
                    <a:pt x="1122" y="2511"/>
                  </a:moveTo>
                  <a:cubicBezTo>
                    <a:pt x="1005" y="2678"/>
                    <a:pt x="888" y="2846"/>
                    <a:pt x="787" y="3030"/>
                  </a:cubicBezTo>
                  <a:lnTo>
                    <a:pt x="1055" y="3180"/>
                  </a:lnTo>
                  <a:cubicBezTo>
                    <a:pt x="1156" y="3013"/>
                    <a:pt x="1256" y="2846"/>
                    <a:pt x="1373" y="2678"/>
                  </a:cubicBezTo>
                  <a:lnTo>
                    <a:pt x="1122" y="2511"/>
                  </a:lnTo>
                  <a:close/>
                  <a:moveTo>
                    <a:pt x="11199" y="2829"/>
                  </a:moveTo>
                  <a:lnTo>
                    <a:pt x="10948" y="2996"/>
                  </a:lnTo>
                  <a:cubicBezTo>
                    <a:pt x="11048" y="3164"/>
                    <a:pt x="11149" y="3331"/>
                    <a:pt x="11232" y="3499"/>
                  </a:cubicBezTo>
                  <a:lnTo>
                    <a:pt x="11500" y="3381"/>
                  </a:lnTo>
                  <a:cubicBezTo>
                    <a:pt x="11416" y="3197"/>
                    <a:pt x="11316" y="3013"/>
                    <a:pt x="11199" y="2829"/>
                  </a:cubicBezTo>
                  <a:close/>
                  <a:moveTo>
                    <a:pt x="453" y="3716"/>
                  </a:moveTo>
                  <a:cubicBezTo>
                    <a:pt x="369" y="3917"/>
                    <a:pt x="302" y="4101"/>
                    <a:pt x="235" y="4302"/>
                  </a:cubicBezTo>
                  <a:lnTo>
                    <a:pt x="536" y="4386"/>
                  </a:lnTo>
                  <a:lnTo>
                    <a:pt x="536" y="4402"/>
                  </a:lnTo>
                  <a:cubicBezTo>
                    <a:pt x="587" y="4202"/>
                    <a:pt x="654" y="4017"/>
                    <a:pt x="737" y="3833"/>
                  </a:cubicBezTo>
                  <a:lnTo>
                    <a:pt x="453" y="3716"/>
                  </a:lnTo>
                  <a:close/>
                  <a:moveTo>
                    <a:pt x="11801" y="4084"/>
                  </a:moveTo>
                  <a:lnTo>
                    <a:pt x="11517" y="4185"/>
                  </a:lnTo>
                  <a:cubicBezTo>
                    <a:pt x="11584" y="4369"/>
                    <a:pt x="11634" y="4553"/>
                    <a:pt x="11684" y="4754"/>
                  </a:cubicBezTo>
                  <a:lnTo>
                    <a:pt x="11969" y="4687"/>
                  </a:lnTo>
                  <a:cubicBezTo>
                    <a:pt x="11919" y="4469"/>
                    <a:pt x="11868" y="4285"/>
                    <a:pt x="11801" y="4084"/>
                  </a:cubicBezTo>
                  <a:close/>
                  <a:moveTo>
                    <a:pt x="68" y="5055"/>
                  </a:moveTo>
                  <a:cubicBezTo>
                    <a:pt x="34" y="5256"/>
                    <a:pt x="17" y="5474"/>
                    <a:pt x="1" y="5675"/>
                  </a:cubicBezTo>
                  <a:lnTo>
                    <a:pt x="302" y="5691"/>
                  </a:lnTo>
                  <a:cubicBezTo>
                    <a:pt x="319" y="5490"/>
                    <a:pt x="336" y="5306"/>
                    <a:pt x="369" y="5105"/>
                  </a:cubicBezTo>
                  <a:lnTo>
                    <a:pt x="68" y="5055"/>
                  </a:lnTo>
                  <a:close/>
                  <a:moveTo>
                    <a:pt x="12103" y="5440"/>
                  </a:moveTo>
                  <a:lnTo>
                    <a:pt x="11801" y="5474"/>
                  </a:lnTo>
                  <a:cubicBezTo>
                    <a:pt x="11835" y="5675"/>
                    <a:pt x="11835" y="5859"/>
                    <a:pt x="11835" y="6060"/>
                  </a:cubicBezTo>
                  <a:cubicBezTo>
                    <a:pt x="11835" y="6260"/>
                    <a:pt x="11818" y="6444"/>
                    <a:pt x="11801" y="6645"/>
                  </a:cubicBezTo>
                  <a:lnTo>
                    <a:pt x="12103" y="6679"/>
                  </a:lnTo>
                  <a:cubicBezTo>
                    <a:pt x="12119" y="6478"/>
                    <a:pt x="12119" y="6260"/>
                    <a:pt x="12119" y="6060"/>
                  </a:cubicBezTo>
                  <a:cubicBezTo>
                    <a:pt x="12136" y="5859"/>
                    <a:pt x="12119" y="5658"/>
                    <a:pt x="12103" y="5440"/>
                  </a:cubicBezTo>
                  <a:close/>
                  <a:moveTo>
                    <a:pt x="302" y="6428"/>
                  </a:moveTo>
                  <a:lnTo>
                    <a:pt x="1" y="6444"/>
                  </a:lnTo>
                  <a:cubicBezTo>
                    <a:pt x="17" y="6645"/>
                    <a:pt x="34" y="6846"/>
                    <a:pt x="68" y="7064"/>
                  </a:cubicBezTo>
                  <a:lnTo>
                    <a:pt x="369" y="7014"/>
                  </a:lnTo>
                  <a:cubicBezTo>
                    <a:pt x="336" y="6813"/>
                    <a:pt x="319" y="6612"/>
                    <a:pt x="302" y="6428"/>
                  </a:cubicBezTo>
                  <a:close/>
                  <a:moveTo>
                    <a:pt x="11684" y="7365"/>
                  </a:moveTo>
                  <a:cubicBezTo>
                    <a:pt x="11634" y="7566"/>
                    <a:pt x="11584" y="7750"/>
                    <a:pt x="11517" y="7934"/>
                  </a:cubicBezTo>
                  <a:lnTo>
                    <a:pt x="11801" y="8035"/>
                  </a:lnTo>
                  <a:cubicBezTo>
                    <a:pt x="11868" y="7834"/>
                    <a:pt x="11919" y="7633"/>
                    <a:pt x="11969" y="7432"/>
                  </a:cubicBezTo>
                  <a:lnTo>
                    <a:pt x="11684" y="7365"/>
                  </a:lnTo>
                  <a:close/>
                  <a:moveTo>
                    <a:pt x="536" y="7717"/>
                  </a:moveTo>
                  <a:lnTo>
                    <a:pt x="235" y="7817"/>
                  </a:lnTo>
                  <a:cubicBezTo>
                    <a:pt x="302" y="8001"/>
                    <a:pt x="369" y="8202"/>
                    <a:pt x="453" y="8386"/>
                  </a:cubicBezTo>
                  <a:lnTo>
                    <a:pt x="720" y="8269"/>
                  </a:lnTo>
                  <a:cubicBezTo>
                    <a:pt x="654" y="8102"/>
                    <a:pt x="587" y="7901"/>
                    <a:pt x="536" y="7717"/>
                  </a:cubicBezTo>
                  <a:close/>
                  <a:moveTo>
                    <a:pt x="11232" y="8604"/>
                  </a:moveTo>
                  <a:cubicBezTo>
                    <a:pt x="11149" y="8788"/>
                    <a:pt x="11048" y="8955"/>
                    <a:pt x="10948" y="9123"/>
                  </a:cubicBezTo>
                  <a:lnTo>
                    <a:pt x="11199" y="9273"/>
                  </a:lnTo>
                  <a:lnTo>
                    <a:pt x="11199" y="9290"/>
                  </a:lnTo>
                  <a:cubicBezTo>
                    <a:pt x="11316" y="9106"/>
                    <a:pt x="11416" y="8939"/>
                    <a:pt x="11500" y="8738"/>
                  </a:cubicBezTo>
                  <a:lnTo>
                    <a:pt x="11232" y="8604"/>
                  </a:lnTo>
                  <a:close/>
                  <a:moveTo>
                    <a:pt x="1055" y="8939"/>
                  </a:moveTo>
                  <a:lnTo>
                    <a:pt x="787" y="9089"/>
                  </a:lnTo>
                  <a:cubicBezTo>
                    <a:pt x="888" y="9257"/>
                    <a:pt x="1005" y="9441"/>
                    <a:pt x="1122" y="9608"/>
                  </a:cubicBezTo>
                  <a:lnTo>
                    <a:pt x="1373" y="9424"/>
                  </a:lnTo>
                  <a:cubicBezTo>
                    <a:pt x="1256" y="9273"/>
                    <a:pt x="1156" y="9106"/>
                    <a:pt x="1055" y="8939"/>
                  </a:cubicBezTo>
                  <a:close/>
                  <a:moveTo>
                    <a:pt x="10529" y="9725"/>
                  </a:moveTo>
                  <a:cubicBezTo>
                    <a:pt x="10395" y="9876"/>
                    <a:pt x="10261" y="10027"/>
                    <a:pt x="10128" y="10160"/>
                  </a:cubicBezTo>
                  <a:lnTo>
                    <a:pt x="10328" y="10361"/>
                  </a:lnTo>
                  <a:cubicBezTo>
                    <a:pt x="10479" y="10227"/>
                    <a:pt x="10613" y="10060"/>
                    <a:pt x="10747" y="9909"/>
                  </a:cubicBezTo>
                  <a:lnTo>
                    <a:pt x="10529" y="9725"/>
                  </a:lnTo>
                  <a:close/>
                  <a:moveTo>
                    <a:pt x="1842" y="9993"/>
                  </a:moveTo>
                  <a:lnTo>
                    <a:pt x="1608" y="10194"/>
                  </a:lnTo>
                  <a:cubicBezTo>
                    <a:pt x="1758" y="10345"/>
                    <a:pt x="1909" y="10495"/>
                    <a:pt x="2060" y="10629"/>
                  </a:cubicBezTo>
                  <a:lnTo>
                    <a:pt x="2260" y="10412"/>
                  </a:lnTo>
                  <a:cubicBezTo>
                    <a:pt x="2110" y="10278"/>
                    <a:pt x="1976" y="10144"/>
                    <a:pt x="1842" y="9993"/>
                  </a:cubicBezTo>
                  <a:close/>
                  <a:moveTo>
                    <a:pt x="9575" y="10629"/>
                  </a:moveTo>
                  <a:cubicBezTo>
                    <a:pt x="9408" y="10763"/>
                    <a:pt x="9257" y="10863"/>
                    <a:pt x="9090" y="10964"/>
                  </a:cubicBezTo>
                  <a:lnTo>
                    <a:pt x="9240" y="11232"/>
                  </a:lnTo>
                  <a:cubicBezTo>
                    <a:pt x="9425" y="11115"/>
                    <a:pt x="9592" y="10997"/>
                    <a:pt x="9759" y="10880"/>
                  </a:cubicBezTo>
                  <a:lnTo>
                    <a:pt x="9575" y="10629"/>
                  </a:lnTo>
                  <a:close/>
                  <a:moveTo>
                    <a:pt x="2846" y="10847"/>
                  </a:moveTo>
                  <a:lnTo>
                    <a:pt x="2679" y="11098"/>
                  </a:lnTo>
                  <a:cubicBezTo>
                    <a:pt x="2846" y="11215"/>
                    <a:pt x="3014" y="11315"/>
                    <a:pt x="3198" y="11416"/>
                  </a:cubicBezTo>
                  <a:lnTo>
                    <a:pt x="3348" y="11148"/>
                  </a:lnTo>
                  <a:cubicBezTo>
                    <a:pt x="3164" y="11064"/>
                    <a:pt x="2997" y="10964"/>
                    <a:pt x="2846" y="10847"/>
                  </a:cubicBezTo>
                  <a:close/>
                  <a:moveTo>
                    <a:pt x="8437" y="11315"/>
                  </a:moveTo>
                  <a:cubicBezTo>
                    <a:pt x="8270" y="11399"/>
                    <a:pt x="8085" y="11466"/>
                    <a:pt x="7901" y="11533"/>
                  </a:cubicBezTo>
                  <a:lnTo>
                    <a:pt x="7985" y="11818"/>
                  </a:lnTo>
                  <a:cubicBezTo>
                    <a:pt x="8186" y="11751"/>
                    <a:pt x="8387" y="11667"/>
                    <a:pt x="8571" y="11600"/>
                  </a:cubicBezTo>
                  <a:lnTo>
                    <a:pt x="8437" y="11315"/>
                  </a:lnTo>
                  <a:close/>
                  <a:moveTo>
                    <a:pt x="4018" y="11449"/>
                  </a:moveTo>
                  <a:lnTo>
                    <a:pt x="3901" y="11734"/>
                  </a:lnTo>
                  <a:cubicBezTo>
                    <a:pt x="4102" y="11818"/>
                    <a:pt x="4286" y="11868"/>
                    <a:pt x="4487" y="11918"/>
                  </a:cubicBezTo>
                  <a:lnTo>
                    <a:pt x="4570" y="11633"/>
                  </a:lnTo>
                  <a:cubicBezTo>
                    <a:pt x="4386" y="11583"/>
                    <a:pt x="4185" y="11516"/>
                    <a:pt x="4018" y="11449"/>
                  </a:cubicBezTo>
                  <a:close/>
                  <a:moveTo>
                    <a:pt x="7182" y="11717"/>
                  </a:moveTo>
                  <a:cubicBezTo>
                    <a:pt x="6997" y="11751"/>
                    <a:pt x="6797" y="11784"/>
                    <a:pt x="6612" y="11801"/>
                  </a:cubicBezTo>
                  <a:lnTo>
                    <a:pt x="6629" y="12102"/>
                  </a:lnTo>
                  <a:cubicBezTo>
                    <a:pt x="6847" y="12085"/>
                    <a:pt x="7048" y="12052"/>
                    <a:pt x="7249" y="12018"/>
                  </a:cubicBezTo>
                  <a:lnTo>
                    <a:pt x="7182" y="11717"/>
                  </a:lnTo>
                  <a:close/>
                  <a:moveTo>
                    <a:pt x="5290" y="11784"/>
                  </a:moveTo>
                  <a:lnTo>
                    <a:pt x="5240" y="12069"/>
                  </a:lnTo>
                  <a:cubicBezTo>
                    <a:pt x="5457" y="12102"/>
                    <a:pt x="5658" y="12119"/>
                    <a:pt x="5859" y="12119"/>
                  </a:cubicBezTo>
                  <a:lnTo>
                    <a:pt x="5876" y="11834"/>
                  </a:lnTo>
                  <a:cubicBezTo>
                    <a:pt x="5675" y="11818"/>
                    <a:pt x="5474" y="11801"/>
                    <a:pt x="5290" y="1178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2"/>
            <p:cNvSpPr/>
            <p:nvPr/>
          </p:nvSpPr>
          <p:spPr>
            <a:xfrm>
              <a:off x="5281836" y="834299"/>
              <a:ext cx="566131" cy="559753"/>
            </a:xfrm>
            <a:custGeom>
              <a:avLst/>
              <a:gdLst/>
              <a:ahLst/>
              <a:cxnLst/>
              <a:rect l="l" t="t" r="r" b="b"/>
              <a:pathLst>
                <a:path w="25209" h="24925" extrusionOk="0">
                  <a:moveTo>
                    <a:pt x="15350" y="51"/>
                  </a:moveTo>
                  <a:lnTo>
                    <a:pt x="15701" y="134"/>
                  </a:lnTo>
                  <a:lnTo>
                    <a:pt x="15517" y="871"/>
                  </a:lnTo>
                  <a:cubicBezTo>
                    <a:pt x="15400" y="837"/>
                    <a:pt x="15299" y="821"/>
                    <a:pt x="15182" y="787"/>
                  </a:cubicBezTo>
                  <a:lnTo>
                    <a:pt x="15350" y="51"/>
                  </a:lnTo>
                  <a:close/>
                  <a:moveTo>
                    <a:pt x="15299" y="0"/>
                  </a:moveTo>
                  <a:lnTo>
                    <a:pt x="15115" y="837"/>
                  </a:lnTo>
                  <a:lnTo>
                    <a:pt x="15149" y="837"/>
                  </a:lnTo>
                  <a:lnTo>
                    <a:pt x="15534" y="938"/>
                  </a:lnTo>
                  <a:lnTo>
                    <a:pt x="15567" y="938"/>
                  </a:lnTo>
                  <a:lnTo>
                    <a:pt x="15768" y="101"/>
                  </a:lnTo>
                  <a:lnTo>
                    <a:pt x="15751" y="101"/>
                  </a:lnTo>
                  <a:cubicBezTo>
                    <a:pt x="15617" y="51"/>
                    <a:pt x="15467" y="17"/>
                    <a:pt x="15333" y="0"/>
                  </a:cubicBezTo>
                  <a:close/>
                  <a:moveTo>
                    <a:pt x="9407" y="168"/>
                  </a:moveTo>
                  <a:lnTo>
                    <a:pt x="9592" y="904"/>
                  </a:lnTo>
                  <a:cubicBezTo>
                    <a:pt x="9474" y="938"/>
                    <a:pt x="9357" y="971"/>
                    <a:pt x="9240" y="1005"/>
                  </a:cubicBezTo>
                  <a:lnTo>
                    <a:pt x="9022" y="268"/>
                  </a:lnTo>
                  <a:lnTo>
                    <a:pt x="9039" y="268"/>
                  </a:lnTo>
                  <a:cubicBezTo>
                    <a:pt x="9156" y="235"/>
                    <a:pt x="9290" y="184"/>
                    <a:pt x="9407" y="168"/>
                  </a:cubicBezTo>
                  <a:close/>
                  <a:moveTo>
                    <a:pt x="9424" y="101"/>
                  </a:moveTo>
                  <a:cubicBezTo>
                    <a:pt x="9290" y="134"/>
                    <a:pt x="9156" y="168"/>
                    <a:pt x="9006" y="218"/>
                  </a:cubicBezTo>
                  <a:lnTo>
                    <a:pt x="8956" y="235"/>
                  </a:lnTo>
                  <a:lnTo>
                    <a:pt x="9207" y="1072"/>
                  </a:lnTo>
                  <a:lnTo>
                    <a:pt x="9257" y="1055"/>
                  </a:lnTo>
                  <a:lnTo>
                    <a:pt x="9642" y="938"/>
                  </a:lnTo>
                  <a:lnTo>
                    <a:pt x="9659" y="938"/>
                  </a:lnTo>
                  <a:lnTo>
                    <a:pt x="9458" y="101"/>
                  </a:lnTo>
                  <a:close/>
                  <a:moveTo>
                    <a:pt x="16572" y="385"/>
                  </a:moveTo>
                  <a:lnTo>
                    <a:pt x="16588" y="402"/>
                  </a:lnTo>
                  <a:cubicBezTo>
                    <a:pt x="16689" y="452"/>
                    <a:pt x="16806" y="469"/>
                    <a:pt x="16923" y="519"/>
                  </a:cubicBezTo>
                  <a:lnTo>
                    <a:pt x="16655" y="1222"/>
                  </a:lnTo>
                  <a:lnTo>
                    <a:pt x="16337" y="1105"/>
                  </a:lnTo>
                  <a:lnTo>
                    <a:pt x="16572" y="385"/>
                  </a:lnTo>
                  <a:close/>
                  <a:moveTo>
                    <a:pt x="16538" y="318"/>
                  </a:moveTo>
                  <a:lnTo>
                    <a:pt x="16270" y="1139"/>
                  </a:lnTo>
                  <a:lnTo>
                    <a:pt x="16287" y="1139"/>
                  </a:lnTo>
                  <a:cubicBezTo>
                    <a:pt x="16404" y="1189"/>
                    <a:pt x="16538" y="1239"/>
                    <a:pt x="16655" y="1272"/>
                  </a:cubicBezTo>
                  <a:lnTo>
                    <a:pt x="16689" y="1272"/>
                  </a:lnTo>
                  <a:lnTo>
                    <a:pt x="16990" y="469"/>
                  </a:lnTo>
                  <a:lnTo>
                    <a:pt x="16957" y="469"/>
                  </a:lnTo>
                  <a:cubicBezTo>
                    <a:pt x="16839" y="419"/>
                    <a:pt x="16705" y="369"/>
                    <a:pt x="16572" y="318"/>
                  </a:cubicBezTo>
                  <a:close/>
                  <a:moveTo>
                    <a:pt x="8169" y="553"/>
                  </a:moveTo>
                  <a:lnTo>
                    <a:pt x="8437" y="1272"/>
                  </a:lnTo>
                  <a:cubicBezTo>
                    <a:pt x="8319" y="1306"/>
                    <a:pt x="8219" y="1356"/>
                    <a:pt x="8119" y="1406"/>
                  </a:cubicBezTo>
                  <a:lnTo>
                    <a:pt x="7834" y="687"/>
                  </a:lnTo>
                  <a:lnTo>
                    <a:pt x="8169" y="553"/>
                  </a:lnTo>
                  <a:close/>
                  <a:moveTo>
                    <a:pt x="8202" y="486"/>
                  </a:moveTo>
                  <a:lnTo>
                    <a:pt x="8186" y="503"/>
                  </a:lnTo>
                  <a:cubicBezTo>
                    <a:pt x="8052" y="553"/>
                    <a:pt x="7918" y="603"/>
                    <a:pt x="7784" y="653"/>
                  </a:cubicBezTo>
                  <a:lnTo>
                    <a:pt x="7767" y="653"/>
                  </a:lnTo>
                  <a:lnTo>
                    <a:pt x="8085" y="1473"/>
                  </a:lnTo>
                  <a:lnTo>
                    <a:pt x="8119" y="1440"/>
                  </a:lnTo>
                  <a:cubicBezTo>
                    <a:pt x="8236" y="1390"/>
                    <a:pt x="8353" y="1339"/>
                    <a:pt x="8487" y="1306"/>
                  </a:cubicBezTo>
                  <a:lnTo>
                    <a:pt x="8504" y="1306"/>
                  </a:lnTo>
                  <a:lnTo>
                    <a:pt x="8202" y="486"/>
                  </a:lnTo>
                  <a:close/>
                  <a:moveTo>
                    <a:pt x="17760" y="854"/>
                  </a:moveTo>
                  <a:lnTo>
                    <a:pt x="18095" y="1021"/>
                  </a:lnTo>
                  <a:lnTo>
                    <a:pt x="17760" y="1708"/>
                  </a:lnTo>
                  <a:lnTo>
                    <a:pt x="17459" y="1557"/>
                  </a:lnTo>
                  <a:lnTo>
                    <a:pt x="17442" y="1557"/>
                  </a:lnTo>
                  <a:lnTo>
                    <a:pt x="17760" y="854"/>
                  </a:lnTo>
                  <a:close/>
                  <a:moveTo>
                    <a:pt x="17727" y="787"/>
                  </a:moveTo>
                  <a:lnTo>
                    <a:pt x="17375" y="1574"/>
                  </a:lnTo>
                  <a:lnTo>
                    <a:pt x="17392" y="1591"/>
                  </a:lnTo>
                  <a:cubicBezTo>
                    <a:pt x="17509" y="1641"/>
                    <a:pt x="17643" y="1691"/>
                    <a:pt x="17760" y="1758"/>
                  </a:cubicBezTo>
                  <a:lnTo>
                    <a:pt x="17777" y="1775"/>
                  </a:lnTo>
                  <a:lnTo>
                    <a:pt x="18162" y="988"/>
                  </a:lnTo>
                  <a:lnTo>
                    <a:pt x="18145" y="971"/>
                  </a:lnTo>
                  <a:cubicBezTo>
                    <a:pt x="18011" y="904"/>
                    <a:pt x="17877" y="854"/>
                    <a:pt x="17760" y="787"/>
                  </a:cubicBezTo>
                  <a:close/>
                  <a:moveTo>
                    <a:pt x="7014" y="1055"/>
                  </a:moveTo>
                  <a:lnTo>
                    <a:pt x="7349" y="1741"/>
                  </a:lnTo>
                  <a:cubicBezTo>
                    <a:pt x="7248" y="1791"/>
                    <a:pt x="7131" y="1858"/>
                    <a:pt x="7031" y="1909"/>
                  </a:cubicBezTo>
                  <a:lnTo>
                    <a:pt x="6679" y="1239"/>
                  </a:lnTo>
                  <a:lnTo>
                    <a:pt x="6679" y="1222"/>
                  </a:lnTo>
                  <a:cubicBezTo>
                    <a:pt x="6796" y="1172"/>
                    <a:pt x="6897" y="1105"/>
                    <a:pt x="7014" y="1055"/>
                  </a:cubicBezTo>
                  <a:close/>
                  <a:moveTo>
                    <a:pt x="7031" y="988"/>
                  </a:moveTo>
                  <a:lnTo>
                    <a:pt x="6997" y="1005"/>
                  </a:lnTo>
                  <a:cubicBezTo>
                    <a:pt x="6880" y="1072"/>
                    <a:pt x="6746" y="1139"/>
                    <a:pt x="6612" y="1206"/>
                  </a:cubicBezTo>
                  <a:lnTo>
                    <a:pt x="6595" y="1206"/>
                  </a:lnTo>
                  <a:lnTo>
                    <a:pt x="7014" y="1976"/>
                  </a:lnTo>
                  <a:lnTo>
                    <a:pt x="7031" y="1959"/>
                  </a:lnTo>
                  <a:cubicBezTo>
                    <a:pt x="7148" y="1909"/>
                    <a:pt x="7265" y="1842"/>
                    <a:pt x="7382" y="1775"/>
                  </a:cubicBezTo>
                  <a:lnTo>
                    <a:pt x="7399" y="1775"/>
                  </a:lnTo>
                  <a:lnTo>
                    <a:pt x="7031" y="988"/>
                  </a:lnTo>
                  <a:close/>
                  <a:moveTo>
                    <a:pt x="18881" y="1440"/>
                  </a:moveTo>
                  <a:lnTo>
                    <a:pt x="19200" y="1624"/>
                  </a:lnTo>
                  <a:lnTo>
                    <a:pt x="18798" y="2277"/>
                  </a:lnTo>
                  <a:cubicBezTo>
                    <a:pt x="18697" y="2210"/>
                    <a:pt x="18597" y="2160"/>
                    <a:pt x="18513" y="2093"/>
                  </a:cubicBezTo>
                  <a:lnTo>
                    <a:pt x="18881" y="1440"/>
                  </a:lnTo>
                  <a:close/>
                  <a:moveTo>
                    <a:pt x="18865" y="1356"/>
                  </a:moveTo>
                  <a:lnTo>
                    <a:pt x="18430" y="2109"/>
                  </a:lnTo>
                  <a:lnTo>
                    <a:pt x="18463" y="2126"/>
                  </a:lnTo>
                  <a:cubicBezTo>
                    <a:pt x="18563" y="2193"/>
                    <a:pt x="18681" y="2260"/>
                    <a:pt x="18798" y="2327"/>
                  </a:cubicBezTo>
                  <a:lnTo>
                    <a:pt x="18815" y="2344"/>
                  </a:lnTo>
                  <a:lnTo>
                    <a:pt x="19283" y="1591"/>
                  </a:lnTo>
                  <a:lnTo>
                    <a:pt x="19250" y="1574"/>
                  </a:lnTo>
                  <a:cubicBezTo>
                    <a:pt x="19133" y="1507"/>
                    <a:pt x="19015" y="1440"/>
                    <a:pt x="18898" y="1373"/>
                  </a:cubicBezTo>
                  <a:lnTo>
                    <a:pt x="18865" y="1356"/>
                  </a:lnTo>
                  <a:close/>
                  <a:moveTo>
                    <a:pt x="5909" y="1674"/>
                  </a:moveTo>
                  <a:lnTo>
                    <a:pt x="6294" y="2327"/>
                  </a:lnTo>
                  <a:cubicBezTo>
                    <a:pt x="6194" y="2394"/>
                    <a:pt x="6093" y="2444"/>
                    <a:pt x="6010" y="2511"/>
                  </a:cubicBezTo>
                  <a:lnTo>
                    <a:pt x="5591" y="1892"/>
                  </a:lnTo>
                  <a:lnTo>
                    <a:pt x="5591" y="1875"/>
                  </a:lnTo>
                  <a:cubicBezTo>
                    <a:pt x="5708" y="1808"/>
                    <a:pt x="5792" y="1741"/>
                    <a:pt x="5909" y="1674"/>
                  </a:cubicBezTo>
                  <a:close/>
                  <a:moveTo>
                    <a:pt x="5926" y="1607"/>
                  </a:moveTo>
                  <a:lnTo>
                    <a:pt x="5892" y="1624"/>
                  </a:lnTo>
                  <a:cubicBezTo>
                    <a:pt x="5775" y="1708"/>
                    <a:pt x="5658" y="1775"/>
                    <a:pt x="5541" y="1858"/>
                  </a:cubicBezTo>
                  <a:lnTo>
                    <a:pt x="5524" y="1875"/>
                  </a:lnTo>
                  <a:lnTo>
                    <a:pt x="6010" y="2595"/>
                  </a:lnTo>
                  <a:lnTo>
                    <a:pt x="6026" y="2578"/>
                  </a:lnTo>
                  <a:lnTo>
                    <a:pt x="6361" y="2360"/>
                  </a:lnTo>
                  <a:lnTo>
                    <a:pt x="6378" y="2344"/>
                  </a:lnTo>
                  <a:lnTo>
                    <a:pt x="5926" y="1607"/>
                  </a:lnTo>
                  <a:close/>
                  <a:moveTo>
                    <a:pt x="19953" y="2126"/>
                  </a:moveTo>
                  <a:cubicBezTo>
                    <a:pt x="20053" y="2210"/>
                    <a:pt x="20154" y="2277"/>
                    <a:pt x="20254" y="2344"/>
                  </a:cubicBezTo>
                  <a:lnTo>
                    <a:pt x="19785" y="2963"/>
                  </a:lnTo>
                  <a:cubicBezTo>
                    <a:pt x="19702" y="2879"/>
                    <a:pt x="19601" y="2812"/>
                    <a:pt x="19518" y="2745"/>
                  </a:cubicBezTo>
                  <a:lnTo>
                    <a:pt x="19953" y="2126"/>
                  </a:lnTo>
                  <a:close/>
                  <a:moveTo>
                    <a:pt x="19953" y="2059"/>
                  </a:moveTo>
                  <a:lnTo>
                    <a:pt x="19434" y="2779"/>
                  </a:lnTo>
                  <a:lnTo>
                    <a:pt x="19451" y="2779"/>
                  </a:lnTo>
                  <a:cubicBezTo>
                    <a:pt x="19568" y="2863"/>
                    <a:pt x="19668" y="2946"/>
                    <a:pt x="19769" y="3030"/>
                  </a:cubicBezTo>
                  <a:lnTo>
                    <a:pt x="19802" y="3047"/>
                  </a:lnTo>
                  <a:lnTo>
                    <a:pt x="20321" y="2344"/>
                  </a:lnTo>
                  <a:lnTo>
                    <a:pt x="20304" y="2327"/>
                  </a:lnTo>
                  <a:cubicBezTo>
                    <a:pt x="20204" y="2243"/>
                    <a:pt x="20087" y="2160"/>
                    <a:pt x="19969" y="2076"/>
                  </a:cubicBezTo>
                  <a:lnTo>
                    <a:pt x="19953" y="2059"/>
                  </a:lnTo>
                  <a:close/>
                  <a:moveTo>
                    <a:pt x="4871" y="2411"/>
                  </a:moveTo>
                  <a:lnTo>
                    <a:pt x="5340" y="3030"/>
                  </a:lnTo>
                  <a:cubicBezTo>
                    <a:pt x="5240" y="3097"/>
                    <a:pt x="5156" y="3164"/>
                    <a:pt x="5072" y="3231"/>
                  </a:cubicBezTo>
                  <a:lnTo>
                    <a:pt x="4587" y="2645"/>
                  </a:lnTo>
                  <a:lnTo>
                    <a:pt x="4570" y="2645"/>
                  </a:lnTo>
                  <a:cubicBezTo>
                    <a:pt x="4670" y="2561"/>
                    <a:pt x="4771" y="2494"/>
                    <a:pt x="4871" y="2411"/>
                  </a:cubicBezTo>
                  <a:close/>
                  <a:moveTo>
                    <a:pt x="4871" y="2344"/>
                  </a:moveTo>
                  <a:lnTo>
                    <a:pt x="4855" y="2360"/>
                  </a:lnTo>
                  <a:cubicBezTo>
                    <a:pt x="4737" y="2444"/>
                    <a:pt x="4637" y="2528"/>
                    <a:pt x="4520" y="2628"/>
                  </a:cubicBezTo>
                  <a:lnTo>
                    <a:pt x="4503" y="2645"/>
                  </a:lnTo>
                  <a:lnTo>
                    <a:pt x="5055" y="3315"/>
                  </a:lnTo>
                  <a:lnTo>
                    <a:pt x="5089" y="3298"/>
                  </a:lnTo>
                  <a:cubicBezTo>
                    <a:pt x="5173" y="3214"/>
                    <a:pt x="5290" y="3130"/>
                    <a:pt x="5390" y="3047"/>
                  </a:cubicBezTo>
                  <a:lnTo>
                    <a:pt x="5407" y="3030"/>
                  </a:lnTo>
                  <a:lnTo>
                    <a:pt x="4871" y="2344"/>
                  </a:lnTo>
                  <a:close/>
                  <a:moveTo>
                    <a:pt x="20940" y="2930"/>
                  </a:moveTo>
                  <a:cubicBezTo>
                    <a:pt x="21041" y="3013"/>
                    <a:pt x="21124" y="3097"/>
                    <a:pt x="21225" y="3181"/>
                  </a:cubicBezTo>
                  <a:lnTo>
                    <a:pt x="20689" y="3733"/>
                  </a:lnTo>
                  <a:cubicBezTo>
                    <a:pt x="20606" y="3666"/>
                    <a:pt x="20522" y="3582"/>
                    <a:pt x="20438" y="3499"/>
                  </a:cubicBezTo>
                  <a:lnTo>
                    <a:pt x="20940" y="2930"/>
                  </a:lnTo>
                  <a:close/>
                  <a:moveTo>
                    <a:pt x="20940" y="2863"/>
                  </a:moveTo>
                  <a:lnTo>
                    <a:pt x="20371" y="3515"/>
                  </a:lnTo>
                  <a:lnTo>
                    <a:pt x="20388" y="3532"/>
                  </a:lnTo>
                  <a:cubicBezTo>
                    <a:pt x="20488" y="3616"/>
                    <a:pt x="20589" y="3700"/>
                    <a:pt x="20673" y="3800"/>
                  </a:cubicBezTo>
                  <a:lnTo>
                    <a:pt x="20706" y="3817"/>
                  </a:lnTo>
                  <a:lnTo>
                    <a:pt x="21292" y="3181"/>
                  </a:lnTo>
                  <a:lnTo>
                    <a:pt x="21275" y="3164"/>
                  </a:lnTo>
                  <a:cubicBezTo>
                    <a:pt x="21175" y="3064"/>
                    <a:pt x="21074" y="2963"/>
                    <a:pt x="20957" y="2879"/>
                  </a:cubicBezTo>
                  <a:lnTo>
                    <a:pt x="20940" y="2863"/>
                  </a:lnTo>
                  <a:close/>
                  <a:moveTo>
                    <a:pt x="3900" y="3248"/>
                  </a:moveTo>
                  <a:lnTo>
                    <a:pt x="4419" y="3800"/>
                  </a:lnTo>
                  <a:cubicBezTo>
                    <a:pt x="4336" y="3884"/>
                    <a:pt x="4269" y="3967"/>
                    <a:pt x="4185" y="4034"/>
                  </a:cubicBezTo>
                  <a:lnTo>
                    <a:pt x="3633" y="3515"/>
                  </a:lnTo>
                  <a:lnTo>
                    <a:pt x="3900" y="3248"/>
                  </a:lnTo>
                  <a:close/>
                  <a:moveTo>
                    <a:pt x="3900" y="3181"/>
                  </a:moveTo>
                  <a:lnTo>
                    <a:pt x="3884" y="3197"/>
                  </a:lnTo>
                  <a:cubicBezTo>
                    <a:pt x="3783" y="3281"/>
                    <a:pt x="3666" y="3382"/>
                    <a:pt x="3566" y="3499"/>
                  </a:cubicBezTo>
                  <a:lnTo>
                    <a:pt x="3549" y="3515"/>
                  </a:lnTo>
                  <a:lnTo>
                    <a:pt x="4185" y="4118"/>
                  </a:lnTo>
                  <a:lnTo>
                    <a:pt x="4202" y="4101"/>
                  </a:lnTo>
                  <a:cubicBezTo>
                    <a:pt x="4285" y="4001"/>
                    <a:pt x="4386" y="3917"/>
                    <a:pt x="4470" y="3817"/>
                  </a:cubicBezTo>
                  <a:lnTo>
                    <a:pt x="4503" y="3800"/>
                  </a:lnTo>
                  <a:lnTo>
                    <a:pt x="3900" y="3181"/>
                  </a:lnTo>
                  <a:close/>
                  <a:moveTo>
                    <a:pt x="21861" y="3833"/>
                  </a:moveTo>
                  <a:cubicBezTo>
                    <a:pt x="21928" y="3917"/>
                    <a:pt x="22012" y="4001"/>
                    <a:pt x="22095" y="4101"/>
                  </a:cubicBezTo>
                  <a:lnTo>
                    <a:pt x="21526" y="4603"/>
                  </a:lnTo>
                  <a:cubicBezTo>
                    <a:pt x="21442" y="4520"/>
                    <a:pt x="21376" y="4436"/>
                    <a:pt x="21292" y="4336"/>
                  </a:cubicBezTo>
                  <a:lnTo>
                    <a:pt x="21861" y="3833"/>
                  </a:lnTo>
                  <a:close/>
                  <a:moveTo>
                    <a:pt x="21861" y="3750"/>
                  </a:moveTo>
                  <a:lnTo>
                    <a:pt x="21225" y="4336"/>
                  </a:lnTo>
                  <a:lnTo>
                    <a:pt x="21242" y="4352"/>
                  </a:lnTo>
                  <a:cubicBezTo>
                    <a:pt x="21325" y="4453"/>
                    <a:pt x="21409" y="4553"/>
                    <a:pt x="21493" y="4654"/>
                  </a:cubicBezTo>
                  <a:lnTo>
                    <a:pt x="21509" y="4670"/>
                  </a:lnTo>
                  <a:lnTo>
                    <a:pt x="22179" y="4101"/>
                  </a:lnTo>
                  <a:lnTo>
                    <a:pt x="22162" y="4085"/>
                  </a:lnTo>
                  <a:cubicBezTo>
                    <a:pt x="22062" y="3984"/>
                    <a:pt x="21961" y="3867"/>
                    <a:pt x="21878" y="3767"/>
                  </a:cubicBezTo>
                  <a:lnTo>
                    <a:pt x="21861" y="3750"/>
                  </a:lnTo>
                  <a:close/>
                  <a:moveTo>
                    <a:pt x="3013" y="4168"/>
                  </a:moveTo>
                  <a:lnTo>
                    <a:pt x="3599" y="4670"/>
                  </a:lnTo>
                  <a:cubicBezTo>
                    <a:pt x="3532" y="4754"/>
                    <a:pt x="3465" y="4838"/>
                    <a:pt x="3398" y="4938"/>
                  </a:cubicBezTo>
                  <a:lnTo>
                    <a:pt x="2796" y="4453"/>
                  </a:lnTo>
                  <a:cubicBezTo>
                    <a:pt x="2879" y="4352"/>
                    <a:pt x="2946" y="4269"/>
                    <a:pt x="3013" y="4168"/>
                  </a:cubicBezTo>
                  <a:close/>
                  <a:moveTo>
                    <a:pt x="3030" y="4101"/>
                  </a:moveTo>
                  <a:lnTo>
                    <a:pt x="3013" y="4118"/>
                  </a:lnTo>
                  <a:cubicBezTo>
                    <a:pt x="2913" y="4218"/>
                    <a:pt x="2829" y="4336"/>
                    <a:pt x="2729" y="4436"/>
                  </a:cubicBezTo>
                  <a:lnTo>
                    <a:pt x="2712" y="4470"/>
                  </a:lnTo>
                  <a:lnTo>
                    <a:pt x="3398" y="5005"/>
                  </a:lnTo>
                  <a:lnTo>
                    <a:pt x="3415" y="4988"/>
                  </a:lnTo>
                  <a:cubicBezTo>
                    <a:pt x="3499" y="4888"/>
                    <a:pt x="3582" y="4771"/>
                    <a:pt x="3666" y="4670"/>
                  </a:cubicBezTo>
                  <a:lnTo>
                    <a:pt x="3683" y="4654"/>
                  </a:lnTo>
                  <a:lnTo>
                    <a:pt x="3030" y="4101"/>
                  </a:lnTo>
                  <a:close/>
                  <a:moveTo>
                    <a:pt x="22681" y="4804"/>
                  </a:moveTo>
                  <a:cubicBezTo>
                    <a:pt x="22748" y="4888"/>
                    <a:pt x="22815" y="5005"/>
                    <a:pt x="22882" y="5106"/>
                  </a:cubicBezTo>
                  <a:lnTo>
                    <a:pt x="22263" y="5541"/>
                  </a:lnTo>
                  <a:cubicBezTo>
                    <a:pt x="22179" y="5440"/>
                    <a:pt x="22112" y="5357"/>
                    <a:pt x="22045" y="5256"/>
                  </a:cubicBezTo>
                  <a:lnTo>
                    <a:pt x="22681" y="4804"/>
                  </a:lnTo>
                  <a:close/>
                  <a:moveTo>
                    <a:pt x="22681" y="4737"/>
                  </a:moveTo>
                  <a:lnTo>
                    <a:pt x="21978" y="5256"/>
                  </a:lnTo>
                  <a:lnTo>
                    <a:pt x="21995" y="5273"/>
                  </a:lnTo>
                  <a:cubicBezTo>
                    <a:pt x="22079" y="5373"/>
                    <a:pt x="22145" y="5474"/>
                    <a:pt x="22229" y="5591"/>
                  </a:cubicBezTo>
                  <a:lnTo>
                    <a:pt x="22246" y="5608"/>
                  </a:lnTo>
                  <a:lnTo>
                    <a:pt x="22949" y="5122"/>
                  </a:lnTo>
                  <a:lnTo>
                    <a:pt x="22932" y="5089"/>
                  </a:lnTo>
                  <a:cubicBezTo>
                    <a:pt x="22849" y="4972"/>
                    <a:pt x="22765" y="4855"/>
                    <a:pt x="22698" y="4754"/>
                  </a:cubicBezTo>
                  <a:lnTo>
                    <a:pt x="22681" y="4737"/>
                  </a:lnTo>
                  <a:close/>
                  <a:moveTo>
                    <a:pt x="2260" y="5189"/>
                  </a:moveTo>
                  <a:lnTo>
                    <a:pt x="2879" y="5625"/>
                  </a:lnTo>
                  <a:cubicBezTo>
                    <a:pt x="2812" y="5708"/>
                    <a:pt x="2762" y="5809"/>
                    <a:pt x="2695" y="5909"/>
                  </a:cubicBezTo>
                  <a:lnTo>
                    <a:pt x="2059" y="5491"/>
                  </a:lnTo>
                  <a:cubicBezTo>
                    <a:pt x="2126" y="5390"/>
                    <a:pt x="2193" y="5273"/>
                    <a:pt x="2260" y="5189"/>
                  </a:cubicBezTo>
                  <a:close/>
                  <a:moveTo>
                    <a:pt x="2243" y="5106"/>
                  </a:moveTo>
                  <a:lnTo>
                    <a:pt x="2227" y="5122"/>
                  </a:lnTo>
                  <a:cubicBezTo>
                    <a:pt x="2143" y="5240"/>
                    <a:pt x="2076" y="5357"/>
                    <a:pt x="1992" y="5474"/>
                  </a:cubicBezTo>
                  <a:lnTo>
                    <a:pt x="1976" y="5507"/>
                  </a:lnTo>
                  <a:lnTo>
                    <a:pt x="2712" y="5976"/>
                  </a:lnTo>
                  <a:lnTo>
                    <a:pt x="2729" y="5943"/>
                  </a:lnTo>
                  <a:cubicBezTo>
                    <a:pt x="2796" y="5825"/>
                    <a:pt x="2863" y="5725"/>
                    <a:pt x="2946" y="5625"/>
                  </a:cubicBezTo>
                  <a:lnTo>
                    <a:pt x="2963" y="5591"/>
                  </a:lnTo>
                  <a:lnTo>
                    <a:pt x="2243" y="5106"/>
                  </a:lnTo>
                  <a:close/>
                  <a:moveTo>
                    <a:pt x="23367" y="5859"/>
                  </a:moveTo>
                  <a:cubicBezTo>
                    <a:pt x="23434" y="5976"/>
                    <a:pt x="23501" y="6076"/>
                    <a:pt x="23552" y="6177"/>
                  </a:cubicBezTo>
                  <a:lnTo>
                    <a:pt x="22882" y="6562"/>
                  </a:lnTo>
                  <a:cubicBezTo>
                    <a:pt x="22832" y="6445"/>
                    <a:pt x="22782" y="6344"/>
                    <a:pt x="22715" y="6261"/>
                  </a:cubicBezTo>
                  <a:lnTo>
                    <a:pt x="23367" y="5859"/>
                  </a:lnTo>
                  <a:close/>
                  <a:moveTo>
                    <a:pt x="23384" y="5792"/>
                  </a:moveTo>
                  <a:lnTo>
                    <a:pt x="22631" y="6244"/>
                  </a:lnTo>
                  <a:lnTo>
                    <a:pt x="22648" y="6261"/>
                  </a:lnTo>
                  <a:cubicBezTo>
                    <a:pt x="22731" y="6378"/>
                    <a:pt x="22798" y="6478"/>
                    <a:pt x="22849" y="6595"/>
                  </a:cubicBezTo>
                  <a:lnTo>
                    <a:pt x="22865" y="6629"/>
                  </a:lnTo>
                  <a:lnTo>
                    <a:pt x="23618" y="6210"/>
                  </a:lnTo>
                  <a:lnTo>
                    <a:pt x="23602" y="6177"/>
                  </a:lnTo>
                  <a:cubicBezTo>
                    <a:pt x="23535" y="6060"/>
                    <a:pt x="23468" y="5926"/>
                    <a:pt x="23384" y="5809"/>
                  </a:cubicBezTo>
                  <a:lnTo>
                    <a:pt x="23384" y="5792"/>
                  </a:lnTo>
                  <a:close/>
                  <a:moveTo>
                    <a:pt x="1591" y="6261"/>
                  </a:moveTo>
                  <a:lnTo>
                    <a:pt x="2260" y="6629"/>
                  </a:lnTo>
                  <a:cubicBezTo>
                    <a:pt x="2210" y="6729"/>
                    <a:pt x="2143" y="6830"/>
                    <a:pt x="2093" y="6930"/>
                  </a:cubicBezTo>
                  <a:lnTo>
                    <a:pt x="1429" y="6582"/>
                  </a:lnTo>
                  <a:lnTo>
                    <a:pt x="1429" y="6582"/>
                  </a:lnTo>
                  <a:cubicBezTo>
                    <a:pt x="1477" y="6469"/>
                    <a:pt x="1526" y="6357"/>
                    <a:pt x="1591" y="6261"/>
                  </a:cubicBezTo>
                  <a:close/>
                  <a:moveTo>
                    <a:pt x="1574" y="6194"/>
                  </a:moveTo>
                  <a:lnTo>
                    <a:pt x="1557" y="6210"/>
                  </a:lnTo>
                  <a:cubicBezTo>
                    <a:pt x="1473" y="6328"/>
                    <a:pt x="1406" y="6461"/>
                    <a:pt x="1339" y="6579"/>
                  </a:cubicBezTo>
                  <a:lnTo>
                    <a:pt x="1339" y="6612"/>
                  </a:lnTo>
                  <a:lnTo>
                    <a:pt x="2126" y="6997"/>
                  </a:lnTo>
                  <a:lnTo>
                    <a:pt x="2126" y="6980"/>
                  </a:lnTo>
                  <a:cubicBezTo>
                    <a:pt x="2193" y="6863"/>
                    <a:pt x="2260" y="6746"/>
                    <a:pt x="2310" y="6629"/>
                  </a:cubicBezTo>
                  <a:lnTo>
                    <a:pt x="2327" y="6612"/>
                  </a:lnTo>
                  <a:lnTo>
                    <a:pt x="1574" y="6194"/>
                  </a:lnTo>
                  <a:close/>
                  <a:moveTo>
                    <a:pt x="1038" y="7416"/>
                  </a:moveTo>
                  <a:lnTo>
                    <a:pt x="1741" y="7717"/>
                  </a:lnTo>
                  <a:lnTo>
                    <a:pt x="1607" y="8035"/>
                  </a:lnTo>
                  <a:lnTo>
                    <a:pt x="904" y="7750"/>
                  </a:lnTo>
                  <a:cubicBezTo>
                    <a:pt x="938" y="7633"/>
                    <a:pt x="988" y="7516"/>
                    <a:pt x="1038" y="7416"/>
                  </a:cubicBezTo>
                  <a:close/>
                  <a:moveTo>
                    <a:pt x="1005" y="7349"/>
                  </a:moveTo>
                  <a:lnTo>
                    <a:pt x="988" y="7365"/>
                  </a:lnTo>
                  <a:cubicBezTo>
                    <a:pt x="938" y="7499"/>
                    <a:pt x="871" y="7633"/>
                    <a:pt x="821" y="7767"/>
                  </a:cubicBezTo>
                  <a:lnTo>
                    <a:pt x="821" y="7784"/>
                  </a:lnTo>
                  <a:lnTo>
                    <a:pt x="1641" y="8102"/>
                  </a:lnTo>
                  <a:lnTo>
                    <a:pt x="1641" y="8068"/>
                  </a:lnTo>
                  <a:cubicBezTo>
                    <a:pt x="1691" y="7951"/>
                    <a:pt x="1741" y="7834"/>
                    <a:pt x="1791" y="7700"/>
                  </a:cubicBezTo>
                  <a:lnTo>
                    <a:pt x="1791" y="7683"/>
                  </a:lnTo>
                  <a:lnTo>
                    <a:pt x="1005" y="7349"/>
                  </a:lnTo>
                  <a:close/>
                  <a:moveTo>
                    <a:pt x="603" y="8604"/>
                  </a:moveTo>
                  <a:lnTo>
                    <a:pt x="1323" y="8838"/>
                  </a:lnTo>
                  <a:cubicBezTo>
                    <a:pt x="1289" y="8955"/>
                    <a:pt x="1256" y="9056"/>
                    <a:pt x="1222" y="9173"/>
                  </a:cubicBezTo>
                  <a:lnTo>
                    <a:pt x="486" y="8955"/>
                  </a:lnTo>
                  <a:cubicBezTo>
                    <a:pt x="519" y="8838"/>
                    <a:pt x="553" y="8721"/>
                    <a:pt x="603" y="8604"/>
                  </a:cubicBezTo>
                  <a:close/>
                  <a:moveTo>
                    <a:pt x="553" y="8537"/>
                  </a:moveTo>
                  <a:lnTo>
                    <a:pt x="553" y="8570"/>
                  </a:lnTo>
                  <a:cubicBezTo>
                    <a:pt x="503" y="8704"/>
                    <a:pt x="469" y="8838"/>
                    <a:pt x="436" y="8972"/>
                  </a:cubicBezTo>
                  <a:lnTo>
                    <a:pt x="436" y="9006"/>
                  </a:lnTo>
                  <a:lnTo>
                    <a:pt x="1273" y="9223"/>
                  </a:lnTo>
                  <a:lnTo>
                    <a:pt x="1273" y="9207"/>
                  </a:lnTo>
                  <a:cubicBezTo>
                    <a:pt x="1306" y="9073"/>
                    <a:pt x="1339" y="8955"/>
                    <a:pt x="1390" y="8822"/>
                  </a:cubicBezTo>
                  <a:lnTo>
                    <a:pt x="1390" y="8805"/>
                  </a:lnTo>
                  <a:lnTo>
                    <a:pt x="553" y="8537"/>
                  </a:lnTo>
                  <a:close/>
                  <a:moveTo>
                    <a:pt x="285" y="9843"/>
                  </a:moveTo>
                  <a:lnTo>
                    <a:pt x="1021" y="9993"/>
                  </a:lnTo>
                  <a:cubicBezTo>
                    <a:pt x="1005" y="10094"/>
                    <a:pt x="988" y="10211"/>
                    <a:pt x="971" y="10328"/>
                  </a:cubicBezTo>
                  <a:lnTo>
                    <a:pt x="218" y="10194"/>
                  </a:lnTo>
                  <a:cubicBezTo>
                    <a:pt x="235" y="10077"/>
                    <a:pt x="251" y="9960"/>
                    <a:pt x="285" y="9843"/>
                  </a:cubicBezTo>
                  <a:close/>
                  <a:moveTo>
                    <a:pt x="235" y="9776"/>
                  </a:moveTo>
                  <a:lnTo>
                    <a:pt x="235" y="9792"/>
                  </a:lnTo>
                  <a:cubicBezTo>
                    <a:pt x="201" y="9943"/>
                    <a:pt x="168" y="10077"/>
                    <a:pt x="151" y="10211"/>
                  </a:cubicBezTo>
                  <a:lnTo>
                    <a:pt x="151" y="10244"/>
                  </a:lnTo>
                  <a:lnTo>
                    <a:pt x="1005" y="10395"/>
                  </a:lnTo>
                  <a:lnTo>
                    <a:pt x="1005" y="10362"/>
                  </a:lnTo>
                  <a:cubicBezTo>
                    <a:pt x="1038" y="10228"/>
                    <a:pt x="1055" y="10110"/>
                    <a:pt x="1088" y="9977"/>
                  </a:cubicBezTo>
                  <a:lnTo>
                    <a:pt x="1088" y="9943"/>
                  </a:lnTo>
                  <a:lnTo>
                    <a:pt x="235" y="9776"/>
                  </a:lnTo>
                  <a:close/>
                  <a:moveTo>
                    <a:pt x="25041" y="10629"/>
                  </a:moveTo>
                  <a:cubicBezTo>
                    <a:pt x="25058" y="10763"/>
                    <a:pt x="25075" y="10880"/>
                    <a:pt x="25091" y="10998"/>
                  </a:cubicBezTo>
                  <a:lnTo>
                    <a:pt x="24338" y="11081"/>
                  </a:lnTo>
                  <a:cubicBezTo>
                    <a:pt x="24322" y="10964"/>
                    <a:pt x="24305" y="10847"/>
                    <a:pt x="24288" y="10730"/>
                  </a:cubicBezTo>
                  <a:lnTo>
                    <a:pt x="25041" y="10629"/>
                  </a:lnTo>
                  <a:close/>
                  <a:moveTo>
                    <a:pt x="25108" y="10579"/>
                  </a:moveTo>
                  <a:lnTo>
                    <a:pt x="24238" y="10696"/>
                  </a:lnTo>
                  <a:lnTo>
                    <a:pt x="24238" y="10730"/>
                  </a:lnTo>
                  <a:cubicBezTo>
                    <a:pt x="24255" y="10847"/>
                    <a:pt x="24271" y="10981"/>
                    <a:pt x="24288" y="11115"/>
                  </a:cubicBezTo>
                  <a:lnTo>
                    <a:pt x="24288" y="11131"/>
                  </a:lnTo>
                  <a:lnTo>
                    <a:pt x="25158" y="11048"/>
                  </a:lnTo>
                  <a:lnTo>
                    <a:pt x="25158" y="11014"/>
                  </a:lnTo>
                  <a:cubicBezTo>
                    <a:pt x="25142" y="10880"/>
                    <a:pt x="25125" y="10747"/>
                    <a:pt x="25108" y="10596"/>
                  </a:cubicBezTo>
                  <a:lnTo>
                    <a:pt x="25108" y="10579"/>
                  </a:lnTo>
                  <a:close/>
                  <a:moveTo>
                    <a:pt x="101" y="11098"/>
                  </a:moveTo>
                  <a:lnTo>
                    <a:pt x="854" y="11165"/>
                  </a:lnTo>
                  <a:cubicBezTo>
                    <a:pt x="837" y="11282"/>
                    <a:pt x="821" y="11399"/>
                    <a:pt x="821" y="11516"/>
                  </a:cubicBezTo>
                  <a:lnTo>
                    <a:pt x="67" y="11466"/>
                  </a:lnTo>
                  <a:cubicBezTo>
                    <a:pt x="67" y="11349"/>
                    <a:pt x="84" y="11215"/>
                    <a:pt x="101" y="11098"/>
                  </a:cubicBezTo>
                  <a:close/>
                  <a:moveTo>
                    <a:pt x="34" y="11048"/>
                  </a:moveTo>
                  <a:lnTo>
                    <a:pt x="34" y="11065"/>
                  </a:lnTo>
                  <a:cubicBezTo>
                    <a:pt x="34" y="11198"/>
                    <a:pt x="0" y="11349"/>
                    <a:pt x="0" y="11483"/>
                  </a:cubicBezTo>
                  <a:lnTo>
                    <a:pt x="0" y="11516"/>
                  </a:lnTo>
                  <a:lnTo>
                    <a:pt x="871" y="11583"/>
                  </a:lnTo>
                  <a:lnTo>
                    <a:pt x="871" y="11550"/>
                  </a:lnTo>
                  <a:cubicBezTo>
                    <a:pt x="888" y="11416"/>
                    <a:pt x="888" y="11282"/>
                    <a:pt x="904" y="11148"/>
                  </a:cubicBezTo>
                  <a:lnTo>
                    <a:pt x="904" y="11131"/>
                  </a:lnTo>
                  <a:lnTo>
                    <a:pt x="34" y="11048"/>
                  </a:lnTo>
                  <a:close/>
                  <a:moveTo>
                    <a:pt x="25158" y="11901"/>
                  </a:moveTo>
                  <a:lnTo>
                    <a:pt x="25158" y="12270"/>
                  </a:lnTo>
                  <a:lnTo>
                    <a:pt x="24388" y="12270"/>
                  </a:lnTo>
                  <a:lnTo>
                    <a:pt x="24388" y="11918"/>
                  </a:lnTo>
                  <a:lnTo>
                    <a:pt x="25158" y="11901"/>
                  </a:lnTo>
                  <a:close/>
                  <a:moveTo>
                    <a:pt x="25209" y="11851"/>
                  </a:moveTo>
                  <a:lnTo>
                    <a:pt x="24355" y="11885"/>
                  </a:lnTo>
                  <a:lnTo>
                    <a:pt x="24355" y="11901"/>
                  </a:lnTo>
                  <a:lnTo>
                    <a:pt x="24355" y="12303"/>
                  </a:lnTo>
                  <a:lnTo>
                    <a:pt x="24355" y="12320"/>
                  </a:lnTo>
                  <a:lnTo>
                    <a:pt x="25209" y="12320"/>
                  </a:lnTo>
                  <a:lnTo>
                    <a:pt x="25209" y="12286"/>
                  </a:lnTo>
                  <a:lnTo>
                    <a:pt x="25209" y="11868"/>
                  </a:lnTo>
                  <a:lnTo>
                    <a:pt x="25209" y="11851"/>
                  </a:lnTo>
                  <a:close/>
                  <a:moveTo>
                    <a:pt x="804" y="12370"/>
                  </a:moveTo>
                  <a:lnTo>
                    <a:pt x="804" y="12722"/>
                  </a:lnTo>
                  <a:lnTo>
                    <a:pt x="34" y="12738"/>
                  </a:lnTo>
                  <a:lnTo>
                    <a:pt x="34" y="12370"/>
                  </a:lnTo>
                  <a:close/>
                  <a:moveTo>
                    <a:pt x="0" y="12320"/>
                  </a:moveTo>
                  <a:lnTo>
                    <a:pt x="0" y="12353"/>
                  </a:lnTo>
                  <a:lnTo>
                    <a:pt x="0" y="12772"/>
                  </a:lnTo>
                  <a:lnTo>
                    <a:pt x="0" y="12789"/>
                  </a:lnTo>
                  <a:lnTo>
                    <a:pt x="854" y="12772"/>
                  </a:lnTo>
                  <a:lnTo>
                    <a:pt x="854" y="12738"/>
                  </a:lnTo>
                  <a:lnTo>
                    <a:pt x="854" y="12353"/>
                  </a:lnTo>
                  <a:lnTo>
                    <a:pt x="854" y="12320"/>
                  </a:lnTo>
                  <a:close/>
                  <a:moveTo>
                    <a:pt x="24372" y="13107"/>
                  </a:moveTo>
                  <a:lnTo>
                    <a:pt x="25125" y="13174"/>
                  </a:lnTo>
                  <a:cubicBezTo>
                    <a:pt x="25125" y="13291"/>
                    <a:pt x="25108" y="13408"/>
                    <a:pt x="25091" y="13542"/>
                  </a:cubicBezTo>
                  <a:lnTo>
                    <a:pt x="24338" y="13458"/>
                  </a:lnTo>
                  <a:cubicBezTo>
                    <a:pt x="24338" y="13341"/>
                    <a:pt x="24372" y="13224"/>
                    <a:pt x="24372" y="13107"/>
                  </a:cubicBezTo>
                  <a:close/>
                  <a:moveTo>
                    <a:pt x="24305" y="13056"/>
                  </a:moveTo>
                  <a:lnTo>
                    <a:pt x="24305" y="13090"/>
                  </a:lnTo>
                  <a:cubicBezTo>
                    <a:pt x="24305" y="13224"/>
                    <a:pt x="24288" y="13358"/>
                    <a:pt x="24271" y="13475"/>
                  </a:cubicBezTo>
                  <a:lnTo>
                    <a:pt x="24271" y="13508"/>
                  </a:lnTo>
                  <a:lnTo>
                    <a:pt x="25142" y="13592"/>
                  </a:lnTo>
                  <a:lnTo>
                    <a:pt x="25142" y="13559"/>
                  </a:lnTo>
                  <a:cubicBezTo>
                    <a:pt x="25158" y="13425"/>
                    <a:pt x="25158" y="13274"/>
                    <a:pt x="25175" y="13140"/>
                  </a:cubicBezTo>
                  <a:lnTo>
                    <a:pt x="25175" y="13123"/>
                  </a:lnTo>
                  <a:lnTo>
                    <a:pt x="24305" y="13056"/>
                  </a:lnTo>
                  <a:close/>
                  <a:moveTo>
                    <a:pt x="837" y="13559"/>
                  </a:moveTo>
                  <a:cubicBezTo>
                    <a:pt x="854" y="13676"/>
                    <a:pt x="871" y="13793"/>
                    <a:pt x="888" y="13910"/>
                  </a:cubicBezTo>
                  <a:lnTo>
                    <a:pt x="134" y="14011"/>
                  </a:lnTo>
                  <a:cubicBezTo>
                    <a:pt x="118" y="13893"/>
                    <a:pt x="101" y="13776"/>
                    <a:pt x="84" y="13642"/>
                  </a:cubicBezTo>
                  <a:lnTo>
                    <a:pt x="837" y="13559"/>
                  </a:lnTo>
                  <a:close/>
                  <a:moveTo>
                    <a:pt x="888" y="13508"/>
                  </a:moveTo>
                  <a:lnTo>
                    <a:pt x="34" y="13592"/>
                  </a:lnTo>
                  <a:lnTo>
                    <a:pt x="34" y="13626"/>
                  </a:lnTo>
                  <a:cubicBezTo>
                    <a:pt x="51" y="13759"/>
                    <a:pt x="67" y="13910"/>
                    <a:pt x="84" y="14044"/>
                  </a:cubicBezTo>
                  <a:lnTo>
                    <a:pt x="84" y="14061"/>
                  </a:lnTo>
                  <a:lnTo>
                    <a:pt x="938" y="13944"/>
                  </a:lnTo>
                  <a:lnTo>
                    <a:pt x="938" y="13927"/>
                  </a:lnTo>
                  <a:cubicBezTo>
                    <a:pt x="921" y="13793"/>
                    <a:pt x="904" y="13659"/>
                    <a:pt x="888" y="13525"/>
                  </a:cubicBezTo>
                  <a:lnTo>
                    <a:pt x="888" y="13508"/>
                  </a:lnTo>
                  <a:close/>
                  <a:moveTo>
                    <a:pt x="24221" y="14312"/>
                  </a:moveTo>
                  <a:lnTo>
                    <a:pt x="24974" y="14446"/>
                  </a:lnTo>
                  <a:cubicBezTo>
                    <a:pt x="24958" y="14563"/>
                    <a:pt x="24941" y="14680"/>
                    <a:pt x="24907" y="14814"/>
                  </a:cubicBezTo>
                  <a:lnTo>
                    <a:pt x="24154" y="14647"/>
                  </a:lnTo>
                  <a:cubicBezTo>
                    <a:pt x="24188" y="14546"/>
                    <a:pt x="24204" y="14429"/>
                    <a:pt x="24221" y="14312"/>
                  </a:cubicBezTo>
                  <a:close/>
                  <a:moveTo>
                    <a:pt x="24171" y="14245"/>
                  </a:moveTo>
                  <a:lnTo>
                    <a:pt x="24171" y="14278"/>
                  </a:lnTo>
                  <a:cubicBezTo>
                    <a:pt x="24154" y="14412"/>
                    <a:pt x="24121" y="14546"/>
                    <a:pt x="24104" y="14663"/>
                  </a:cubicBezTo>
                  <a:lnTo>
                    <a:pt x="24104" y="14697"/>
                  </a:lnTo>
                  <a:lnTo>
                    <a:pt x="24941" y="14864"/>
                  </a:lnTo>
                  <a:lnTo>
                    <a:pt x="24941" y="14847"/>
                  </a:lnTo>
                  <a:cubicBezTo>
                    <a:pt x="24974" y="14697"/>
                    <a:pt x="25008" y="14563"/>
                    <a:pt x="25025" y="14429"/>
                  </a:cubicBezTo>
                  <a:lnTo>
                    <a:pt x="25025" y="14396"/>
                  </a:lnTo>
                  <a:lnTo>
                    <a:pt x="24171" y="14245"/>
                  </a:lnTo>
                  <a:close/>
                  <a:moveTo>
                    <a:pt x="1038" y="14747"/>
                  </a:moveTo>
                  <a:cubicBezTo>
                    <a:pt x="1055" y="14864"/>
                    <a:pt x="1088" y="14965"/>
                    <a:pt x="1122" y="15082"/>
                  </a:cubicBezTo>
                  <a:lnTo>
                    <a:pt x="369" y="15266"/>
                  </a:lnTo>
                  <a:cubicBezTo>
                    <a:pt x="335" y="15149"/>
                    <a:pt x="318" y="15032"/>
                    <a:pt x="285" y="14898"/>
                  </a:cubicBezTo>
                  <a:lnTo>
                    <a:pt x="1038" y="14747"/>
                  </a:lnTo>
                  <a:close/>
                  <a:moveTo>
                    <a:pt x="1105" y="14680"/>
                  </a:moveTo>
                  <a:lnTo>
                    <a:pt x="235" y="14847"/>
                  </a:lnTo>
                  <a:lnTo>
                    <a:pt x="235" y="14881"/>
                  </a:lnTo>
                  <a:cubicBezTo>
                    <a:pt x="268" y="15015"/>
                    <a:pt x="302" y="15165"/>
                    <a:pt x="335" y="15299"/>
                  </a:cubicBezTo>
                  <a:lnTo>
                    <a:pt x="335" y="15316"/>
                  </a:lnTo>
                  <a:lnTo>
                    <a:pt x="1189" y="15115"/>
                  </a:lnTo>
                  <a:lnTo>
                    <a:pt x="1189" y="15082"/>
                  </a:lnTo>
                  <a:cubicBezTo>
                    <a:pt x="1155" y="14948"/>
                    <a:pt x="1122" y="14831"/>
                    <a:pt x="1105" y="14697"/>
                  </a:cubicBezTo>
                  <a:lnTo>
                    <a:pt x="1105" y="14680"/>
                  </a:lnTo>
                  <a:close/>
                  <a:moveTo>
                    <a:pt x="23970" y="15467"/>
                  </a:moveTo>
                  <a:lnTo>
                    <a:pt x="24706" y="15668"/>
                  </a:lnTo>
                  <a:cubicBezTo>
                    <a:pt x="24673" y="15785"/>
                    <a:pt x="24640" y="15919"/>
                    <a:pt x="24606" y="16036"/>
                  </a:cubicBezTo>
                  <a:lnTo>
                    <a:pt x="23870" y="15802"/>
                  </a:lnTo>
                  <a:cubicBezTo>
                    <a:pt x="23903" y="15684"/>
                    <a:pt x="23937" y="15584"/>
                    <a:pt x="23970" y="15467"/>
                  </a:cubicBezTo>
                  <a:close/>
                  <a:moveTo>
                    <a:pt x="23920" y="15400"/>
                  </a:moveTo>
                  <a:lnTo>
                    <a:pt x="23920" y="15433"/>
                  </a:lnTo>
                  <a:cubicBezTo>
                    <a:pt x="23886" y="15550"/>
                    <a:pt x="23836" y="15684"/>
                    <a:pt x="23803" y="15802"/>
                  </a:cubicBezTo>
                  <a:lnTo>
                    <a:pt x="23803" y="15835"/>
                  </a:lnTo>
                  <a:lnTo>
                    <a:pt x="24623" y="16103"/>
                  </a:lnTo>
                  <a:lnTo>
                    <a:pt x="24623" y="16086"/>
                  </a:lnTo>
                  <a:cubicBezTo>
                    <a:pt x="24673" y="15935"/>
                    <a:pt x="24723" y="15802"/>
                    <a:pt x="24757" y="15668"/>
                  </a:cubicBezTo>
                  <a:lnTo>
                    <a:pt x="24757" y="15634"/>
                  </a:lnTo>
                  <a:lnTo>
                    <a:pt x="23920" y="15400"/>
                  </a:lnTo>
                  <a:close/>
                  <a:moveTo>
                    <a:pt x="1339" y="15902"/>
                  </a:moveTo>
                  <a:cubicBezTo>
                    <a:pt x="1373" y="16019"/>
                    <a:pt x="1406" y="16120"/>
                    <a:pt x="1457" y="16220"/>
                  </a:cubicBezTo>
                  <a:lnTo>
                    <a:pt x="737" y="16488"/>
                  </a:lnTo>
                  <a:cubicBezTo>
                    <a:pt x="687" y="16371"/>
                    <a:pt x="653" y="16237"/>
                    <a:pt x="620" y="16120"/>
                  </a:cubicBezTo>
                  <a:lnTo>
                    <a:pt x="1339" y="15902"/>
                  </a:lnTo>
                  <a:close/>
                  <a:moveTo>
                    <a:pt x="1406" y="15835"/>
                  </a:moveTo>
                  <a:lnTo>
                    <a:pt x="570" y="16086"/>
                  </a:lnTo>
                  <a:lnTo>
                    <a:pt x="570" y="16120"/>
                  </a:lnTo>
                  <a:cubicBezTo>
                    <a:pt x="603" y="16253"/>
                    <a:pt x="653" y="16387"/>
                    <a:pt x="703" y="16521"/>
                  </a:cubicBezTo>
                  <a:lnTo>
                    <a:pt x="703" y="16538"/>
                  </a:lnTo>
                  <a:lnTo>
                    <a:pt x="1524" y="16253"/>
                  </a:lnTo>
                  <a:lnTo>
                    <a:pt x="1524" y="16237"/>
                  </a:lnTo>
                  <a:cubicBezTo>
                    <a:pt x="1473" y="16103"/>
                    <a:pt x="1440" y="15986"/>
                    <a:pt x="1406" y="15852"/>
                  </a:cubicBezTo>
                  <a:lnTo>
                    <a:pt x="1406" y="15835"/>
                  </a:lnTo>
                  <a:close/>
                  <a:moveTo>
                    <a:pt x="23602" y="16605"/>
                  </a:moveTo>
                  <a:lnTo>
                    <a:pt x="24305" y="16890"/>
                  </a:lnTo>
                  <a:cubicBezTo>
                    <a:pt x="24255" y="17007"/>
                    <a:pt x="24221" y="17124"/>
                    <a:pt x="24171" y="17224"/>
                  </a:cubicBezTo>
                  <a:lnTo>
                    <a:pt x="23468" y="16923"/>
                  </a:lnTo>
                  <a:cubicBezTo>
                    <a:pt x="23501" y="16823"/>
                    <a:pt x="23552" y="16722"/>
                    <a:pt x="23602" y="16605"/>
                  </a:cubicBezTo>
                  <a:close/>
                  <a:moveTo>
                    <a:pt x="23535" y="16538"/>
                  </a:moveTo>
                  <a:lnTo>
                    <a:pt x="23535" y="16572"/>
                  </a:lnTo>
                  <a:cubicBezTo>
                    <a:pt x="23485" y="16689"/>
                    <a:pt x="23434" y="16806"/>
                    <a:pt x="23384" y="16940"/>
                  </a:cubicBezTo>
                  <a:lnTo>
                    <a:pt x="23384" y="16957"/>
                  </a:lnTo>
                  <a:lnTo>
                    <a:pt x="24171" y="17308"/>
                  </a:lnTo>
                  <a:lnTo>
                    <a:pt x="24171" y="17275"/>
                  </a:lnTo>
                  <a:cubicBezTo>
                    <a:pt x="24238" y="17141"/>
                    <a:pt x="24288" y="17007"/>
                    <a:pt x="24338" y="16890"/>
                  </a:cubicBezTo>
                  <a:lnTo>
                    <a:pt x="24338" y="16856"/>
                  </a:lnTo>
                  <a:lnTo>
                    <a:pt x="23535" y="16538"/>
                  </a:lnTo>
                  <a:close/>
                  <a:moveTo>
                    <a:pt x="21007" y="20589"/>
                  </a:moveTo>
                  <a:lnTo>
                    <a:pt x="21543" y="21124"/>
                  </a:lnTo>
                  <a:cubicBezTo>
                    <a:pt x="21459" y="21208"/>
                    <a:pt x="21376" y="21292"/>
                    <a:pt x="21275" y="21392"/>
                  </a:cubicBezTo>
                  <a:lnTo>
                    <a:pt x="20756" y="20840"/>
                  </a:lnTo>
                  <a:lnTo>
                    <a:pt x="20773" y="20823"/>
                  </a:lnTo>
                  <a:cubicBezTo>
                    <a:pt x="20840" y="20756"/>
                    <a:pt x="20924" y="20672"/>
                    <a:pt x="21007" y="20589"/>
                  </a:cubicBezTo>
                  <a:close/>
                  <a:moveTo>
                    <a:pt x="21007" y="20522"/>
                  </a:moveTo>
                  <a:lnTo>
                    <a:pt x="20974" y="20539"/>
                  </a:lnTo>
                  <a:cubicBezTo>
                    <a:pt x="20890" y="20639"/>
                    <a:pt x="20790" y="20723"/>
                    <a:pt x="20706" y="20823"/>
                  </a:cubicBezTo>
                  <a:lnTo>
                    <a:pt x="20689" y="20840"/>
                  </a:lnTo>
                  <a:lnTo>
                    <a:pt x="21275" y="21459"/>
                  </a:lnTo>
                  <a:lnTo>
                    <a:pt x="21309" y="21442"/>
                  </a:lnTo>
                  <a:cubicBezTo>
                    <a:pt x="21392" y="21359"/>
                    <a:pt x="21509" y="21242"/>
                    <a:pt x="21610" y="21141"/>
                  </a:cubicBezTo>
                  <a:lnTo>
                    <a:pt x="21627" y="21124"/>
                  </a:lnTo>
                  <a:lnTo>
                    <a:pt x="21007" y="20522"/>
                  </a:lnTo>
                  <a:close/>
                  <a:moveTo>
                    <a:pt x="20103" y="21409"/>
                  </a:moveTo>
                  <a:lnTo>
                    <a:pt x="20589" y="21995"/>
                  </a:lnTo>
                  <a:cubicBezTo>
                    <a:pt x="20488" y="22079"/>
                    <a:pt x="20388" y="22145"/>
                    <a:pt x="20304" y="22229"/>
                  </a:cubicBezTo>
                  <a:lnTo>
                    <a:pt x="19836" y="21627"/>
                  </a:lnTo>
                  <a:lnTo>
                    <a:pt x="19852" y="21610"/>
                  </a:lnTo>
                  <a:cubicBezTo>
                    <a:pt x="19936" y="21543"/>
                    <a:pt x="20036" y="21476"/>
                    <a:pt x="20103" y="21409"/>
                  </a:cubicBezTo>
                  <a:close/>
                  <a:moveTo>
                    <a:pt x="20103" y="21342"/>
                  </a:moveTo>
                  <a:lnTo>
                    <a:pt x="20087" y="21359"/>
                  </a:lnTo>
                  <a:cubicBezTo>
                    <a:pt x="19986" y="21442"/>
                    <a:pt x="19886" y="21509"/>
                    <a:pt x="19769" y="21593"/>
                  </a:cubicBezTo>
                  <a:lnTo>
                    <a:pt x="19752" y="21610"/>
                  </a:lnTo>
                  <a:lnTo>
                    <a:pt x="20288" y="22296"/>
                  </a:lnTo>
                  <a:lnTo>
                    <a:pt x="20304" y="22279"/>
                  </a:lnTo>
                  <a:cubicBezTo>
                    <a:pt x="20438" y="22196"/>
                    <a:pt x="20539" y="22112"/>
                    <a:pt x="20639" y="22012"/>
                  </a:cubicBezTo>
                  <a:lnTo>
                    <a:pt x="20656" y="21995"/>
                  </a:lnTo>
                  <a:lnTo>
                    <a:pt x="20103" y="21342"/>
                  </a:lnTo>
                  <a:close/>
                  <a:moveTo>
                    <a:pt x="6395" y="22346"/>
                  </a:moveTo>
                  <a:lnTo>
                    <a:pt x="6696" y="22514"/>
                  </a:lnTo>
                  <a:lnTo>
                    <a:pt x="6311" y="23183"/>
                  </a:lnTo>
                  <a:cubicBezTo>
                    <a:pt x="6194" y="23116"/>
                    <a:pt x="6093" y="23049"/>
                    <a:pt x="5993" y="22982"/>
                  </a:cubicBezTo>
                  <a:lnTo>
                    <a:pt x="6395" y="22346"/>
                  </a:lnTo>
                  <a:close/>
                  <a:moveTo>
                    <a:pt x="6378" y="22279"/>
                  </a:moveTo>
                  <a:lnTo>
                    <a:pt x="5926" y="23016"/>
                  </a:lnTo>
                  <a:lnTo>
                    <a:pt x="5943" y="23033"/>
                  </a:lnTo>
                  <a:cubicBezTo>
                    <a:pt x="6060" y="23100"/>
                    <a:pt x="6177" y="23167"/>
                    <a:pt x="6311" y="23233"/>
                  </a:cubicBezTo>
                  <a:lnTo>
                    <a:pt x="6328" y="23250"/>
                  </a:lnTo>
                  <a:lnTo>
                    <a:pt x="6763" y="22514"/>
                  </a:lnTo>
                  <a:lnTo>
                    <a:pt x="6746" y="22497"/>
                  </a:lnTo>
                  <a:lnTo>
                    <a:pt x="6395" y="22296"/>
                  </a:lnTo>
                  <a:lnTo>
                    <a:pt x="6378" y="22279"/>
                  </a:lnTo>
                  <a:close/>
                  <a:moveTo>
                    <a:pt x="7449" y="22915"/>
                  </a:moveTo>
                  <a:cubicBezTo>
                    <a:pt x="7549" y="22966"/>
                    <a:pt x="7650" y="23016"/>
                    <a:pt x="7750" y="23066"/>
                  </a:cubicBezTo>
                  <a:lnTo>
                    <a:pt x="7449" y="23769"/>
                  </a:lnTo>
                  <a:lnTo>
                    <a:pt x="7114" y="23602"/>
                  </a:lnTo>
                  <a:lnTo>
                    <a:pt x="7449" y="22915"/>
                  </a:lnTo>
                  <a:close/>
                  <a:moveTo>
                    <a:pt x="7416" y="22865"/>
                  </a:moveTo>
                  <a:lnTo>
                    <a:pt x="7031" y="23635"/>
                  </a:lnTo>
                  <a:lnTo>
                    <a:pt x="7064" y="23635"/>
                  </a:lnTo>
                  <a:cubicBezTo>
                    <a:pt x="7165" y="23685"/>
                    <a:pt x="7282" y="23752"/>
                    <a:pt x="7399" y="23803"/>
                  </a:cubicBezTo>
                  <a:lnTo>
                    <a:pt x="7449" y="23819"/>
                  </a:lnTo>
                  <a:lnTo>
                    <a:pt x="7466" y="23836"/>
                  </a:lnTo>
                  <a:lnTo>
                    <a:pt x="7817" y="23033"/>
                  </a:lnTo>
                  <a:lnTo>
                    <a:pt x="7801" y="23033"/>
                  </a:lnTo>
                  <a:cubicBezTo>
                    <a:pt x="7683" y="22982"/>
                    <a:pt x="7566" y="22932"/>
                    <a:pt x="7449" y="22865"/>
                  </a:cubicBezTo>
                  <a:close/>
                  <a:moveTo>
                    <a:pt x="8537" y="23384"/>
                  </a:moveTo>
                  <a:cubicBezTo>
                    <a:pt x="8654" y="23418"/>
                    <a:pt x="8755" y="23468"/>
                    <a:pt x="8872" y="23501"/>
                  </a:cubicBezTo>
                  <a:lnTo>
                    <a:pt x="8621" y="24221"/>
                  </a:lnTo>
                  <a:cubicBezTo>
                    <a:pt x="8520" y="24188"/>
                    <a:pt x="8386" y="24137"/>
                    <a:pt x="8269" y="24104"/>
                  </a:cubicBezTo>
                  <a:lnTo>
                    <a:pt x="8537" y="23384"/>
                  </a:lnTo>
                  <a:close/>
                  <a:moveTo>
                    <a:pt x="8504" y="23317"/>
                  </a:moveTo>
                  <a:lnTo>
                    <a:pt x="8202" y="24137"/>
                  </a:lnTo>
                  <a:lnTo>
                    <a:pt x="8236" y="24154"/>
                  </a:lnTo>
                  <a:lnTo>
                    <a:pt x="8637" y="24305"/>
                  </a:lnTo>
                  <a:lnTo>
                    <a:pt x="8654" y="24305"/>
                  </a:lnTo>
                  <a:lnTo>
                    <a:pt x="8939" y="23451"/>
                  </a:lnTo>
                  <a:lnTo>
                    <a:pt x="8905" y="23451"/>
                  </a:lnTo>
                  <a:cubicBezTo>
                    <a:pt x="8788" y="23401"/>
                    <a:pt x="8654" y="23367"/>
                    <a:pt x="8537" y="23317"/>
                  </a:cubicBezTo>
                  <a:close/>
                  <a:moveTo>
                    <a:pt x="15919" y="23635"/>
                  </a:moveTo>
                  <a:lnTo>
                    <a:pt x="16136" y="24355"/>
                  </a:lnTo>
                  <a:lnTo>
                    <a:pt x="15768" y="24455"/>
                  </a:lnTo>
                  <a:lnTo>
                    <a:pt x="15584" y="23719"/>
                  </a:lnTo>
                  <a:lnTo>
                    <a:pt x="15601" y="23719"/>
                  </a:lnTo>
                  <a:cubicBezTo>
                    <a:pt x="15701" y="23685"/>
                    <a:pt x="15818" y="23652"/>
                    <a:pt x="15919" y="23635"/>
                  </a:cubicBezTo>
                  <a:close/>
                  <a:moveTo>
                    <a:pt x="15919" y="23585"/>
                  </a:moveTo>
                  <a:cubicBezTo>
                    <a:pt x="15802" y="23618"/>
                    <a:pt x="15668" y="23652"/>
                    <a:pt x="15551" y="23685"/>
                  </a:cubicBezTo>
                  <a:lnTo>
                    <a:pt x="15534" y="23685"/>
                  </a:lnTo>
                  <a:lnTo>
                    <a:pt x="15735" y="24522"/>
                  </a:lnTo>
                  <a:lnTo>
                    <a:pt x="15768" y="24539"/>
                  </a:lnTo>
                  <a:cubicBezTo>
                    <a:pt x="15902" y="24506"/>
                    <a:pt x="16036" y="24472"/>
                    <a:pt x="16170" y="24422"/>
                  </a:cubicBezTo>
                  <a:lnTo>
                    <a:pt x="16203" y="24422"/>
                  </a:lnTo>
                  <a:lnTo>
                    <a:pt x="15969" y="23585"/>
                  </a:lnTo>
                  <a:close/>
                  <a:moveTo>
                    <a:pt x="9675" y="23736"/>
                  </a:moveTo>
                  <a:cubicBezTo>
                    <a:pt x="9792" y="23769"/>
                    <a:pt x="9910" y="23803"/>
                    <a:pt x="10027" y="23819"/>
                  </a:cubicBezTo>
                  <a:lnTo>
                    <a:pt x="9859" y="24573"/>
                  </a:lnTo>
                  <a:lnTo>
                    <a:pt x="9491" y="24472"/>
                  </a:lnTo>
                  <a:lnTo>
                    <a:pt x="9675" y="23736"/>
                  </a:lnTo>
                  <a:close/>
                  <a:moveTo>
                    <a:pt x="9642" y="23685"/>
                  </a:moveTo>
                  <a:lnTo>
                    <a:pt x="9424" y="24522"/>
                  </a:lnTo>
                  <a:lnTo>
                    <a:pt x="9441" y="24522"/>
                  </a:lnTo>
                  <a:lnTo>
                    <a:pt x="9859" y="24623"/>
                  </a:lnTo>
                  <a:lnTo>
                    <a:pt x="9876" y="24623"/>
                  </a:lnTo>
                  <a:lnTo>
                    <a:pt x="10077" y="23769"/>
                  </a:lnTo>
                  <a:lnTo>
                    <a:pt x="10044" y="23769"/>
                  </a:lnTo>
                  <a:cubicBezTo>
                    <a:pt x="9910" y="23736"/>
                    <a:pt x="9792" y="23719"/>
                    <a:pt x="9659" y="23685"/>
                  </a:cubicBezTo>
                  <a:close/>
                  <a:moveTo>
                    <a:pt x="14747" y="23903"/>
                  </a:moveTo>
                  <a:lnTo>
                    <a:pt x="14898" y="24656"/>
                  </a:lnTo>
                  <a:cubicBezTo>
                    <a:pt x="14781" y="24690"/>
                    <a:pt x="14647" y="24706"/>
                    <a:pt x="14529" y="24723"/>
                  </a:cubicBezTo>
                  <a:lnTo>
                    <a:pt x="14412" y="23970"/>
                  </a:lnTo>
                  <a:lnTo>
                    <a:pt x="14429" y="23953"/>
                  </a:lnTo>
                  <a:cubicBezTo>
                    <a:pt x="14546" y="23936"/>
                    <a:pt x="14663" y="23920"/>
                    <a:pt x="14747" y="23903"/>
                  </a:cubicBezTo>
                  <a:close/>
                  <a:moveTo>
                    <a:pt x="10847" y="23987"/>
                  </a:moveTo>
                  <a:lnTo>
                    <a:pt x="11198" y="24037"/>
                  </a:lnTo>
                  <a:lnTo>
                    <a:pt x="11115" y="24790"/>
                  </a:lnTo>
                  <a:cubicBezTo>
                    <a:pt x="10981" y="24773"/>
                    <a:pt x="10864" y="24757"/>
                    <a:pt x="10747" y="24740"/>
                  </a:cubicBezTo>
                  <a:lnTo>
                    <a:pt x="10847" y="23987"/>
                  </a:lnTo>
                  <a:close/>
                  <a:moveTo>
                    <a:pt x="14764" y="23853"/>
                  </a:moveTo>
                  <a:cubicBezTo>
                    <a:pt x="14647" y="23886"/>
                    <a:pt x="14513" y="23903"/>
                    <a:pt x="14379" y="23920"/>
                  </a:cubicBezTo>
                  <a:lnTo>
                    <a:pt x="14345" y="23920"/>
                  </a:lnTo>
                  <a:lnTo>
                    <a:pt x="14479" y="24790"/>
                  </a:lnTo>
                  <a:lnTo>
                    <a:pt x="14513" y="24790"/>
                  </a:lnTo>
                  <a:lnTo>
                    <a:pt x="14931" y="24706"/>
                  </a:lnTo>
                  <a:lnTo>
                    <a:pt x="14965" y="24706"/>
                  </a:lnTo>
                  <a:lnTo>
                    <a:pt x="14797" y="23853"/>
                  </a:lnTo>
                  <a:close/>
                  <a:moveTo>
                    <a:pt x="10814" y="23920"/>
                  </a:moveTo>
                  <a:lnTo>
                    <a:pt x="10680" y="24790"/>
                  </a:lnTo>
                  <a:lnTo>
                    <a:pt x="10730" y="24790"/>
                  </a:lnTo>
                  <a:cubicBezTo>
                    <a:pt x="10864" y="24807"/>
                    <a:pt x="10998" y="24824"/>
                    <a:pt x="11148" y="24840"/>
                  </a:cubicBezTo>
                  <a:lnTo>
                    <a:pt x="11249" y="23970"/>
                  </a:lnTo>
                  <a:lnTo>
                    <a:pt x="11232" y="23970"/>
                  </a:lnTo>
                  <a:cubicBezTo>
                    <a:pt x="11098" y="23953"/>
                    <a:pt x="10964" y="23936"/>
                    <a:pt x="10830" y="23920"/>
                  </a:cubicBezTo>
                  <a:close/>
                  <a:moveTo>
                    <a:pt x="13575" y="24070"/>
                  </a:moveTo>
                  <a:lnTo>
                    <a:pt x="13642" y="24824"/>
                  </a:lnTo>
                  <a:lnTo>
                    <a:pt x="13274" y="24857"/>
                  </a:lnTo>
                  <a:lnTo>
                    <a:pt x="13224" y="24087"/>
                  </a:lnTo>
                  <a:lnTo>
                    <a:pt x="13241" y="24087"/>
                  </a:lnTo>
                  <a:cubicBezTo>
                    <a:pt x="13358" y="24087"/>
                    <a:pt x="13475" y="24087"/>
                    <a:pt x="13575" y="24070"/>
                  </a:cubicBezTo>
                  <a:close/>
                  <a:moveTo>
                    <a:pt x="12387" y="24104"/>
                  </a:moveTo>
                  <a:lnTo>
                    <a:pt x="12387" y="24874"/>
                  </a:lnTo>
                  <a:cubicBezTo>
                    <a:pt x="12253" y="24874"/>
                    <a:pt x="12136" y="24857"/>
                    <a:pt x="12002" y="24857"/>
                  </a:cubicBezTo>
                  <a:lnTo>
                    <a:pt x="12052" y="24104"/>
                  </a:lnTo>
                  <a:close/>
                  <a:moveTo>
                    <a:pt x="13609" y="24020"/>
                  </a:moveTo>
                  <a:cubicBezTo>
                    <a:pt x="13475" y="24020"/>
                    <a:pt x="13341" y="24037"/>
                    <a:pt x="13207" y="24037"/>
                  </a:cubicBezTo>
                  <a:lnTo>
                    <a:pt x="13190" y="24037"/>
                  </a:lnTo>
                  <a:lnTo>
                    <a:pt x="13224" y="24907"/>
                  </a:lnTo>
                  <a:lnTo>
                    <a:pt x="13257" y="24907"/>
                  </a:lnTo>
                  <a:cubicBezTo>
                    <a:pt x="13391" y="24907"/>
                    <a:pt x="13542" y="24891"/>
                    <a:pt x="13676" y="24874"/>
                  </a:cubicBezTo>
                  <a:lnTo>
                    <a:pt x="13709" y="24874"/>
                  </a:lnTo>
                  <a:lnTo>
                    <a:pt x="13626" y="24020"/>
                  </a:lnTo>
                  <a:close/>
                  <a:moveTo>
                    <a:pt x="12002" y="24037"/>
                  </a:moveTo>
                  <a:lnTo>
                    <a:pt x="11952" y="24907"/>
                  </a:lnTo>
                  <a:lnTo>
                    <a:pt x="11985" y="24907"/>
                  </a:lnTo>
                  <a:lnTo>
                    <a:pt x="12404" y="24924"/>
                  </a:lnTo>
                  <a:lnTo>
                    <a:pt x="12437" y="24924"/>
                  </a:lnTo>
                  <a:lnTo>
                    <a:pt x="12437" y="24054"/>
                  </a:lnTo>
                  <a:lnTo>
                    <a:pt x="12420" y="24054"/>
                  </a:lnTo>
                  <a:cubicBezTo>
                    <a:pt x="12286" y="24037"/>
                    <a:pt x="12153" y="24037"/>
                    <a:pt x="12019" y="2403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0" name="Google Shape;1000;p32"/>
          <p:cNvGrpSpPr/>
          <p:nvPr/>
        </p:nvGrpSpPr>
        <p:grpSpPr>
          <a:xfrm rot="-5400000" flipH="1">
            <a:off x="66202" y="481683"/>
            <a:ext cx="465355" cy="267299"/>
            <a:chOff x="5170200" y="1827055"/>
            <a:chExt cx="336458" cy="193247"/>
          </a:xfrm>
        </p:grpSpPr>
        <p:sp>
          <p:nvSpPr>
            <p:cNvPr id="1001" name="Google Shape;1001;p32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2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2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2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2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2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2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2"/>
            <p:cNvSpPr/>
            <p:nvPr/>
          </p:nvSpPr>
          <p:spPr>
            <a:xfrm flipH="1">
              <a:off x="5331652" y="1832505"/>
              <a:ext cx="747" cy="124276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2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2"/>
            <p:cNvSpPr/>
            <p:nvPr/>
          </p:nvSpPr>
          <p:spPr>
            <a:xfrm>
              <a:off x="5467914" y="1829519"/>
              <a:ext cx="1548" cy="122937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1" name="Google Shape;1011;p32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1012" name="Google Shape;1012;p32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1013" name="Google Shape;1013;p32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4" name="Google Shape;1014;p32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5" name="Google Shape;1015;p32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016" name="Google Shape;1016;p32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3"/>
          <p:cNvSpPr txBox="1">
            <a:spLocks noGrp="1"/>
          </p:cNvSpPr>
          <p:nvPr>
            <p:ph type="ctrTitle"/>
          </p:nvPr>
        </p:nvSpPr>
        <p:spPr>
          <a:xfrm>
            <a:off x="720040" y="535000"/>
            <a:ext cx="43407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19" name="Google Shape;1019;p33"/>
          <p:cNvSpPr txBox="1">
            <a:spLocks noGrp="1"/>
          </p:cNvSpPr>
          <p:nvPr>
            <p:ph type="subTitle" idx="1"/>
          </p:nvPr>
        </p:nvSpPr>
        <p:spPr>
          <a:xfrm>
            <a:off x="715100" y="1532800"/>
            <a:ext cx="4350600" cy="11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20" name="Google Shape;1020;p33"/>
          <p:cNvSpPr/>
          <p:nvPr/>
        </p:nvSpPr>
        <p:spPr>
          <a:xfrm>
            <a:off x="1609025" y="275660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33"/>
          <p:cNvSpPr/>
          <p:nvPr/>
        </p:nvSpPr>
        <p:spPr>
          <a:xfrm>
            <a:off x="6495825" y="-94622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2" name="Google Shape;1022;p33"/>
          <p:cNvGrpSpPr/>
          <p:nvPr/>
        </p:nvGrpSpPr>
        <p:grpSpPr>
          <a:xfrm rot="10800000">
            <a:off x="8428907" y="264711"/>
            <a:ext cx="394890" cy="2708974"/>
            <a:chOff x="1091626" y="1489114"/>
            <a:chExt cx="502981" cy="3450483"/>
          </a:xfrm>
        </p:grpSpPr>
        <p:sp>
          <p:nvSpPr>
            <p:cNvPr id="1023" name="Google Shape;1023;p33"/>
            <p:cNvSpPr/>
            <p:nvPr/>
          </p:nvSpPr>
          <p:spPr>
            <a:xfrm>
              <a:off x="1343105" y="1489114"/>
              <a:ext cx="152621" cy="3450483"/>
            </a:xfrm>
            <a:custGeom>
              <a:avLst/>
              <a:gdLst/>
              <a:ahLst/>
              <a:cxnLst/>
              <a:rect l="l" t="t" r="r" b="b"/>
              <a:pathLst>
                <a:path w="6796" h="153645" extrusionOk="0">
                  <a:moveTo>
                    <a:pt x="6511" y="1"/>
                  </a:moveTo>
                  <a:lnTo>
                    <a:pt x="6511" y="8956"/>
                  </a:lnTo>
                  <a:lnTo>
                    <a:pt x="0" y="15384"/>
                  </a:lnTo>
                  <a:lnTo>
                    <a:pt x="0" y="153644"/>
                  </a:lnTo>
                  <a:lnTo>
                    <a:pt x="285" y="153644"/>
                  </a:lnTo>
                  <a:lnTo>
                    <a:pt x="285" y="15501"/>
                  </a:lnTo>
                  <a:lnTo>
                    <a:pt x="6796" y="9073"/>
                  </a:lnTo>
                  <a:lnTo>
                    <a:pt x="679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3"/>
            <p:cNvSpPr/>
            <p:nvPr/>
          </p:nvSpPr>
          <p:spPr>
            <a:xfrm>
              <a:off x="1482925" y="3087864"/>
              <a:ext cx="24097" cy="1851733"/>
            </a:xfrm>
            <a:custGeom>
              <a:avLst/>
              <a:gdLst/>
              <a:ahLst/>
              <a:cxnLst/>
              <a:rect l="l" t="t" r="r" b="b"/>
              <a:pathLst>
                <a:path w="1073" h="82455" extrusionOk="0">
                  <a:moveTo>
                    <a:pt x="1" y="0"/>
                  </a:moveTo>
                  <a:lnTo>
                    <a:pt x="1" y="2126"/>
                  </a:lnTo>
                  <a:lnTo>
                    <a:pt x="1072" y="2126"/>
                  </a:lnTo>
                  <a:lnTo>
                    <a:pt x="1072" y="0"/>
                  </a:lnTo>
                  <a:close/>
                  <a:moveTo>
                    <a:pt x="1" y="4787"/>
                  </a:moveTo>
                  <a:lnTo>
                    <a:pt x="1" y="6913"/>
                  </a:lnTo>
                  <a:lnTo>
                    <a:pt x="1072" y="6913"/>
                  </a:lnTo>
                  <a:lnTo>
                    <a:pt x="1072" y="4787"/>
                  </a:lnTo>
                  <a:close/>
                  <a:moveTo>
                    <a:pt x="1" y="9574"/>
                  </a:moveTo>
                  <a:lnTo>
                    <a:pt x="1" y="11700"/>
                  </a:lnTo>
                  <a:lnTo>
                    <a:pt x="1072" y="11700"/>
                  </a:lnTo>
                  <a:lnTo>
                    <a:pt x="1072" y="9574"/>
                  </a:lnTo>
                  <a:close/>
                  <a:moveTo>
                    <a:pt x="1" y="14345"/>
                  </a:moveTo>
                  <a:lnTo>
                    <a:pt x="1" y="16471"/>
                  </a:lnTo>
                  <a:lnTo>
                    <a:pt x="1072" y="16471"/>
                  </a:lnTo>
                  <a:lnTo>
                    <a:pt x="1072" y="14345"/>
                  </a:lnTo>
                  <a:close/>
                  <a:moveTo>
                    <a:pt x="1" y="19132"/>
                  </a:moveTo>
                  <a:lnTo>
                    <a:pt x="1" y="21258"/>
                  </a:lnTo>
                  <a:lnTo>
                    <a:pt x="1072" y="21258"/>
                  </a:lnTo>
                  <a:lnTo>
                    <a:pt x="1072" y="19132"/>
                  </a:lnTo>
                  <a:close/>
                  <a:moveTo>
                    <a:pt x="1" y="23919"/>
                  </a:moveTo>
                  <a:lnTo>
                    <a:pt x="1" y="26045"/>
                  </a:lnTo>
                  <a:lnTo>
                    <a:pt x="1072" y="26045"/>
                  </a:lnTo>
                  <a:lnTo>
                    <a:pt x="1072" y="23919"/>
                  </a:lnTo>
                  <a:close/>
                  <a:moveTo>
                    <a:pt x="1" y="28690"/>
                  </a:moveTo>
                  <a:lnTo>
                    <a:pt x="1" y="30816"/>
                  </a:lnTo>
                  <a:lnTo>
                    <a:pt x="1072" y="30816"/>
                  </a:lnTo>
                  <a:lnTo>
                    <a:pt x="1072" y="28690"/>
                  </a:lnTo>
                  <a:close/>
                  <a:moveTo>
                    <a:pt x="1" y="33477"/>
                  </a:moveTo>
                  <a:lnTo>
                    <a:pt x="1" y="35603"/>
                  </a:lnTo>
                  <a:lnTo>
                    <a:pt x="1072" y="35603"/>
                  </a:lnTo>
                  <a:lnTo>
                    <a:pt x="1072" y="33477"/>
                  </a:lnTo>
                  <a:close/>
                  <a:moveTo>
                    <a:pt x="1" y="38264"/>
                  </a:moveTo>
                  <a:lnTo>
                    <a:pt x="1" y="40390"/>
                  </a:lnTo>
                  <a:lnTo>
                    <a:pt x="1072" y="40390"/>
                  </a:lnTo>
                  <a:lnTo>
                    <a:pt x="1072" y="38264"/>
                  </a:lnTo>
                  <a:close/>
                  <a:moveTo>
                    <a:pt x="1" y="43052"/>
                  </a:moveTo>
                  <a:lnTo>
                    <a:pt x="1" y="45177"/>
                  </a:lnTo>
                  <a:lnTo>
                    <a:pt x="1072" y="45177"/>
                  </a:lnTo>
                  <a:lnTo>
                    <a:pt x="1072" y="43052"/>
                  </a:lnTo>
                  <a:close/>
                  <a:moveTo>
                    <a:pt x="1" y="47822"/>
                  </a:moveTo>
                  <a:lnTo>
                    <a:pt x="1" y="49948"/>
                  </a:lnTo>
                  <a:lnTo>
                    <a:pt x="1072" y="49948"/>
                  </a:lnTo>
                  <a:lnTo>
                    <a:pt x="1072" y="47822"/>
                  </a:lnTo>
                  <a:close/>
                  <a:moveTo>
                    <a:pt x="1" y="52609"/>
                  </a:moveTo>
                  <a:lnTo>
                    <a:pt x="1" y="54735"/>
                  </a:lnTo>
                  <a:lnTo>
                    <a:pt x="1072" y="54735"/>
                  </a:lnTo>
                  <a:lnTo>
                    <a:pt x="1072" y="52609"/>
                  </a:lnTo>
                  <a:close/>
                  <a:moveTo>
                    <a:pt x="1" y="57397"/>
                  </a:moveTo>
                  <a:lnTo>
                    <a:pt x="1" y="59522"/>
                  </a:lnTo>
                  <a:lnTo>
                    <a:pt x="1072" y="59522"/>
                  </a:lnTo>
                  <a:lnTo>
                    <a:pt x="1072" y="57397"/>
                  </a:lnTo>
                  <a:close/>
                  <a:moveTo>
                    <a:pt x="1" y="62167"/>
                  </a:moveTo>
                  <a:lnTo>
                    <a:pt x="1" y="64293"/>
                  </a:lnTo>
                  <a:lnTo>
                    <a:pt x="1072" y="64293"/>
                  </a:lnTo>
                  <a:lnTo>
                    <a:pt x="1072" y="62167"/>
                  </a:lnTo>
                  <a:close/>
                  <a:moveTo>
                    <a:pt x="1" y="66954"/>
                  </a:moveTo>
                  <a:lnTo>
                    <a:pt x="1" y="69080"/>
                  </a:lnTo>
                  <a:lnTo>
                    <a:pt x="1072" y="69080"/>
                  </a:lnTo>
                  <a:lnTo>
                    <a:pt x="1072" y="66954"/>
                  </a:lnTo>
                  <a:close/>
                  <a:moveTo>
                    <a:pt x="1" y="71741"/>
                  </a:moveTo>
                  <a:lnTo>
                    <a:pt x="1" y="73867"/>
                  </a:lnTo>
                  <a:lnTo>
                    <a:pt x="1072" y="73867"/>
                  </a:lnTo>
                  <a:lnTo>
                    <a:pt x="1072" y="71741"/>
                  </a:lnTo>
                  <a:close/>
                  <a:moveTo>
                    <a:pt x="1" y="76529"/>
                  </a:moveTo>
                  <a:lnTo>
                    <a:pt x="1" y="78638"/>
                  </a:lnTo>
                  <a:lnTo>
                    <a:pt x="1072" y="78638"/>
                  </a:lnTo>
                  <a:lnTo>
                    <a:pt x="1072" y="76529"/>
                  </a:lnTo>
                  <a:close/>
                  <a:moveTo>
                    <a:pt x="1" y="81299"/>
                  </a:moveTo>
                  <a:lnTo>
                    <a:pt x="1" y="82454"/>
                  </a:lnTo>
                  <a:lnTo>
                    <a:pt x="1072" y="82454"/>
                  </a:lnTo>
                  <a:lnTo>
                    <a:pt x="1072" y="81299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3"/>
            <p:cNvSpPr/>
            <p:nvPr/>
          </p:nvSpPr>
          <p:spPr>
            <a:xfrm>
              <a:off x="1091626" y="2103731"/>
              <a:ext cx="502981" cy="502599"/>
            </a:xfrm>
            <a:custGeom>
              <a:avLst/>
              <a:gdLst/>
              <a:ahLst/>
              <a:cxnLst/>
              <a:rect l="l" t="t" r="r" b="b"/>
              <a:pathLst>
                <a:path w="22397" h="22380" extrusionOk="0">
                  <a:moveTo>
                    <a:pt x="10495" y="0"/>
                  </a:moveTo>
                  <a:cubicBezTo>
                    <a:pt x="10127" y="17"/>
                    <a:pt x="9742" y="67"/>
                    <a:pt x="9374" y="118"/>
                  </a:cubicBezTo>
                  <a:lnTo>
                    <a:pt x="9457" y="670"/>
                  </a:lnTo>
                  <a:cubicBezTo>
                    <a:pt x="9809" y="620"/>
                    <a:pt x="10177" y="570"/>
                    <a:pt x="10529" y="553"/>
                  </a:cubicBezTo>
                  <a:lnTo>
                    <a:pt x="10495" y="0"/>
                  </a:lnTo>
                  <a:close/>
                  <a:moveTo>
                    <a:pt x="11935" y="0"/>
                  </a:moveTo>
                  <a:lnTo>
                    <a:pt x="11884" y="553"/>
                  </a:lnTo>
                  <a:cubicBezTo>
                    <a:pt x="12236" y="570"/>
                    <a:pt x="12604" y="620"/>
                    <a:pt x="12972" y="670"/>
                  </a:cubicBezTo>
                  <a:lnTo>
                    <a:pt x="13056" y="118"/>
                  </a:lnTo>
                  <a:cubicBezTo>
                    <a:pt x="12688" y="67"/>
                    <a:pt x="12303" y="17"/>
                    <a:pt x="11935" y="0"/>
                  </a:cubicBezTo>
                  <a:close/>
                  <a:moveTo>
                    <a:pt x="7984" y="452"/>
                  </a:moveTo>
                  <a:cubicBezTo>
                    <a:pt x="7616" y="553"/>
                    <a:pt x="7248" y="687"/>
                    <a:pt x="6913" y="837"/>
                  </a:cubicBezTo>
                  <a:lnTo>
                    <a:pt x="7114" y="1340"/>
                  </a:lnTo>
                  <a:cubicBezTo>
                    <a:pt x="7449" y="1206"/>
                    <a:pt x="7800" y="1088"/>
                    <a:pt x="8135" y="971"/>
                  </a:cubicBezTo>
                  <a:lnTo>
                    <a:pt x="7984" y="452"/>
                  </a:lnTo>
                  <a:close/>
                  <a:moveTo>
                    <a:pt x="14445" y="452"/>
                  </a:moveTo>
                  <a:lnTo>
                    <a:pt x="14278" y="988"/>
                  </a:lnTo>
                  <a:cubicBezTo>
                    <a:pt x="14629" y="1088"/>
                    <a:pt x="14964" y="1206"/>
                    <a:pt x="15299" y="1340"/>
                  </a:cubicBezTo>
                  <a:lnTo>
                    <a:pt x="15517" y="837"/>
                  </a:lnTo>
                  <a:cubicBezTo>
                    <a:pt x="15165" y="687"/>
                    <a:pt x="14797" y="553"/>
                    <a:pt x="14445" y="452"/>
                  </a:cubicBezTo>
                  <a:close/>
                  <a:moveTo>
                    <a:pt x="5624" y="1457"/>
                  </a:moveTo>
                  <a:cubicBezTo>
                    <a:pt x="5289" y="1641"/>
                    <a:pt x="4971" y="1858"/>
                    <a:pt x="4670" y="2093"/>
                  </a:cubicBezTo>
                  <a:lnTo>
                    <a:pt x="4988" y="2528"/>
                  </a:lnTo>
                  <a:cubicBezTo>
                    <a:pt x="5273" y="2310"/>
                    <a:pt x="5591" y="2126"/>
                    <a:pt x="5892" y="1942"/>
                  </a:cubicBezTo>
                  <a:lnTo>
                    <a:pt x="5624" y="1457"/>
                  </a:lnTo>
                  <a:close/>
                  <a:moveTo>
                    <a:pt x="16789" y="1457"/>
                  </a:moveTo>
                  <a:lnTo>
                    <a:pt x="16504" y="1942"/>
                  </a:lnTo>
                  <a:cubicBezTo>
                    <a:pt x="16822" y="2126"/>
                    <a:pt x="17124" y="2327"/>
                    <a:pt x="17425" y="2545"/>
                  </a:cubicBezTo>
                  <a:lnTo>
                    <a:pt x="17743" y="2093"/>
                  </a:lnTo>
                  <a:cubicBezTo>
                    <a:pt x="17442" y="1858"/>
                    <a:pt x="17124" y="1641"/>
                    <a:pt x="16789" y="1457"/>
                  </a:cubicBezTo>
                  <a:close/>
                  <a:moveTo>
                    <a:pt x="3565" y="2980"/>
                  </a:moveTo>
                  <a:cubicBezTo>
                    <a:pt x="3281" y="3248"/>
                    <a:pt x="3030" y="3516"/>
                    <a:pt x="2779" y="3800"/>
                  </a:cubicBezTo>
                  <a:lnTo>
                    <a:pt x="3180" y="4168"/>
                  </a:lnTo>
                  <a:cubicBezTo>
                    <a:pt x="3415" y="3901"/>
                    <a:pt x="3666" y="3633"/>
                    <a:pt x="3934" y="3398"/>
                  </a:cubicBezTo>
                  <a:lnTo>
                    <a:pt x="3565" y="2980"/>
                  </a:lnTo>
                  <a:close/>
                  <a:moveTo>
                    <a:pt x="18848" y="2997"/>
                  </a:moveTo>
                  <a:lnTo>
                    <a:pt x="18463" y="3398"/>
                  </a:lnTo>
                  <a:cubicBezTo>
                    <a:pt x="18730" y="3649"/>
                    <a:pt x="18981" y="3901"/>
                    <a:pt x="19216" y="4168"/>
                  </a:cubicBezTo>
                  <a:lnTo>
                    <a:pt x="19634" y="3817"/>
                  </a:lnTo>
                  <a:cubicBezTo>
                    <a:pt x="19383" y="3516"/>
                    <a:pt x="19115" y="3248"/>
                    <a:pt x="18848" y="2997"/>
                  </a:cubicBezTo>
                  <a:close/>
                  <a:moveTo>
                    <a:pt x="1908" y="4938"/>
                  </a:moveTo>
                  <a:cubicBezTo>
                    <a:pt x="1691" y="5240"/>
                    <a:pt x="1490" y="5574"/>
                    <a:pt x="1306" y="5909"/>
                  </a:cubicBezTo>
                  <a:lnTo>
                    <a:pt x="1808" y="6177"/>
                  </a:lnTo>
                  <a:cubicBezTo>
                    <a:pt x="1975" y="5859"/>
                    <a:pt x="2159" y="5541"/>
                    <a:pt x="2360" y="5240"/>
                  </a:cubicBezTo>
                  <a:lnTo>
                    <a:pt x="1908" y="4938"/>
                  </a:lnTo>
                  <a:close/>
                  <a:moveTo>
                    <a:pt x="20505" y="4938"/>
                  </a:moveTo>
                  <a:lnTo>
                    <a:pt x="20036" y="5256"/>
                  </a:lnTo>
                  <a:lnTo>
                    <a:pt x="20053" y="5256"/>
                  </a:lnTo>
                  <a:cubicBezTo>
                    <a:pt x="20254" y="5541"/>
                    <a:pt x="20438" y="5859"/>
                    <a:pt x="20605" y="6177"/>
                  </a:cubicBezTo>
                  <a:lnTo>
                    <a:pt x="21091" y="5909"/>
                  </a:lnTo>
                  <a:cubicBezTo>
                    <a:pt x="20906" y="5574"/>
                    <a:pt x="20722" y="5256"/>
                    <a:pt x="20505" y="4938"/>
                  </a:cubicBezTo>
                  <a:close/>
                  <a:moveTo>
                    <a:pt x="720" y="7198"/>
                  </a:moveTo>
                  <a:cubicBezTo>
                    <a:pt x="586" y="7566"/>
                    <a:pt x="469" y="7918"/>
                    <a:pt x="368" y="8286"/>
                  </a:cubicBezTo>
                  <a:lnTo>
                    <a:pt x="904" y="8437"/>
                  </a:lnTo>
                  <a:cubicBezTo>
                    <a:pt x="1004" y="8085"/>
                    <a:pt x="1105" y="7734"/>
                    <a:pt x="1239" y="7399"/>
                  </a:cubicBezTo>
                  <a:lnTo>
                    <a:pt x="720" y="7198"/>
                  </a:lnTo>
                  <a:close/>
                  <a:moveTo>
                    <a:pt x="21676" y="7215"/>
                  </a:moveTo>
                  <a:lnTo>
                    <a:pt x="21158" y="7416"/>
                  </a:lnTo>
                  <a:cubicBezTo>
                    <a:pt x="21291" y="7750"/>
                    <a:pt x="21409" y="8085"/>
                    <a:pt x="21492" y="8437"/>
                  </a:cubicBezTo>
                  <a:lnTo>
                    <a:pt x="22028" y="8303"/>
                  </a:lnTo>
                  <a:cubicBezTo>
                    <a:pt x="21927" y="7935"/>
                    <a:pt x="21810" y="7566"/>
                    <a:pt x="21676" y="7215"/>
                  </a:cubicBezTo>
                  <a:close/>
                  <a:moveTo>
                    <a:pt x="100" y="9692"/>
                  </a:moveTo>
                  <a:cubicBezTo>
                    <a:pt x="50" y="10060"/>
                    <a:pt x="17" y="10445"/>
                    <a:pt x="0" y="10830"/>
                  </a:cubicBezTo>
                  <a:lnTo>
                    <a:pt x="552" y="10847"/>
                  </a:lnTo>
                  <a:cubicBezTo>
                    <a:pt x="569" y="10479"/>
                    <a:pt x="603" y="10127"/>
                    <a:pt x="653" y="9759"/>
                  </a:cubicBezTo>
                  <a:lnTo>
                    <a:pt x="100" y="9692"/>
                  </a:lnTo>
                  <a:close/>
                  <a:moveTo>
                    <a:pt x="22312" y="9692"/>
                  </a:moveTo>
                  <a:lnTo>
                    <a:pt x="21760" y="9759"/>
                  </a:lnTo>
                  <a:lnTo>
                    <a:pt x="21760" y="9776"/>
                  </a:lnTo>
                  <a:cubicBezTo>
                    <a:pt x="21810" y="10127"/>
                    <a:pt x="21827" y="10479"/>
                    <a:pt x="21844" y="10847"/>
                  </a:cubicBezTo>
                  <a:lnTo>
                    <a:pt x="22396" y="10830"/>
                  </a:lnTo>
                  <a:cubicBezTo>
                    <a:pt x="22396" y="10445"/>
                    <a:pt x="22363" y="10060"/>
                    <a:pt x="22312" y="9692"/>
                  </a:cubicBezTo>
                  <a:close/>
                  <a:moveTo>
                    <a:pt x="21794" y="12203"/>
                  </a:moveTo>
                  <a:cubicBezTo>
                    <a:pt x="21760" y="12554"/>
                    <a:pt x="21710" y="12906"/>
                    <a:pt x="21643" y="13274"/>
                  </a:cubicBezTo>
                  <a:lnTo>
                    <a:pt x="22195" y="13375"/>
                  </a:lnTo>
                  <a:cubicBezTo>
                    <a:pt x="22262" y="13006"/>
                    <a:pt x="22312" y="12621"/>
                    <a:pt x="22363" y="12253"/>
                  </a:cubicBezTo>
                  <a:lnTo>
                    <a:pt x="21794" y="12203"/>
                  </a:lnTo>
                  <a:close/>
                  <a:moveTo>
                    <a:pt x="603" y="12203"/>
                  </a:moveTo>
                  <a:lnTo>
                    <a:pt x="50" y="12253"/>
                  </a:lnTo>
                  <a:cubicBezTo>
                    <a:pt x="84" y="12621"/>
                    <a:pt x="134" y="13006"/>
                    <a:pt x="218" y="13391"/>
                  </a:cubicBezTo>
                  <a:lnTo>
                    <a:pt x="753" y="13274"/>
                  </a:lnTo>
                  <a:cubicBezTo>
                    <a:pt x="686" y="12906"/>
                    <a:pt x="636" y="12554"/>
                    <a:pt x="603" y="12203"/>
                  </a:cubicBezTo>
                  <a:close/>
                  <a:moveTo>
                    <a:pt x="1105" y="14580"/>
                  </a:moveTo>
                  <a:lnTo>
                    <a:pt x="586" y="14747"/>
                  </a:lnTo>
                  <a:lnTo>
                    <a:pt x="569" y="14747"/>
                  </a:lnTo>
                  <a:cubicBezTo>
                    <a:pt x="703" y="15115"/>
                    <a:pt x="837" y="15467"/>
                    <a:pt x="1004" y="15818"/>
                  </a:cubicBezTo>
                  <a:lnTo>
                    <a:pt x="1506" y="15584"/>
                  </a:lnTo>
                  <a:cubicBezTo>
                    <a:pt x="1356" y="15266"/>
                    <a:pt x="1222" y="14915"/>
                    <a:pt x="1105" y="14580"/>
                  </a:cubicBezTo>
                  <a:close/>
                  <a:moveTo>
                    <a:pt x="21291" y="14580"/>
                  </a:moveTo>
                  <a:cubicBezTo>
                    <a:pt x="21174" y="14931"/>
                    <a:pt x="21040" y="15266"/>
                    <a:pt x="20906" y="15584"/>
                  </a:cubicBezTo>
                  <a:lnTo>
                    <a:pt x="21409" y="15818"/>
                  </a:lnTo>
                  <a:cubicBezTo>
                    <a:pt x="21559" y="15484"/>
                    <a:pt x="21710" y="15115"/>
                    <a:pt x="21827" y="14764"/>
                  </a:cubicBezTo>
                  <a:lnTo>
                    <a:pt x="21291" y="14580"/>
                  </a:lnTo>
                  <a:close/>
                  <a:moveTo>
                    <a:pt x="2143" y="16772"/>
                  </a:moveTo>
                  <a:lnTo>
                    <a:pt x="1674" y="17074"/>
                  </a:lnTo>
                  <a:cubicBezTo>
                    <a:pt x="1858" y="17392"/>
                    <a:pt x="2092" y="17710"/>
                    <a:pt x="2327" y="18011"/>
                  </a:cubicBezTo>
                  <a:lnTo>
                    <a:pt x="2762" y="17676"/>
                  </a:lnTo>
                  <a:cubicBezTo>
                    <a:pt x="2544" y="17392"/>
                    <a:pt x="2343" y="17091"/>
                    <a:pt x="2143" y="16772"/>
                  </a:cubicBezTo>
                  <a:close/>
                  <a:moveTo>
                    <a:pt x="20254" y="16789"/>
                  </a:moveTo>
                  <a:cubicBezTo>
                    <a:pt x="20070" y="17091"/>
                    <a:pt x="19852" y="17392"/>
                    <a:pt x="19651" y="17676"/>
                  </a:cubicBezTo>
                  <a:lnTo>
                    <a:pt x="20086" y="18011"/>
                  </a:lnTo>
                  <a:cubicBezTo>
                    <a:pt x="20321" y="17710"/>
                    <a:pt x="20538" y="17409"/>
                    <a:pt x="20739" y="17074"/>
                  </a:cubicBezTo>
                  <a:lnTo>
                    <a:pt x="20254" y="16789"/>
                  </a:lnTo>
                  <a:close/>
                  <a:moveTo>
                    <a:pt x="3649" y="18681"/>
                  </a:moveTo>
                  <a:lnTo>
                    <a:pt x="3264" y="19082"/>
                  </a:lnTo>
                  <a:lnTo>
                    <a:pt x="3247" y="19082"/>
                  </a:lnTo>
                  <a:cubicBezTo>
                    <a:pt x="3515" y="19350"/>
                    <a:pt x="3800" y="19601"/>
                    <a:pt x="4101" y="19852"/>
                  </a:cubicBezTo>
                  <a:lnTo>
                    <a:pt x="4452" y="19417"/>
                  </a:lnTo>
                  <a:cubicBezTo>
                    <a:pt x="4185" y="19183"/>
                    <a:pt x="3917" y="18949"/>
                    <a:pt x="3649" y="18681"/>
                  </a:cubicBezTo>
                  <a:close/>
                  <a:moveTo>
                    <a:pt x="18747" y="18697"/>
                  </a:moveTo>
                  <a:cubicBezTo>
                    <a:pt x="18496" y="18949"/>
                    <a:pt x="18228" y="19200"/>
                    <a:pt x="17944" y="19417"/>
                  </a:cubicBezTo>
                  <a:lnTo>
                    <a:pt x="18312" y="19852"/>
                  </a:lnTo>
                  <a:cubicBezTo>
                    <a:pt x="18597" y="19618"/>
                    <a:pt x="18881" y="19350"/>
                    <a:pt x="19149" y="19082"/>
                  </a:cubicBezTo>
                  <a:lnTo>
                    <a:pt x="18747" y="18697"/>
                  </a:lnTo>
                  <a:close/>
                  <a:moveTo>
                    <a:pt x="5540" y="20221"/>
                  </a:moveTo>
                  <a:lnTo>
                    <a:pt x="5256" y="20689"/>
                  </a:lnTo>
                  <a:cubicBezTo>
                    <a:pt x="5574" y="20890"/>
                    <a:pt x="5909" y="21074"/>
                    <a:pt x="6243" y="21242"/>
                  </a:cubicBezTo>
                  <a:lnTo>
                    <a:pt x="6495" y="20740"/>
                  </a:lnTo>
                  <a:cubicBezTo>
                    <a:pt x="6177" y="20589"/>
                    <a:pt x="5858" y="20405"/>
                    <a:pt x="5540" y="20221"/>
                  </a:cubicBezTo>
                  <a:close/>
                  <a:moveTo>
                    <a:pt x="16856" y="20221"/>
                  </a:moveTo>
                  <a:cubicBezTo>
                    <a:pt x="16538" y="20405"/>
                    <a:pt x="16220" y="20589"/>
                    <a:pt x="15902" y="20740"/>
                  </a:cubicBezTo>
                  <a:lnTo>
                    <a:pt x="16153" y="21242"/>
                  </a:lnTo>
                  <a:cubicBezTo>
                    <a:pt x="16487" y="21074"/>
                    <a:pt x="16822" y="20890"/>
                    <a:pt x="17140" y="20689"/>
                  </a:cubicBezTo>
                  <a:lnTo>
                    <a:pt x="16856" y="20221"/>
                  </a:lnTo>
                  <a:close/>
                  <a:moveTo>
                    <a:pt x="7750" y="21258"/>
                  </a:moveTo>
                  <a:lnTo>
                    <a:pt x="7566" y="21777"/>
                  </a:lnTo>
                  <a:lnTo>
                    <a:pt x="7566" y="21794"/>
                  </a:lnTo>
                  <a:cubicBezTo>
                    <a:pt x="7917" y="21911"/>
                    <a:pt x="8286" y="22012"/>
                    <a:pt x="8671" y="22095"/>
                  </a:cubicBezTo>
                  <a:lnTo>
                    <a:pt x="8804" y="21560"/>
                  </a:lnTo>
                  <a:cubicBezTo>
                    <a:pt x="8436" y="21476"/>
                    <a:pt x="8101" y="21376"/>
                    <a:pt x="7750" y="21258"/>
                  </a:cubicBezTo>
                  <a:close/>
                  <a:moveTo>
                    <a:pt x="14663" y="21258"/>
                  </a:moveTo>
                  <a:cubicBezTo>
                    <a:pt x="14328" y="21376"/>
                    <a:pt x="13977" y="21476"/>
                    <a:pt x="13625" y="21560"/>
                  </a:cubicBezTo>
                  <a:lnTo>
                    <a:pt x="13759" y="22095"/>
                  </a:lnTo>
                  <a:cubicBezTo>
                    <a:pt x="14111" y="22012"/>
                    <a:pt x="14496" y="21911"/>
                    <a:pt x="14847" y="21777"/>
                  </a:cubicBezTo>
                  <a:lnTo>
                    <a:pt x="14663" y="21258"/>
                  </a:lnTo>
                  <a:close/>
                  <a:moveTo>
                    <a:pt x="10127" y="21777"/>
                  </a:moveTo>
                  <a:lnTo>
                    <a:pt x="10077" y="22330"/>
                  </a:lnTo>
                  <a:lnTo>
                    <a:pt x="10060" y="22330"/>
                  </a:lnTo>
                  <a:cubicBezTo>
                    <a:pt x="10445" y="22380"/>
                    <a:pt x="10830" y="22380"/>
                    <a:pt x="11215" y="22380"/>
                  </a:cubicBezTo>
                  <a:cubicBezTo>
                    <a:pt x="11583" y="22380"/>
                    <a:pt x="11968" y="22363"/>
                    <a:pt x="12336" y="22330"/>
                  </a:cubicBezTo>
                  <a:lnTo>
                    <a:pt x="12286" y="21777"/>
                  </a:lnTo>
                  <a:cubicBezTo>
                    <a:pt x="11935" y="21811"/>
                    <a:pt x="11566" y="21828"/>
                    <a:pt x="11215" y="21828"/>
                  </a:cubicBezTo>
                  <a:cubicBezTo>
                    <a:pt x="10847" y="21828"/>
                    <a:pt x="10478" y="21811"/>
                    <a:pt x="10127" y="2177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6" name="Google Shape;1026;p33"/>
          <p:cNvGrpSpPr/>
          <p:nvPr/>
        </p:nvGrpSpPr>
        <p:grpSpPr>
          <a:xfrm>
            <a:off x="165650" y="260513"/>
            <a:ext cx="8807500" cy="4622450"/>
            <a:chOff x="165650" y="260513"/>
            <a:chExt cx="8807500" cy="4622450"/>
          </a:xfrm>
        </p:grpSpPr>
        <p:grpSp>
          <p:nvGrpSpPr>
            <p:cNvPr id="1027" name="Google Shape;1027;p33"/>
            <p:cNvGrpSpPr/>
            <p:nvPr/>
          </p:nvGrpSpPr>
          <p:grpSpPr>
            <a:xfrm>
              <a:off x="3017550" y="260513"/>
              <a:ext cx="5955600" cy="4596013"/>
              <a:chOff x="3002250" y="299588"/>
              <a:chExt cx="5955600" cy="4596013"/>
            </a:xfrm>
          </p:grpSpPr>
          <p:cxnSp>
            <p:nvCxnSpPr>
              <p:cNvPr id="1028" name="Google Shape;1028;p33"/>
              <p:cNvCxnSpPr/>
              <p:nvPr/>
            </p:nvCxnSpPr>
            <p:spPr>
              <a:xfrm>
                <a:off x="8953075" y="299588"/>
                <a:ext cx="0" cy="45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9" name="Google Shape;1029;p33"/>
              <p:cNvCxnSpPr/>
              <p:nvPr/>
            </p:nvCxnSpPr>
            <p:spPr>
              <a:xfrm rot="10800000">
                <a:off x="3002250" y="300625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0" name="Google Shape;1030;p33"/>
              <p:cNvCxnSpPr/>
              <p:nvPr/>
            </p:nvCxnSpPr>
            <p:spPr>
              <a:xfrm rot="10800000">
                <a:off x="3002250" y="4895600"/>
                <a:ext cx="595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031" name="Google Shape;1031;p33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32" name="Google Shape;1032;p33"/>
          <p:cNvSpPr>
            <a:spLocks noGrp="1"/>
          </p:cNvSpPr>
          <p:nvPr>
            <p:ph type="pic" idx="2"/>
          </p:nvPr>
        </p:nvSpPr>
        <p:spPr>
          <a:xfrm>
            <a:off x="5584925" y="474300"/>
            <a:ext cx="2742300" cy="41949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1033" name="Google Shape;1033;p33"/>
          <p:cNvSpPr txBox="1"/>
          <p:nvPr/>
        </p:nvSpPr>
        <p:spPr>
          <a:xfrm>
            <a:off x="713100" y="3790525"/>
            <a:ext cx="435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CREDITS: This presentation template was created by </a:t>
            </a:r>
            <a:r>
              <a:rPr lang="en" sz="1100" b="1" u="sng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, and includes icons by </a:t>
            </a:r>
            <a:r>
              <a:rPr lang="en" sz="1100" b="1" u="sng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and infographics &amp; images by </a:t>
            </a:r>
            <a:r>
              <a:rPr lang="en" sz="1100" b="1" u="sng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 u="sng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4"/>
          <p:cNvSpPr/>
          <p:nvPr/>
        </p:nvSpPr>
        <p:spPr>
          <a:xfrm>
            <a:off x="-973425" y="2744250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4"/>
          <p:cNvSpPr/>
          <p:nvPr/>
        </p:nvSpPr>
        <p:spPr>
          <a:xfrm>
            <a:off x="6728800" y="-1154275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7" name="Google Shape;1037;p34"/>
          <p:cNvGrpSpPr/>
          <p:nvPr/>
        </p:nvGrpSpPr>
        <p:grpSpPr>
          <a:xfrm rot="5400000">
            <a:off x="8581525" y="374209"/>
            <a:ext cx="518768" cy="291386"/>
            <a:chOff x="3654925" y="3123571"/>
            <a:chExt cx="518768" cy="291386"/>
          </a:xfrm>
        </p:grpSpPr>
        <p:sp>
          <p:nvSpPr>
            <p:cNvPr id="1038" name="Google Shape;1038;p34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3911277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4128935" y="3132577"/>
              <a:ext cx="22" cy="192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34"/>
          <p:cNvGrpSpPr/>
          <p:nvPr/>
        </p:nvGrpSpPr>
        <p:grpSpPr>
          <a:xfrm>
            <a:off x="308679" y="255838"/>
            <a:ext cx="8669658" cy="4629880"/>
            <a:chOff x="308679" y="260513"/>
            <a:chExt cx="8669658" cy="4629880"/>
          </a:xfrm>
        </p:grpSpPr>
        <p:cxnSp>
          <p:nvCxnSpPr>
            <p:cNvPr id="1049" name="Google Shape;1049;p34"/>
            <p:cNvCxnSpPr/>
            <p:nvPr/>
          </p:nvCxnSpPr>
          <p:spPr>
            <a:xfrm rot="10800000">
              <a:off x="8978338" y="26051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50" name="Google Shape;1050;p34"/>
            <p:cNvGrpSpPr/>
            <p:nvPr/>
          </p:nvGrpSpPr>
          <p:grpSpPr>
            <a:xfrm rot="10800000">
              <a:off x="308679" y="4324682"/>
              <a:ext cx="343982" cy="565711"/>
              <a:chOff x="4335679" y="240044"/>
              <a:chExt cx="343982" cy="565711"/>
            </a:xfrm>
          </p:grpSpPr>
          <p:sp>
            <p:nvSpPr>
              <p:cNvPr id="1051" name="Google Shape;1051;p34"/>
              <p:cNvSpPr/>
              <p:nvPr/>
            </p:nvSpPr>
            <p:spPr>
              <a:xfrm>
                <a:off x="4427396" y="542958"/>
                <a:ext cx="163536" cy="163558"/>
              </a:xfrm>
              <a:custGeom>
                <a:avLst/>
                <a:gdLst/>
                <a:ahLst/>
                <a:cxnLst/>
                <a:rect l="l" t="t" r="r" b="b"/>
                <a:pathLst>
                  <a:path w="7282" h="7283" extrusionOk="0">
                    <a:moveTo>
                      <a:pt x="3415" y="1"/>
                    </a:moveTo>
                    <a:cubicBezTo>
                      <a:pt x="3281" y="1"/>
                      <a:pt x="3164" y="18"/>
                      <a:pt x="3047" y="34"/>
                    </a:cubicBezTo>
                    <a:lnTo>
                      <a:pt x="3064" y="219"/>
                    </a:lnTo>
                    <a:cubicBezTo>
                      <a:pt x="3181" y="202"/>
                      <a:pt x="3298" y="185"/>
                      <a:pt x="3415" y="185"/>
                    </a:cubicBezTo>
                    <a:lnTo>
                      <a:pt x="3415" y="1"/>
                    </a:lnTo>
                    <a:close/>
                    <a:moveTo>
                      <a:pt x="3867" y="1"/>
                    </a:moveTo>
                    <a:lnTo>
                      <a:pt x="3867" y="185"/>
                    </a:lnTo>
                    <a:cubicBezTo>
                      <a:pt x="3985" y="185"/>
                      <a:pt x="4102" y="202"/>
                      <a:pt x="4202" y="219"/>
                    </a:cubicBezTo>
                    <a:lnTo>
                      <a:pt x="4236" y="34"/>
                    </a:lnTo>
                    <a:cubicBezTo>
                      <a:pt x="4118" y="18"/>
                      <a:pt x="4001" y="1"/>
                      <a:pt x="3867" y="1"/>
                    </a:cubicBezTo>
                    <a:close/>
                    <a:moveTo>
                      <a:pt x="4688" y="135"/>
                    </a:moveTo>
                    <a:lnTo>
                      <a:pt x="4637" y="319"/>
                    </a:lnTo>
                    <a:cubicBezTo>
                      <a:pt x="4754" y="352"/>
                      <a:pt x="4855" y="386"/>
                      <a:pt x="4972" y="436"/>
                    </a:cubicBezTo>
                    <a:lnTo>
                      <a:pt x="5039" y="269"/>
                    </a:lnTo>
                    <a:cubicBezTo>
                      <a:pt x="4922" y="219"/>
                      <a:pt x="4805" y="168"/>
                      <a:pt x="4688" y="135"/>
                    </a:cubicBezTo>
                    <a:close/>
                    <a:moveTo>
                      <a:pt x="2595" y="135"/>
                    </a:moveTo>
                    <a:cubicBezTo>
                      <a:pt x="2478" y="185"/>
                      <a:pt x="2361" y="219"/>
                      <a:pt x="2244" y="269"/>
                    </a:cubicBezTo>
                    <a:lnTo>
                      <a:pt x="2327" y="453"/>
                    </a:lnTo>
                    <a:cubicBezTo>
                      <a:pt x="2428" y="403"/>
                      <a:pt x="2528" y="352"/>
                      <a:pt x="2645" y="319"/>
                    </a:cubicBezTo>
                    <a:lnTo>
                      <a:pt x="2595" y="135"/>
                    </a:lnTo>
                    <a:close/>
                    <a:moveTo>
                      <a:pt x="1842" y="470"/>
                    </a:moveTo>
                    <a:cubicBezTo>
                      <a:pt x="1725" y="537"/>
                      <a:pt x="1624" y="604"/>
                      <a:pt x="1524" y="671"/>
                    </a:cubicBezTo>
                    <a:lnTo>
                      <a:pt x="1624" y="821"/>
                    </a:lnTo>
                    <a:cubicBezTo>
                      <a:pt x="1725" y="754"/>
                      <a:pt x="1825" y="687"/>
                      <a:pt x="1926" y="620"/>
                    </a:cubicBezTo>
                    <a:lnTo>
                      <a:pt x="1842" y="470"/>
                    </a:lnTo>
                    <a:close/>
                    <a:moveTo>
                      <a:pt x="5457" y="470"/>
                    </a:moveTo>
                    <a:lnTo>
                      <a:pt x="5374" y="620"/>
                    </a:lnTo>
                    <a:lnTo>
                      <a:pt x="5374" y="637"/>
                    </a:lnTo>
                    <a:cubicBezTo>
                      <a:pt x="5474" y="687"/>
                      <a:pt x="5575" y="754"/>
                      <a:pt x="5658" y="821"/>
                    </a:cubicBezTo>
                    <a:lnTo>
                      <a:pt x="5776" y="671"/>
                    </a:lnTo>
                    <a:cubicBezTo>
                      <a:pt x="5675" y="604"/>
                      <a:pt x="5575" y="537"/>
                      <a:pt x="5457" y="470"/>
                    </a:cubicBezTo>
                    <a:close/>
                    <a:moveTo>
                      <a:pt x="6127" y="955"/>
                    </a:moveTo>
                    <a:lnTo>
                      <a:pt x="6010" y="1089"/>
                    </a:lnTo>
                    <a:lnTo>
                      <a:pt x="6010" y="1106"/>
                    </a:lnTo>
                    <a:cubicBezTo>
                      <a:pt x="6094" y="1189"/>
                      <a:pt x="6177" y="1273"/>
                      <a:pt x="6244" y="1340"/>
                    </a:cubicBezTo>
                    <a:lnTo>
                      <a:pt x="6395" y="1223"/>
                    </a:lnTo>
                    <a:cubicBezTo>
                      <a:pt x="6311" y="1139"/>
                      <a:pt x="6227" y="1056"/>
                      <a:pt x="6127" y="955"/>
                    </a:cubicBezTo>
                    <a:close/>
                    <a:moveTo>
                      <a:pt x="1172" y="972"/>
                    </a:moveTo>
                    <a:cubicBezTo>
                      <a:pt x="1072" y="1056"/>
                      <a:pt x="988" y="1139"/>
                      <a:pt x="905" y="1240"/>
                    </a:cubicBezTo>
                    <a:lnTo>
                      <a:pt x="1055" y="1357"/>
                    </a:lnTo>
                    <a:cubicBezTo>
                      <a:pt x="1122" y="1273"/>
                      <a:pt x="1206" y="1189"/>
                      <a:pt x="1290" y="1106"/>
                    </a:cubicBezTo>
                    <a:lnTo>
                      <a:pt x="1172" y="972"/>
                    </a:lnTo>
                    <a:close/>
                    <a:moveTo>
                      <a:pt x="637" y="1608"/>
                    </a:moveTo>
                    <a:cubicBezTo>
                      <a:pt x="553" y="1708"/>
                      <a:pt x="503" y="1809"/>
                      <a:pt x="436" y="1926"/>
                    </a:cubicBezTo>
                    <a:lnTo>
                      <a:pt x="603" y="2010"/>
                    </a:lnTo>
                    <a:cubicBezTo>
                      <a:pt x="654" y="1909"/>
                      <a:pt x="704" y="1809"/>
                      <a:pt x="771" y="1708"/>
                    </a:cubicBezTo>
                    <a:lnTo>
                      <a:pt x="637" y="1608"/>
                    </a:lnTo>
                    <a:close/>
                    <a:moveTo>
                      <a:pt x="6679" y="1608"/>
                    </a:moveTo>
                    <a:lnTo>
                      <a:pt x="6529" y="1708"/>
                    </a:lnTo>
                    <a:cubicBezTo>
                      <a:pt x="6579" y="1809"/>
                      <a:pt x="6646" y="1909"/>
                      <a:pt x="6696" y="2010"/>
                    </a:cubicBezTo>
                    <a:lnTo>
                      <a:pt x="6864" y="1909"/>
                    </a:lnTo>
                    <a:cubicBezTo>
                      <a:pt x="6797" y="1809"/>
                      <a:pt x="6746" y="1708"/>
                      <a:pt x="6679" y="1608"/>
                    </a:cubicBezTo>
                    <a:close/>
                    <a:moveTo>
                      <a:pt x="7048" y="2344"/>
                    </a:moveTo>
                    <a:lnTo>
                      <a:pt x="6880" y="2411"/>
                    </a:lnTo>
                    <a:cubicBezTo>
                      <a:pt x="6930" y="2512"/>
                      <a:pt x="6964" y="2629"/>
                      <a:pt x="6997" y="2729"/>
                    </a:cubicBezTo>
                    <a:lnTo>
                      <a:pt x="7165" y="2696"/>
                    </a:lnTo>
                    <a:cubicBezTo>
                      <a:pt x="7131" y="2579"/>
                      <a:pt x="7098" y="2462"/>
                      <a:pt x="7048" y="2344"/>
                    </a:cubicBezTo>
                    <a:close/>
                    <a:moveTo>
                      <a:pt x="235" y="2344"/>
                    </a:moveTo>
                    <a:cubicBezTo>
                      <a:pt x="185" y="2462"/>
                      <a:pt x="151" y="2579"/>
                      <a:pt x="118" y="2696"/>
                    </a:cubicBezTo>
                    <a:lnTo>
                      <a:pt x="302" y="2746"/>
                    </a:lnTo>
                    <a:cubicBezTo>
                      <a:pt x="319" y="2629"/>
                      <a:pt x="369" y="2512"/>
                      <a:pt x="402" y="2411"/>
                    </a:cubicBezTo>
                    <a:lnTo>
                      <a:pt x="235" y="2344"/>
                    </a:lnTo>
                    <a:close/>
                    <a:moveTo>
                      <a:pt x="7265" y="3148"/>
                    </a:moveTo>
                    <a:lnTo>
                      <a:pt x="7081" y="3165"/>
                    </a:lnTo>
                    <a:lnTo>
                      <a:pt x="7081" y="3181"/>
                    </a:lnTo>
                    <a:cubicBezTo>
                      <a:pt x="7098" y="3282"/>
                      <a:pt x="7098" y="3399"/>
                      <a:pt x="7115" y="3516"/>
                    </a:cubicBezTo>
                    <a:lnTo>
                      <a:pt x="7282" y="3516"/>
                    </a:lnTo>
                    <a:cubicBezTo>
                      <a:pt x="7282" y="3399"/>
                      <a:pt x="7282" y="3265"/>
                      <a:pt x="7265" y="3148"/>
                    </a:cubicBezTo>
                    <a:close/>
                    <a:moveTo>
                      <a:pt x="34" y="3148"/>
                    </a:moveTo>
                    <a:cubicBezTo>
                      <a:pt x="17" y="3265"/>
                      <a:pt x="1" y="3399"/>
                      <a:pt x="1" y="3516"/>
                    </a:cubicBezTo>
                    <a:lnTo>
                      <a:pt x="185" y="3533"/>
                    </a:lnTo>
                    <a:cubicBezTo>
                      <a:pt x="185" y="3416"/>
                      <a:pt x="202" y="3298"/>
                      <a:pt x="218" y="3181"/>
                    </a:cubicBezTo>
                    <a:lnTo>
                      <a:pt x="34" y="3148"/>
                    </a:lnTo>
                    <a:close/>
                    <a:moveTo>
                      <a:pt x="202" y="3968"/>
                    </a:moveTo>
                    <a:lnTo>
                      <a:pt x="17" y="3985"/>
                    </a:lnTo>
                    <a:cubicBezTo>
                      <a:pt x="34" y="4102"/>
                      <a:pt x="51" y="4236"/>
                      <a:pt x="68" y="4353"/>
                    </a:cubicBezTo>
                    <a:lnTo>
                      <a:pt x="252" y="4320"/>
                    </a:lnTo>
                    <a:cubicBezTo>
                      <a:pt x="218" y="4202"/>
                      <a:pt x="202" y="4085"/>
                      <a:pt x="202" y="3968"/>
                    </a:cubicBezTo>
                    <a:close/>
                    <a:moveTo>
                      <a:pt x="7098" y="3968"/>
                    </a:moveTo>
                    <a:cubicBezTo>
                      <a:pt x="7081" y="4085"/>
                      <a:pt x="7064" y="4202"/>
                      <a:pt x="7048" y="4320"/>
                    </a:cubicBezTo>
                    <a:lnTo>
                      <a:pt x="7215" y="4353"/>
                    </a:lnTo>
                    <a:cubicBezTo>
                      <a:pt x="7249" y="4219"/>
                      <a:pt x="7265" y="4102"/>
                      <a:pt x="7265" y="3985"/>
                    </a:cubicBezTo>
                    <a:lnTo>
                      <a:pt x="7098" y="3968"/>
                    </a:lnTo>
                    <a:close/>
                    <a:moveTo>
                      <a:pt x="369" y="4721"/>
                    </a:moveTo>
                    <a:lnTo>
                      <a:pt x="185" y="4788"/>
                    </a:lnTo>
                    <a:lnTo>
                      <a:pt x="185" y="4805"/>
                    </a:lnTo>
                    <a:cubicBezTo>
                      <a:pt x="235" y="4922"/>
                      <a:pt x="269" y="5039"/>
                      <a:pt x="319" y="5123"/>
                    </a:cubicBezTo>
                    <a:lnTo>
                      <a:pt x="486" y="5056"/>
                    </a:lnTo>
                    <a:cubicBezTo>
                      <a:pt x="436" y="4956"/>
                      <a:pt x="402" y="4838"/>
                      <a:pt x="369" y="4721"/>
                    </a:cubicBezTo>
                    <a:close/>
                    <a:moveTo>
                      <a:pt x="6930" y="4738"/>
                    </a:moveTo>
                    <a:cubicBezTo>
                      <a:pt x="6897" y="4855"/>
                      <a:pt x="6847" y="4956"/>
                      <a:pt x="6797" y="5073"/>
                    </a:cubicBezTo>
                    <a:lnTo>
                      <a:pt x="6964" y="5140"/>
                    </a:lnTo>
                    <a:cubicBezTo>
                      <a:pt x="7014" y="5023"/>
                      <a:pt x="7064" y="4905"/>
                      <a:pt x="7098" y="4788"/>
                    </a:cubicBezTo>
                    <a:lnTo>
                      <a:pt x="6930" y="4738"/>
                    </a:lnTo>
                    <a:close/>
                    <a:moveTo>
                      <a:pt x="6596" y="5441"/>
                    </a:moveTo>
                    <a:cubicBezTo>
                      <a:pt x="6529" y="5558"/>
                      <a:pt x="6462" y="5642"/>
                      <a:pt x="6395" y="5742"/>
                    </a:cubicBezTo>
                    <a:lnTo>
                      <a:pt x="6546" y="5843"/>
                    </a:lnTo>
                    <a:cubicBezTo>
                      <a:pt x="6612" y="5759"/>
                      <a:pt x="6679" y="5659"/>
                      <a:pt x="6746" y="5541"/>
                    </a:cubicBezTo>
                    <a:lnTo>
                      <a:pt x="6596" y="5441"/>
                    </a:lnTo>
                    <a:close/>
                    <a:moveTo>
                      <a:pt x="704" y="5458"/>
                    </a:moveTo>
                    <a:lnTo>
                      <a:pt x="553" y="5558"/>
                    </a:lnTo>
                    <a:lnTo>
                      <a:pt x="536" y="5558"/>
                    </a:lnTo>
                    <a:cubicBezTo>
                      <a:pt x="620" y="5659"/>
                      <a:pt x="687" y="5759"/>
                      <a:pt x="771" y="5859"/>
                    </a:cubicBezTo>
                    <a:lnTo>
                      <a:pt x="921" y="5742"/>
                    </a:lnTo>
                    <a:cubicBezTo>
                      <a:pt x="838" y="5659"/>
                      <a:pt x="771" y="5558"/>
                      <a:pt x="704" y="5458"/>
                    </a:cubicBezTo>
                    <a:close/>
                    <a:moveTo>
                      <a:pt x="6094" y="6077"/>
                    </a:moveTo>
                    <a:cubicBezTo>
                      <a:pt x="6010" y="6161"/>
                      <a:pt x="5926" y="6228"/>
                      <a:pt x="5842" y="6311"/>
                    </a:cubicBezTo>
                    <a:lnTo>
                      <a:pt x="5960" y="6445"/>
                    </a:lnTo>
                    <a:cubicBezTo>
                      <a:pt x="6043" y="6362"/>
                      <a:pt x="6144" y="6295"/>
                      <a:pt x="6227" y="6194"/>
                    </a:cubicBezTo>
                    <a:lnTo>
                      <a:pt x="6094" y="6077"/>
                    </a:lnTo>
                    <a:close/>
                    <a:moveTo>
                      <a:pt x="1189" y="6077"/>
                    </a:moveTo>
                    <a:lnTo>
                      <a:pt x="1072" y="6211"/>
                    </a:lnTo>
                    <a:cubicBezTo>
                      <a:pt x="1156" y="6295"/>
                      <a:pt x="1239" y="6378"/>
                      <a:pt x="1340" y="6462"/>
                    </a:cubicBezTo>
                    <a:lnTo>
                      <a:pt x="1457" y="6311"/>
                    </a:lnTo>
                    <a:cubicBezTo>
                      <a:pt x="1357" y="6244"/>
                      <a:pt x="1273" y="6161"/>
                      <a:pt x="1189" y="6077"/>
                    </a:cubicBezTo>
                    <a:close/>
                    <a:moveTo>
                      <a:pt x="1808" y="6562"/>
                    </a:moveTo>
                    <a:lnTo>
                      <a:pt x="1708" y="6730"/>
                    </a:lnTo>
                    <a:cubicBezTo>
                      <a:pt x="1808" y="6780"/>
                      <a:pt x="1926" y="6847"/>
                      <a:pt x="2026" y="6897"/>
                    </a:cubicBezTo>
                    <a:lnTo>
                      <a:pt x="2110" y="6747"/>
                    </a:lnTo>
                    <a:cubicBezTo>
                      <a:pt x="2009" y="6696"/>
                      <a:pt x="1909" y="6629"/>
                      <a:pt x="1808" y="6562"/>
                    </a:cubicBezTo>
                    <a:close/>
                    <a:moveTo>
                      <a:pt x="5474" y="6562"/>
                    </a:moveTo>
                    <a:cubicBezTo>
                      <a:pt x="5374" y="6629"/>
                      <a:pt x="5273" y="6680"/>
                      <a:pt x="5156" y="6730"/>
                    </a:cubicBezTo>
                    <a:lnTo>
                      <a:pt x="5240" y="6897"/>
                    </a:lnTo>
                    <a:cubicBezTo>
                      <a:pt x="5357" y="6847"/>
                      <a:pt x="5457" y="6780"/>
                      <a:pt x="5558" y="6713"/>
                    </a:cubicBezTo>
                    <a:lnTo>
                      <a:pt x="5474" y="6562"/>
                    </a:lnTo>
                    <a:close/>
                    <a:moveTo>
                      <a:pt x="2512" y="6914"/>
                    </a:moveTo>
                    <a:lnTo>
                      <a:pt x="2461" y="7081"/>
                    </a:lnTo>
                    <a:cubicBezTo>
                      <a:pt x="2578" y="7132"/>
                      <a:pt x="2696" y="7148"/>
                      <a:pt x="2813" y="7182"/>
                    </a:cubicBezTo>
                    <a:lnTo>
                      <a:pt x="2846" y="7014"/>
                    </a:lnTo>
                    <a:cubicBezTo>
                      <a:pt x="2746" y="6981"/>
                      <a:pt x="2629" y="6947"/>
                      <a:pt x="2512" y="6914"/>
                    </a:cubicBezTo>
                    <a:close/>
                    <a:moveTo>
                      <a:pt x="4754" y="6914"/>
                    </a:moveTo>
                    <a:cubicBezTo>
                      <a:pt x="4654" y="6947"/>
                      <a:pt x="4537" y="6981"/>
                      <a:pt x="4420" y="7014"/>
                    </a:cubicBezTo>
                    <a:lnTo>
                      <a:pt x="4470" y="7182"/>
                    </a:lnTo>
                    <a:cubicBezTo>
                      <a:pt x="4587" y="7148"/>
                      <a:pt x="4704" y="7115"/>
                      <a:pt x="4821" y="7081"/>
                    </a:cubicBezTo>
                    <a:lnTo>
                      <a:pt x="4754" y="6914"/>
                    </a:lnTo>
                    <a:close/>
                    <a:moveTo>
                      <a:pt x="3281" y="7081"/>
                    </a:moveTo>
                    <a:lnTo>
                      <a:pt x="3265" y="7266"/>
                    </a:lnTo>
                    <a:lnTo>
                      <a:pt x="3281" y="7266"/>
                    </a:lnTo>
                    <a:cubicBezTo>
                      <a:pt x="3399" y="7266"/>
                      <a:pt x="3516" y="7282"/>
                      <a:pt x="3633" y="7282"/>
                    </a:cubicBezTo>
                    <a:cubicBezTo>
                      <a:pt x="3767" y="7282"/>
                      <a:pt x="3884" y="7266"/>
                      <a:pt x="4001" y="7266"/>
                    </a:cubicBezTo>
                    <a:lnTo>
                      <a:pt x="3985" y="7081"/>
                    </a:lnTo>
                    <a:cubicBezTo>
                      <a:pt x="3867" y="7098"/>
                      <a:pt x="3750" y="7098"/>
                      <a:pt x="3633" y="7098"/>
                    </a:cubicBezTo>
                    <a:cubicBezTo>
                      <a:pt x="3516" y="7098"/>
                      <a:pt x="3399" y="7081"/>
                      <a:pt x="3281" y="708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167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4"/>
              <p:cNvSpPr/>
              <p:nvPr/>
            </p:nvSpPr>
            <p:spPr>
              <a:xfrm>
                <a:off x="4518753" y="240044"/>
                <a:ext cx="22" cy="181951"/>
              </a:xfrm>
              <a:custGeom>
                <a:avLst/>
                <a:gdLst/>
                <a:ahLst/>
                <a:cxnLst/>
                <a:rect l="l" t="t" r="r" b="b"/>
                <a:pathLst>
                  <a:path w="1" h="8102" extrusionOk="0">
                    <a:moveTo>
                      <a:pt x="0" y="0"/>
                    </a:moveTo>
                    <a:lnTo>
                      <a:pt x="0" y="8101"/>
                    </a:lnTo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4"/>
              <p:cNvSpPr/>
              <p:nvPr/>
            </p:nvSpPr>
            <p:spPr>
              <a:xfrm>
                <a:off x="4335679" y="457260"/>
                <a:ext cx="343982" cy="348495"/>
              </a:xfrm>
              <a:custGeom>
                <a:avLst/>
                <a:gdLst/>
                <a:ahLst/>
                <a:cxnLst/>
                <a:rect l="l" t="t" r="r" b="b"/>
                <a:pathLst>
                  <a:path w="15317" h="15518" extrusionOk="0">
                    <a:moveTo>
                      <a:pt x="7717" y="34"/>
                    </a:moveTo>
                    <a:lnTo>
                      <a:pt x="7717" y="503"/>
                    </a:lnTo>
                    <a:lnTo>
                      <a:pt x="7499" y="503"/>
                    </a:lnTo>
                    <a:lnTo>
                      <a:pt x="7483" y="34"/>
                    </a:lnTo>
                    <a:close/>
                    <a:moveTo>
                      <a:pt x="7449" y="1"/>
                    </a:moveTo>
                    <a:lnTo>
                      <a:pt x="7449" y="536"/>
                    </a:lnTo>
                    <a:lnTo>
                      <a:pt x="7734" y="536"/>
                    </a:lnTo>
                    <a:lnTo>
                      <a:pt x="7734" y="1"/>
                    </a:lnTo>
                    <a:close/>
                    <a:moveTo>
                      <a:pt x="8269" y="51"/>
                    </a:moveTo>
                    <a:cubicBezTo>
                      <a:pt x="8336" y="68"/>
                      <a:pt x="8420" y="84"/>
                      <a:pt x="8504" y="84"/>
                    </a:cubicBezTo>
                    <a:lnTo>
                      <a:pt x="8453" y="536"/>
                    </a:lnTo>
                    <a:lnTo>
                      <a:pt x="8236" y="519"/>
                    </a:lnTo>
                    <a:lnTo>
                      <a:pt x="8269" y="51"/>
                    </a:lnTo>
                    <a:close/>
                    <a:moveTo>
                      <a:pt x="6930" y="84"/>
                    </a:moveTo>
                    <a:lnTo>
                      <a:pt x="6964" y="553"/>
                    </a:lnTo>
                    <a:lnTo>
                      <a:pt x="6763" y="570"/>
                    </a:lnTo>
                    <a:lnTo>
                      <a:pt x="6696" y="101"/>
                    </a:lnTo>
                    <a:lnTo>
                      <a:pt x="6930" y="84"/>
                    </a:lnTo>
                    <a:close/>
                    <a:moveTo>
                      <a:pt x="8236" y="17"/>
                    </a:moveTo>
                    <a:lnTo>
                      <a:pt x="8202" y="553"/>
                    </a:lnTo>
                    <a:lnTo>
                      <a:pt x="8219" y="553"/>
                    </a:lnTo>
                    <a:cubicBezTo>
                      <a:pt x="8303" y="553"/>
                      <a:pt x="8387" y="570"/>
                      <a:pt x="8453" y="570"/>
                    </a:cubicBezTo>
                    <a:lnTo>
                      <a:pt x="8470" y="570"/>
                    </a:lnTo>
                    <a:lnTo>
                      <a:pt x="8537" y="34"/>
                    </a:lnTo>
                    <a:lnTo>
                      <a:pt x="8520" y="34"/>
                    </a:lnTo>
                    <a:lnTo>
                      <a:pt x="8253" y="17"/>
                    </a:lnTo>
                    <a:close/>
                    <a:moveTo>
                      <a:pt x="6930" y="51"/>
                    </a:moveTo>
                    <a:lnTo>
                      <a:pt x="6679" y="84"/>
                    </a:lnTo>
                    <a:lnTo>
                      <a:pt x="6662" y="84"/>
                    </a:lnTo>
                    <a:lnTo>
                      <a:pt x="6729" y="603"/>
                    </a:lnTo>
                    <a:lnTo>
                      <a:pt x="6746" y="603"/>
                    </a:lnTo>
                    <a:lnTo>
                      <a:pt x="6997" y="570"/>
                    </a:lnTo>
                    <a:lnTo>
                      <a:pt x="7014" y="570"/>
                    </a:lnTo>
                    <a:lnTo>
                      <a:pt x="6947" y="51"/>
                    </a:lnTo>
                    <a:close/>
                    <a:moveTo>
                      <a:pt x="9039" y="151"/>
                    </a:moveTo>
                    <a:lnTo>
                      <a:pt x="9274" y="185"/>
                    </a:lnTo>
                    <a:lnTo>
                      <a:pt x="9173" y="653"/>
                    </a:lnTo>
                    <a:cubicBezTo>
                      <a:pt x="9106" y="637"/>
                      <a:pt x="9039" y="620"/>
                      <a:pt x="8972" y="620"/>
                    </a:cubicBezTo>
                    <a:lnTo>
                      <a:pt x="9039" y="151"/>
                    </a:lnTo>
                    <a:close/>
                    <a:moveTo>
                      <a:pt x="9023" y="118"/>
                    </a:moveTo>
                    <a:lnTo>
                      <a:pt x="8922" y="637"/>
                    </a:lnTo>
                    <a:lnTo>
                      <a:pt x="8939" y="637"/>
                    </a:lnTo>
                    <a:lnTo>
                      <a:pt x="9190" y="687"/>
                    </a:lnTo>
                    <a:lnTo>
                      <a:pt x="9207" y="687"/>
                    </a:lnTo>
                    <a:lnTo>
                      <a:pt x="9307" y="168"/>
                    </a:lnTo>
                    <a:lnTo>
                      <a:pt x="9290" y="168"/>
                    </a:lnTo>
                    <a:cubicBezTo>
                      <a:pt x="9207" y="134"/>
                      <a:pt x="9123" y="118"/>
                      <a:pt x="9039" y="118"/>
                    </a:cubicBezTo>
                    <a:close/>
                    <a:moveTo>
                      <a:pt x="6144" y="201"/>
                    </a:moveTo>
                    <a:lnTo>
                      <a:pt x="6244" y="653"/>
                    </a:lnTo>
                    <a:lnTo>
                      <a:pt x="6043" y="704"/>
                    </a:lnTo>
                    <a:lnTo>
                      <a:pt x="5926" y="252"/>
                    </a:lnTo>
                    <a:lnTo>
                      <a:pt x="6144" y="201"/>
                    </a:lnTo>
                    <a:close/>
                    <a:moveTo>
                      <a:pt x="6160" y="168"/>
                    </a:moveTo>
                    <a:lnTo>
                      <a:pt x="5909" y="218"/>
                    </a:lnTo>
                    <a:lnTo>
                      <a:pt x="5892" y="218"/>
                    </a:lnTo>
                    <a:lnTo>
                      <a:pt x="6010" y="737"/>
                    </a:lnTo>
                    <a:lnTo>
                      <a:pt x="6026" y="737"/>
                    </a:lnTo>
                    <a:lnTo>
                      <a:pt x="6277" y="687"/>
                    </a:lnTo>
                    <a:lnTo>
                      <a:pt x="6177" y="168"/>
                    </a:lnTo>
                    <a:close/>
                    <a:moveTo>
                      <a:pt x="9826" y="319"/>
                    </a:moveTo>
                    <a:lnTo>
                      <a:pt x="10027" y="386"/>
                    </a:lnTo>
                    <a:lnTo>
                      <a:pt x="9910" y="838"/>
                    </a:lnTo>
                    <a:lnTo>
                      <a:pt x="9692" y="771"/>
                    </a:lnTo>
                    <a:lnTo>
                      <a:pt x="9826" y="319"/>
                    </a:lnTo>
                    <a:close/>
                    <a:moveTo>
                      <a:pt x="9793" y="285"/>
                    </a:moveTo>
                    <a:lnTo>
                      <a:pt x="9642" y="787"/>
                    </a:lnTo>
                    <a:lnTo>
                      <a:pt x="9659" y="787"/>
                    </a:lnTo>
                    <a:lnTo>
                      <a:pt x="9893" y="871"/>
                    </a:lnTo>
                    <a:lnTo>
                      <a:pt x="9910" y="871"/>
                    </a:lnTo>
                    <a:lnTo>
                      <a:pt x="10077" y="352"/>
                    </a:lnTo>
                    <a:lnTo>
                      <a:pt x="10060" y="352"/>
                    </a:lnTo>
                    <a:lnTo>
                      <a:pt x="9809" y="285"/>
                    </a:lnTo>
                    <a:close/>
                    <a:moveTo>
                      <a:pt x="5390" y="402"/>
                    </a:moveTo>
                    <a:lnTo>
                      <a:pt x="5558" y="854"/>
                    </a:lnTo>
                    <a:lnTo>
                      <a:pt x="5340" y="921"/>
                    </a:lnTo>
                    <a:lnTo>
                      <a:pt x="5189" y="469"/>
                    </a:lnTo>
                    <a:lnTo>
                      <a:pt x="5390" y="402"/>
                    </a:lnTo>
                    <a:close/>
                    <a:moveTo>
                      <a:pt x="5407" y="369"/>
                    </a:moveTo>
                    <a:cubicBezTo>
                      <a:pt x="5323" y="402"/>
                      <a:pt x="5240" y="419"/>
                      <a:pt x="5156" y="453"/>
                    </a:cubicBezTo>
                    <a:lnTo>
                      <a:pt x="5139" y="453"/>
                    </a:lnTo>
                    <a:lnTo>
                      <a:pt x="5307" y="955"/>
                    </a:lnTo>
                    <a:lnTo>
                      <a:pt x="5323" y="955"/>
                    </a:lnTo>
                    <a:lnTo>
                      <a:pt x="5558" y="888"/>
                    </a:lnTo>
                    <a:lnTo>
                      <a:pt x="5574" y="888"/>
                    </a:lnTo>
                    <a:lnTo>
                      <a:pt x="5424" y="369"/>
                    </a:lnTo>
                    <a:close/>
                    <a:moveTo>
                      <a:pt x="10563" y="570"/>
                    </a:moveTo>
                    <a:lnTo>
                      <a:pt x="10763" y="653"/>
                    </a:lnTo>
                    <a:lnTo>
                      <a:pt x="10579" y="1089"/>
                    </a:lnTo>
                    <a:lnTo>
                      <a:pt x="10378" y="1005"/>
                    </a:lnTo>
                    <a:lnTo>
                      <a:pt x="10563" y="570"/>
                    </a:lnTo>
                    <a:close/>
                    <a:moveTo>
                      <a:pt x="10529" y="519"/>
                    </a:moveTo>
                    <a:lnTo>
                      <a:pt x="10328" y="1038"/>
                    </a:lnTo>
                    <a:lnTo>
                      <a:pt x="10345" y="1038"/>
                    </a:lnTo>
                    <a:lnTo>
                      <a:pt x="10579" y="1122"/>
                    </a:lnTo>
                    <a:lnTo>
                      <a:pt x="10596" y="1122"/>
                    </a:lnTo>
                    <a:lnTo>
                      <a:pt x="10814" y="620"/>
                    </a:lnTo>
                    <a:lnTo>
                      <a:pt x="10797" y="620"/>
                    </a:lnTo>
                    <a:lnTo>
                      <a:pt x="10546" y="519"/>
                    </a:lnTo>
                    <a:close/>
                    <a:moveTo>
                      <a:pt x="11266" y="888"/>
                    </a:moveTo>
                    <a:cubicBezTo>
                      <a:pt x="11333" y="921"/>
                      <a:pt x="11399" y="955"/>
                      <a:pt x="11466" y="988"/>
                    </a:cubicBezTo>
                    <a:lnTo>
                      <a:pt x="11249" y="1407"/>
                    </a:lnTo>
                    <a:cubicBezTo>
                      <a:pt x="11182" y="1373"/>
                      <a:pt x="11115" y="1340"/>
                      <a:pt x="11048" y="1306"/>
                    </a:cubicBezTo>
                    <a:lnTo>
                      <a:pt x="11266" y="888"/>
                    </a:lnTo>
                    <a:close/>
                    <a:moveTo>
                      <a:pt x="11249" y="838"/>
                    </a:moveTo>
                    <a:lnTo>
                      <a:pt x="11014" y="1323"/>
                    </a:lnTo>
                    <a:lnTo>
                      <a:pt x="11031" y="1323"/>
                    </a:lnTo>
                    <a:lnTo>
                      <a:pt x="11232" y="1423"/>
                    </a:lnTo>
                    <a:lnTo>
                      <a:pt x="11249" y="1423"/>
                    </a:lnTo>
                    <a:lnTo>
                      <a:pt x="11517" y="971"/>
                    </a:lnTo>
                    <a:lnTo>
                      <a:pt x="11500" y="971"/>
                    </a:lnTo>
                    <a:lnTo>
                      <a:pt x="11266" y="838"/>
                    </a:lnTo>
                    <a:close/>
                    <a:moveTo>
                      <a:pt x="11935" y="1273"/>
                    </a:moveTo>
                    <a:lnTo>
                      <a:pt x="12119" y="1407"/>
                    </a:lnTo>
                    <a:lnTo>
                      <a:pt x="11851" y="1792"/>
                    </a:lnTo>
                    <a:lnTo>
                      <a:pt x="11684" y="1674"/>
                    </a:lnTo>
                    <a:lnTo>
                      <a:pt x="11935" y="1273"/>
                    </a:lnTo>
                    <a:close/>
                    <a:moveTo>
                      <a:pt x="11918" y="1222"/>
                    </a:moveTo>
                    <a:lnTo>
                      <a:pt x="11634" y="1674"/>
                    </a:lnTo>
                    <a:lnTo>
                      <a:pt x="11835" y="1808"/>
                    </a:lnTo>
                    <a:lnTo>
                      <a:pt x="11851" y="1808"/>
                    </a:lnTo>
                    <a:lnTo>
                      <a:pt x="12153" y="1373"/>
                    </a:lnTo>
                    <a:cubicBezTo>
                      <a:pt x="12086" y="1323"/>
                      <a:pt x="12019" y="1273"/>
                      <a:pt x="11935" y="1222"/>
                    </a:cubicBezTo>
                    <a:close/>
                    <a:moveTo>
                      <a:pt x="12571" y="1725"/>
                    </a:moveTo>
                    <a:lnTo>
                      <a:pt x="12755" y="1875"/>
                    </a:lnTo>
                    <a:lnTo>
                      <a:pt x="12454" y="2227"/>
                    </a:lnTo>
                    <a:lnTo>
                      <a:pt x="12287" y="2093"/>
                    </a:lnTo>
                    <a:lnTo>
                      <a:pt x="12571" y="1725"/>
                    </a:lnTo>
                    <a:close/>
                    <a:moveTo>
                      <a:pt x="12571" y="1691"/>
                    </a:moveTo>
                    <a:lnTo>
                      <a:pt x="12236" y="2110"/>
                    </a:lnTo>
                    <a:lnTo>
                      <a:pt x="12253" y="2110"/>
                    </a:lnTo>
                    <a:cubicBezTo>
                      <a:pt x="12320" y="2160"/>
                      <a:pt x="12387" y="2210"/>
                      <a:pt x="12454" y="2277"/>
                    </a:cubicBezTo>
                    <a:lnTo>
                      <a:pt x="12806" y="1875"/>
                    </a:lnTo>
                    <a:lnTo>
                      <a:pt x="12789" y="1859"/>
                    </a:lnTo>
                    <a:cubicBezTo>
                      <a:pt x="12722" y="1808"/>
                      <a:pt x="12655" y="1758"/>
                      <a:pt x="12588" y="1691"/>
                    </a:cubicBezTo>
                    <a:close/>
                    <a:moveTo>
                      <a:pt x="13157" y="2244"/>
                    </a:moveTo>
                    <a:lnTo>
                      <a:pt x="13308" y="2411"/>
                    </a:lnTo>
                    <a:lnTo>
                      <a:pt x="12973" y="2746"/>
                    </a:lnTo>
                    <a:cubicBezTo>
                      <a:pt x="12923" y="2679"/>
                      <a:pt x="12872" y="2629"/>
                      <a:pt x="12822" y="2595"/>
                    </a:cubicBezTo>
                    <a:lnTo>
                      <a:pt x="13157" y="2244"/>
                    </a:lnTo>
                    <a:close/>
                    <a:moveTo>
                      <a:pt x="13157" y="2210"/>
                    </a:moveTo>
                    <a:lnTo>
                      <a:pt x="12789" y="2595"/>
                    </a:lnTo>
                    <a:lnTo>
                      <a:pt x="12806" y="2595"/>
                    </a:lnTo>
                    <a:cubicBezTo>
                      <a:pt x="12856" y="2662"/>
                      <a:pt x="12923" y="2712"/>
                      <a:pt x="12973" y="2779"/>
                    </a:cubicBezTo>
                    <a:lnTo>
                      <a:pt x="13358" y="2411"/>
                    </a:lnTo>
                    <a:lnTo>
                      <a:pt x="13358" y="2394"/>
                    </a:lnTo>
                    <a:lnTo>
                      <a:pt x="13174" y="2210"/>
                    </a:lnTo>
                    <a:close/>
                    <a:moveTo>
                      <a:pt x="13693" y="2829"/>
                    </a:moveTo>
                    <a:lnTo>
                      <a:pt x="13827" y="3014"/>
                    </a:lnTo>
                    <a:lnTo>
                      <a:pt x="13458" y="3298"/>
                    </a:lnTo>
                    <a:lnTo>
                      <a:pt x="13324" y="3131"/>
                    </a:lnTo>
                    <a:lnTo>
                      <a:pt x="13693" y="2829"/>
                    </a:lnTo>
                    <a:close/>
                    <a:moveTo>
                      <a:pt x="13693" y="2779"/>
                    </a:moveTo>
                    <a:lnTo>
                      <a:pt x="13274" y="3131"/>
                    </a:lnTo>
                    <a:lnTo>
                      <a:pt x="13291" y="3147"/>
                    </a:lnTo>
                    <a:cubicBezTo>
                      <a:pt x="13341" y="3198"/>
                      <a:pt x="13391" y="3265"/>
                      <a:pt x="13442" y="3332"/>
                    </a:cubicBezTo>
                    <a:lnTo>
                      <a:pt x="13458" y="3348"/>
                    </a:lnTo>
                    <a:lnTo>
                      <a:pt x="13877" y="3014"/>
                    </a:lnTo>
                    <a:lnTo>
                      <a:pt x="13860" y="2997"/>
                    </a:lnTo>
                    <a:cubicBezTo>
                      <a:pt x="13810" y="2930"/>
                      <a:pt x="13760" y="2863"/>
                      <a:pt x="13693" y="2796"/>
                    </a:cubicBezTo>
                    <a:lnTo>
                      <a:pt x="13693" y="2779"/>
                    </a:lnTo>
                    <a:close/>
                    <a:moveTo>
                      <a:pt x="14145" y="3449"/>
                    </a:moveTo>
                    <a:lnTo>
                      <a:pt x="14262" y="3633"/>
                    </a:lnTo>
                    <a:lnTo>
                      <a:pt x="13877" y="3884"/>
                    </a:lnTo>
                    <a:lnTo>
                      <a:pt x="13760" y="3717"/>
                    </a:lnTo>
                    <a:lnTo>
                      <a:pt x="14145" y="3449"/>
                    </a:lnTo>
                    <a:close/>
                    <a:moveTo>
                      <a:pt x="14178" y="3399"/>
                    </a:moveTo>
                    <a:lnTo>
                      <a:pt x="13726" y="3700"/>
                    </a:lnTo>
                    <a:lnTo>
                      <a:pt x="13726" y="3717"/>
                    </a:lnTo>
                    <a:cubicBezTo>
                      <a:pt x="13776" y="3783"/>
                      <a:pt x="13827" y="3850"/>
                      <a:pt x="13860" y="3917"/>
                    </a:cubicBezTo>
                    <a:lnTo>
                      <a:pt x="13860" y="3934"/>
                    </a:lnTo>
                    <a:lnTo>
                      <a:pt x="14312" y="3650"/>
                    </a:lnTo>
                    <a:lnTo>
                      <a:pt x="14312" y="3633"/>
                    </a:lnTo>
                    <a:cubicBezTo>
                      <a:pt x="14262" y="3566"/>
                      <a:pt x="14228" y="3499"/>
                      <a:pt x="14178" y="3415"/>
                    </a:cubicBezTo>
                    <a:lnTo>
                      <a:pt x="14178" y="3399"/>
                    </a:lnTo>
                    <a:close/>
                    <a:moveTo>
                      <a:pt x="1172" y="3700"/>
                    </a:moveTo>
                    <a:lnTo>
                      <a:pt x="1574" y="3951"/>
                    </a:lnTo>
                    <a:lnTo>
                      <a:pt x="1474" y="4135"/>
                    </a:lnTo>
                    <a:lnTo>
                      <a:pt x="1055" y="3901"/>
                    </a:lnTo>
                    <a:lnTo>
                      <a:pt x="1172" y="3700"/>
                    </a:lnTo>
                    <a:close/>
                    <a:moveTo>
                      <a:pt x="1139" y="3666"/>
                    </a:moveTo>
                    <a:cubicBezTo>
                      <a:pt x="1089" y="3750"/>
                      <a:pt x="1055" y="3817"/>
                      <a:pt x="1005" y="3901"/>
                    </a:cubicBezTo>
                    <a:lnTo>
                      <a:pt x="1005" y="3917"/>
                    </a:lnTo>
                    <a:lnTo>
                      <a:pt x="1474" y="4185"/>
                    </a:lnTo>
                    <a:lnTo>
                      <a:pt x="1474" y="4168"/>
                    </a:lnTo>
                    <a:lnTo>
                      <a:pt x="1591" y="3951"/>
                    </a:lnTo>
                    <a:lnTo>
                      <a:pt x="1591" y="3934"/>
                    </a:lnTo>
                    <a:lnTo>
                      <a:pt x="1139" y="3666"/>
                    </a:lnTo>
                    <a:close/>
                    <a:moveTo>
                      <a:pt x="14563" y="4118"/>
                    </a:moveTo>
                    <a:cubicBezTo>
                      <a:pt x="14597" y="4185"/>
                      <a:pt x="14630" y="4269"/>
                      <a:pt x="14647" y="4319"/>
                    </a:cubicBezTo>
                    <a:lnTo>
                      <a:pt x="14228" y="4537"/>
                    </a:lnTo>
                    <a:lnTo>
                      <a:pt x="14128" y="4336"/>
                    </a:lnTo>
                    <a:lnTo>
                      <a:pt x="14546" y="4118"/>
                    </a:lnTo>
                    <a:close/>
                    <a:moveTo>
                      <a:pt x="14563" y="4085"/>
                    </a:moveTo>
                    <a:lnTo>
                      <a:pt x="14094" y="4336"/>
                    </a:lnTo>
                    <a:lnTo>
                      <a:pt x="14094" y="4353"/>
                    </a:lnTo>
                    <a:lnTo>
                      <a:pt x="14212" y="4570"/>
                    </a:lnTo>
                    <a:lnTo>
                      <a:pt x="14680" y="4336"/>
                    </a:lnTo>
                    <a:lnTo>
                      <a:pt x="14680" y="4319"/>
                    </a:lnTo>
                    <a:cubicBezTo>
                      <a:pt x="14647" y="4252"/>
                      <a:pt x="14597" y="4168"/>
                      <a:pt x="14563" y="4085"/>
                    </a:cubicBezTo>
                    <a:close/>
                    <a:moveTo>
                      <a:pt x="787" y="4386"/>
                    </a:moveTo>
                    <a:lnTo>
                      <a:pt x="1206" y="4587"/>
                    </a:lnTo>
                    <a:cubicBezTo>
                      <a:pt x="1172" y="4654"/>
                      <a:pt x="1139" y="4721"/>
                      <a:pt x="1105" y="4788"/>
                    </a:cubicBezTo>
                    <a:lnTo>
                      <a:pt x="687" y="4587"/>
                    </a:lnTo>
                    <a:cubicBezTo>
                      <a:pt x="720" y="4520"/>
                      <a:pt x="754" y="4453"/>
                      <a:pt x="787" y="4386"/>
                    </a:cubicBezTo>
                    <a:close/>
                    <a:moveTo>
                      <a:pt x="771" y="4336"/>
                    </a:moveTo>
                    <a:lnTo>
                      <a:pt x="771" y="4353"/>
                    </a:lnTo>
                    <a:cubicBezTo>
                      <a:pt x="737" y="4420"/>
                      <a:pt x="704" y="4487"/>
                      <a:pt x="670" y="4570"/>
                    </a:cubicBezTo>
                    <a:lnTo>
                      <a:pt x="653" y="4604"/>
                    </a:lnTo>
                    <a:lnTo>
                      <a:pt x="653" y="4620"/>
                    </a:lnTo>
                    <a:lnTo>
                      <a:pt x="1139" y="4821"/>
                    </a:lnTo>
                    <a:lnTo>
                      <a:pt x="1139" y="4805"/>
                    </a:lnTo>
                    <a:cubicBezTo>
                      <a:pt x="1172" y="4738"/>
                      <a:pt x="1206" y="4654"/>
                      <a:pt x="1256" y="4587"/>
                    </a:cubicBezTo>
                    <a:lnTo>
                      <a:pt x="1256" y="4570"/>
                    </a:lnTo>
                    <a:lnTo>
                      <a:pt x="771" y="4336"/>
                    </a:lnTo>
                    <a:close/>
                    <a:moveTo>
                      <a:pt x="14881" y="4838"/>
                    </a:moveTo>
                    <a:cubicBezTo>
                      <a:pt x="14915" y="4905"/>
                      <a:pt x="14948" y="4972"/>
                      <a:pt x="14965" y="5056"/>
                    </a:cubicBezTo>
                    <a:lnTo>
                      <a:pt x="14530" y="5223"/>
                    </a:lnTo>
                    <a:cubicBezTo>
                      <a:pt x="14496" y="5139"/>
                      <a:pt x="14463" y="5072"/>
                      <a:pt x="14446" y="5005"/>
                    </a:cubicBezTo>
                    <a:lnTo>
                      <a:pt x="14881" y="4838"/>
                    </a:lnTo>
                    <a:close/>
                    <a:moveTo>
                      <a:pt x="14898" y="4788"/>
                    </a:moveTo>
                    <a:lnTo>
                      <a:pt x="14396" y="4989"/>
                    </a:lnTo>
                    <a:lnTo>
                      <a:pt x="14396" y="5005"/>
                    </a:lnTo>
                    <a:cubicBezTo>
                      <a:pt x="14429" y="5072"/>
                      <a:pt x="14463" y="5156"/>
                      <a:pt x="14496" y="5223"/>
                    </a:cubicBezTo>
                    <a:lnTo>
                      <a:pt x="14496" y="5240"/>
                    </a:lnTo>
                    <a:lnTo>
                      <a:pt x="14998" y="5056"/>
                    </a:lnTo>
                    <a:lnTo>
                      <a:pt x="14998" y="5039"/>
                    </a:lnTo>
                    <a:cubicBezTo>
                      <a:pt x="14965" y="4955"/>
                      <a:pt x="14931" y="4872"/>
                      <a:pt x="14898" y="4788"/>
                    </a:cubicBezTo>
                    <a:close/>
                    <a:moveTo>
                      <a:pt x="486" y="5106"/>
                    </a:moveTo>
                    <a:lnTo>
                      <a:pt x="921" y="5273"/>
                    </a:lnTo>
                    <a:lnTo>
                      <a:pt x="854" y="5457"/>
                    </a:lnTo>
                    <a:lnTo>
                      <a:pt x="402" y="5323"/>
                    </a:lnTo>
                    <a:cubicBezTo>
                      <a:pt x="436" y="5256"/>
                      <a:pt x="452" y="5173"/>
                      <a:pt x="486" y="5106"/>
                    </a:cubicBezTo>
                    <a:close/>
                    <a:moveTo>
                      <a:pt x="469" y="5056"/>
                    </a:moveTo>
                    <a:lnTo>
                      <a:pt x="469" y="5072"/>
                    </a:lnTo>
                    <a:cubicBezTo>
                      <a:pt x="436" y="5156"/>
                      <a:pt x="402" y="5240"/>
                      <a:pt x="386" y="5323"/>
                    </a:cubicBezTo>
                    <a:lnTo>
                      <a:pt x="386" y="5340"/>
                    </a:lnTo>
                    <a:lnTo>
                      <a:pt x="888" y="5508"/>
                    </a:lnTo>
                    <a:lnTo>
                      <a:pt x="888" y="5491"/>
                    </a:lnTo>
                    <a:cubicBezTo>
                      <a:pt x="904" y="5424"/>
                      <a:pt x="938" y="5340"/>
                      <a:pt x="971" y="5256"/>
                    </a:cubicBezTo>
                    <a:lnTo>
                      <a:pt x="469" y="5056"/>
                    </a:lnTo>
                    <a:close/>
                    <a:moveTo>
                      <a:pt x="15149" y="5575"/>
                    </a:moveTo>
                    <a:cubicBezTo>
                      <a:pt x="15166" y="5641"/>
                      <a:pt x="15199" y="5725"/>
                      <a:pt x="15199" y="5792"/>
                    </a:cubicBezTo>
                    <a:lnTo>
                      <a:pt x="14747" y="5909"/>
                    </a:lnTo>
                    <a:cubicBezTo>
                      <a:pt x="14730" y="5842"/>
                      <a:pt x="14714" y="5775"/>
                      <a:pt x="14680" y="5708"/>
                    </a:cubicBezTo>
                    <a:lnTo>
                      <a:pt x="15132" y="5575"/>
                    </a:lnTo>
                    <a:close/>
                    <a:moveTo>
                      <a:pt x="15166" y="5524"/>
                    </a:moveTo>
                    <a:lnTo>
                      <a:pt x="14647" y="5675"/>
                    </a:lnTo>
                    <a:lnTo>
                      <a:pt x="14647" y="5708"/>
                    </a:lnTo>
                    <a:cubicBezTo>
                      <a:pt x="14663" y="5792"/>
                      <a:pt x="14697" y="5876"/>
                      <a:pt x="14714" y="5943"/>
                    </a:cubicBezTo>
                    <a:lnTo>
                      <a:pt x="14714" y="5960"/>
                    </a:lnTo>
                    <a:lnTo>
                      <a:pt x="15233" y="5826"/>
                    </a:lnTo>
                    <a:lnTo>
                      <a:pt x="15233" y="5809"/>
                    </a:lnTo>
                    <a:cubicBezTo>
                      <a:pt x="15216" y="5725"/>
                      <a:pt x="15182" y="5641"/>
                      <a:pt x="15166" y="5558"/>
                    </a:cubicBezTo>
                    <a:lnTo>
                      <a:pt x="15166" y="5524"/>
                    </a:lnTo>
                    <a:close/>
                    <a:moveTo>
                      <a:pt x="252" y="5859"/>
                    </a:moveTo>
                    <a:lnTo>
                      <a:pt x="704" y="5976"/>
                    </a:lnTo>
                    <a:lnTo>
                      <a:pt x="653" y="6177"/>
                    </a:lnTo>
                    <a:lnTo>
                      <a:pt x="201" y="6077"/>
                    </a:lnTo>
                    <a:cubicBezTo>
                      <a:pt x="218" y="6010"/>
                      <a:pt x="235" y="5926"/>
                      <a:pt x="252" y="5859"/>
                    </a:cubicBezTo>
                    <a:close/>
                    <a:moveTo>
                      <a:pt x="235" y="5826"/>
                    </a:moveTo>
                    <a:cubicBezTo>
                      <a:pt x="201" y="5909"/>
                      <a:pt x="185" y="6010"/>
                      <a:pt x="168" y="6093"/>
                    </a:cubicBezTo>
                    <a:lnTo>
                      <a:pt x="168" y="6110"/>
                    </a:lnTo>
                    <a:lnTo>
                      <a:pt x="687" y="6211"/>
                    </a:lnTo>
                    <a:cubicBezTo>
                      <a:pt x="704" y="6127"/>
                      <a:pt x="720" y="6043"/>
                      <a:pt x="754" y="5960"/>
                    </a:cubicBezTo>
                    <a:lnTo>
                      <a:pt x="754" y="5943"/>
                    </a:lnTo>
                    <a:lnTo>
                      <a:pt x="235" y="5826"/>
                    </a:lnTo>
                    <a:close/>
                    <a:moveTo>
                      <a:pt x="101" y="6629"/>
                    </a:moveTo>
                    <a:lnTo>
                      <a:pt x="570" y="6696"/>
                    </a:lnTo>
                    <a:lnTo>
                      <a:pt x="553" y="6696"/>
                    </a:lnTo>
                    <a:cubicBezTo>
                      <a:pt x="553" y="6780"/>
                      <a:pt x="553" y="6830"/>
                      <a:pt x="536" y="6914"/>
                    </a:cubicBezTo>
                    <a:lnTo>
                      <a:pt x="84" y="6847"/>
                    </a:lnTo>
                    <a:cubicBezTo>
                      <a:pt x="84" y="6780"/>
                      <a:pt x="101" y="6696"/>
                      <a:pt x="101" y="6629"/>
                    </a:cubicBezTo>
                    <a:close/>
                    <a:moveTo>
                      <a:pt x="84" y="6579"/>
                    </a:moveTo>
                    <a:lnTo>
                      <a:pt x="84" y="6596"/>
                    </a:lnTo>
                    <a:cubicBezTo>
                      <a:pt x="67" y="6696"/>
                      <a:pt x="51" y="6780"/>
                      <a:pt x="51" y="6863"/>
                    </a:cubicBezTo>
                    <a:lnTo>
                      <a:pt x="51" y="6880"/>
                    </a:lnTo>
                    <a:lnTo>
                      <a:pt x="570" y="6947"/>
                    </a:lnTo>
                    <a:lnTo>
                      <a:pt x="570" y="6930"/>
                    </a:lnTo>
                    <a:cubicBezTo>
                      <a:pt x="586" y="6847"/>
                      <a:pt x="603" y="6763"/>
                      <a:pt x="603" y="6679"/>
                    </a:cubicBezTo>
                    <a:lnTo>
                      <a:pt x="603" y="6663"/>
                    </a:lnTo>
                    <a:lnTo>
                      <a:pt x="84" y="6579"/>
                    </a:lnTo>
                    <a:close/>
                    <a:moveTo>
                      <a:pt x="17" y="7399"/>
                    </a:moveTo>
                    <a:lnTo>
                      <a:pt x="486" y="7431"/>
                    </a:lnTo>
                    <a:lnTo>
                      <a:pt x="486" y="7431"/>
                    </a:lnTo>
                    <a:cubicBezTo>
                      <a:pt x="486" y="7508"/>
                      <a:pt x="486" y="7571"/>
                      <a:pt x="486" y="7633"/>
                    </a:cubicBezTo>
                    <a:lnTo>
                      <a:pt x="17" y="7633"/>
                    </a:lnTo>
                    <a:lnTo>
                      <a:pt x="17" y="7399"/>
                    </a:lnTo>
                    <a:close/>
                    <a:moveTo>
                      <a:pt x="1" y="7366"/>
                    </a:moveTo>
                    <a:lnTo>
                      <a:pt x="1" y="7382"/>
                    </a:lnTo>
                    <a:lnTo>
                      <a:pt x="1" y="7650"/>
                    </a:lnTo>
                    <a:lnTo>
                      <a:pt x="1" y="7667"/>
                    </a:lnTo>
                    <a:lnTo>
                      <a:pt x="536" y="7667"/>
                    </a:lnTo>
                    <a:lnTo>
                      <a:pt x="536" y="7650"/>
                    </a:lnTo>
                    <a:lnTo>
                      <a:pt x="536" y="7399"/>
                    </a:lnTo>
                    <a:lnTo>
                      <a:pt x="1" y="7366"/>
                    </a:lnTo>
                    <a:close/>
                    <a:moveTo>
                      <a:pt x="486" y="8153"/>
                    </a:moveTo>
                    <a:lnTo>
                      <a:pt x="486" y="8153"/>
                    </a:lnTo>
                    <a:cubicBezTo>
                      <a:pt x="503" y="8237"/>
                      <a:pt x="503" y="8303"/>
                      <a:pt x="519" y="8370"/>
                    </a:cubicBezTo>
                    <a:lnTo>
                      <a:pt x="51" y="8403"/>
                    </a:lnTo>
                    <a:cubicBezTo>
                      <a:pt x="34" y="8336"/>
                      <a:pt x="34" y="8253"/>
                      <a:pt x="34" y="8186"/>
                    </a:cubicBezTo>
                    <a:lnTo>
                      <a:pt x="486" y="8153"/>
                    </a:lnTo>
                    <a:close/>
                    <a:moveTo>
                      <a:pt x="536" y="8136"/>
                    </a:moveTo>
                    <a:lnTo>
                      <a:pt x="1" y="8152"/>
                    </a:lnTo>
                    <a:lnTo>
                      <a:pt x="1" y="8169"/>
                    </a:lnTo>
                    <a:cubicBezTo>
                      <a:pt x="1" y="8253"/>
                      <a:pt x="17" y="8353"/>
                      <a:pt x="17" y="8437"/>
                    </a:cubicBezTo>
                    <a:lnTo>
                      <a:pt x="17" y="8454"/>
                    </a:lnTo>
                    <a:lnTo>
                      <a:pt x="553" y="8403"/>
                    </a:lnTo>
                    <a:lnTo>
                      <a:pt x="553" y="8387"/>
                    </a:lnTo>
                    <a:cubicBezTo>
                      <a:pt x="536" y="8303"/>
                      <a:pt x="536" y="8219"/>
                      <a:pt x="536" y="8136"/>
                    </a:cubicBezTo>
                    <a:close/>
                    <a:moveTo>
                      <a:pt x="570" y="8891"/>
                    </a:moveTo>
                    <a:cubicBezTo>
                      <a:pt x="586" y="8957"/>
                      <a:pt x="587" y="9023"/>
                      <a:pt x="620" y="9090"/>
                    </a:cubicBezTo>
                    <a:lnTo>
                      <a:pt x="168" y="9190"/>
                    </a:lnTo>
                    <a:cubicBezTo>
                      <a:pt x="151" y="9106"/>
                      <a:pt x="134" y="9039"/>
                      <a:pt x="118" y="8956"/>
                    </a:cubicBezTo>
                    <a:lnTo>
                      <a:pt x="570" y="8891"/>
                    </a:lnTo>
                    <a:close/>
                    <a:moveTo>
                      <a:pt x="620" y="8855"/>
                    </a:moveTo>
                    <a:lnTo>
                      <a:pt x="84" y="8939"/>
                    </a:lnTo>
                    <a:cubicBezTo>
                      <a:pt x="101" y="9039"/>
                      <a:pt x="118" y="9123"/>
                      <a:pt x="134" y="9207"/>
                    </a:cubicBezTo>
                    <a:lnTo>
                      <a:pt x="134" y="9224"/>
                    </a:lnTo>
                    <a:lnTo>
                      <a:pt x="653" y="9123"/>
                    </a:lnTo>
                    <a:lnTo>
                      <a:pt x="653" y="9106"/>
                    </a:lnTo>
                    <a:cubicBezTo>
                      <a:pt x="637" y="9023"/>
                      <a:pt x="620" y="8939"/>
                      <a:pt x="620" y="8872"/>
                    </a:cubicBezTo>
                    <a:lnTo>
                      <a:pt x="620" y="8855"/>
                    </a:lnTo>
                    <a:close/>
                    <a:moveTo>
                      <a:pt x="14814" y="9357"/>
                    </a:moveTo>
                    <a:lnTo>
                      <a:pt x="15279" y="9474"/>
                    </a:lnTo>
                    <a:lnTo>
                      <a:pt x="15279" y="9474"/>
                    </a:lnTo>
                    <a:cubicBezTo>
                      <a:pt x="15263" y="9538"/>
                      <a:pt x="15247" y="9615"/>
                      <a:pt x="15216" y="9692"/>
                    </a:cubicBezTo>
                    <a:lnTo>
                      <a:pt x="14764" y="9575"/>
                    </a:lnTo>
                    <a:cubicBezTo>
                      <a:pt x="14781" y="9508"/>
                      <a:pt x="14797" y="9441"/>
                      <a:pt x="14814" y="9357"/>
                    </a:cubicBezTo>
                    <a:close/>
                    <a:moveTo>
                      <a:pt x="14797" y="9324"/>
                    </a:moveTo>
                    <a:lnTo>
                      <a:pt x="14797" y="9341"/>
                    </a:lnTo>
                    <a:cubicBezTo>
                      <a:pt x="14781" y="9424"/>
                      <a:pt x="14764" y="9508"/>
                      <a:pt x="14730" y="9575"/>
                    </a:cubicBezTo>
                    <a:lnTo>
                      <a:pt x="14730" y="9592"/>
                    </a:lnTo>
                    <a:lnTo>
                      <a:pt x="15249" y="9726"/>
                    </a:lnTo>
                    <a:lnTo>
                      <a:pt x="15249" y="9709"/>
                    </a:lnTo>
                    <a:cubicBezTo>
                      <a:pt x="15283" y="9625"/>
                      <a:pt x="15300" y="9542"/>
                      <a:pt x="15316" y="9458"/>
                    </a:cubicBezTo>
                    <a:lnTo>
                      <a:pt x="15316" y="9441"/>
                    </a:lnTo>
                    <a:lnTo>
                      <a:pt x="14797" y="9324"/>
                    </a:lnTo>
                    <a:close/>
                    <a:moveTo>
                      <a:pt x="720" y="9609"/>
                    </a:moveTo>
                    <a:cubicBezTo>
                      <a:pt x="737" y="9675"/>
                      <a:pt x="754" y="9742"/>
                      <a:pt x="787" y="9809"/>
                    </a:cubicBezTo>
                    <a:lnTo>
                      <a:pt x="335" y="9943"/>
                    </a:lnTo>
                    <a:cubicBezTo>
                      <a:pt x="302" y="9876"/>
                      <a:pt x="285" y="9793"/>
                      <a:pt x="268" y="9726"/>
                    </a:cubicBezTo>
                    <a:lnTo>
                      <a:pt x="720" y="9609"/>
                    </a:lnTo>
                    <a:close/>
                    <a:moveTo>
                      <a:pt x="737" y="9575"/>
                    </a:moveTo>
                    <a:lnTo>
                      <a:pt x="235" y="9709"/>
                    </a:lnTo>
                    <a:lnTo>
                      <a:pt x="218" y="9726"/>
                    </a:lnTo>
                    <a:cubicBezTo>
                      <a:pt x="252" y="9793"/>
                      <a:pt x="268" y="9876"/>
                      <a:pt x="302" y="9960"/>
                    </a:cubicBezTo>
                    <a:lnTo>
                      <a:pt x="302" y="9993"/>
                    </a:lnTo>
                    <a:lnTo>
                      <a:pt x="804" y="9826"/>
                    </a:lnTo>
                    <a:lnTo>
                      <a:pt x="804" y="9809"/>
                    </a:lnTo>
                    <a:cubicBezTo>
                      <a:pt x="787" y="9742"/>
                      <a:pt x="771" y="9659"/>
                      <a:pt x="737" y="9575"/>
                    </a:cubicBezTo>
                    <a:close/>
                    <a:moveTo>
                      <a:pt x="14613" y="10077"/>
                    </a:moveTo>
                    <a:lnTo>
                      <a:pt x="15065" y="10228"/>
                    </a:lnTo>
                    <a:lnTo>
                      <a:pt x="14982" y="10445"/>
                    </a:lnTo>
                    <a:lnTo>
                      <a:pt x="14546" y="10278"/>
                    </a:lnTo>
                    <a:cubicBezTo>
                      <a:pt x="14580" y="10211"/>
                      <a:pt x="14597" y="10144"/>
                      <a:pt x="14613" y="10077"/>
                    </a:cubicBezTo>
                    <a:close/>
                    <a:moveTo>
                      <a:pt x="14597" y="10027"/>
                    </a:moveTo>
                    <a:lnTo>
                      <a:pt x="14597" y="10044"/>
                    </a:lnTo>
                    <a:lnTo>
                      <a:pt x="14513" y="10278"/>
                    </a:lnTo>
                    <a:lnTo>
                      <a:pt x="14513" y="10295"/>
                    </a:lnTo>
                    <a:lnTo>
                      <a:pt x="15015" y="10479"/>
                    </a:lnTo>
                    <a:lnTo>
                      <a:pt x="15015" y="10462"/>
                    </a:lnTo>
                    <a:cubicBezTo>
                      <a:pt x="15048" y="10378"/>
                      <a:pt x="15082" y="10295"/>
                      <a:pt x="15099" y="10211"/>
                    </a:cubicBezTo>
                    <a:lnTo>
                      <a:pt x="15099" y="10194"/>
                    </a:lnTo>
                    <a:lnTo>
                      <a:pt x="14597" y="10027"/>
                    </a:lnTo>
                    <a:close/>
                    <a:moveTo>
                      <a:pt x="14362" y="10747"/>
                    </a:moveTo>
                    <a:lnTo>
                      <a:pt x="14781" y="10948"/>
                    </a:lnTo>
                    <a:cubicBezTo>
                      <a:pt x="14747" y="11015"/>
                      <a:pt x="14714" y="11082"/>
                      <a:pt x="14680" y="11148"/>
                    </a:cubicBezTo>
                    <a:lnTo>
                      <a:pt x="14262" y="10948"/>
                    </a:lnTo>
                    <a:cubicBezTo>
                      <a:pt x="14295" y="10881"/>
                      <a:pt x="14329" y="10814"/>
                      <a:pt x="14362" y="10763"/>
                    </a:cubicBezTo>
                    <a:lnTo>
                      <a:pt x="14362" y="10747"/>
                    </a:lnTo>
                    <a:close/>
                    <a:moveTo>
                      <a:pt x="14329" y="10713"/>
                    </a:moveTo>
                    <a:lnTo>
                      <a:pt x="14329" y="10730"/>
                    </a:lnTo>
                    <a:cubicBezTo>
                      <a:pt x="14295" y="10797"/>
                      <a:pt x="14262" y="10881"/>
                      <a:pt x="14228" y="10948"/>
                    </a:cubicBezTo>
                    <a:lnTo>
                      <a:pt x="14228" y="10964"/>
                    </a:lnTo>
                    <a:lnTo>
                      <a:pt x="14714" y="11199"/>
                    </a:lnTo>
                    <a:lnTo>
                      <a:pt x="14714" y="11182"/>
                    </a:lnTo>
                    <a:cubicBezTo>
                      <a:pt x="14747" y="11098"/>
                      <a:pt x="14781" y="11015"/>
                      <a:pt x="14814" y="10948"/>
                    </a:cubicBezTo>
                    <a:lnTo>
                      <a:pt x="14814" y="10931"/>
                    </a:lnTo>
                    <a:lnTo>
                      <a:pt x="14329" y="10713"/>
                    </a:lnTo>
                    <a:close/>
                    <a:moveTo>
                      <a:pt x="14011" y="11416"/>
                    </a:moveTo>
                    <a:lnTo>
                      <a:pt x="14412" y="11651"/>
                    </a:lnTo>
                    <a:cubicBezTo>
                      <a:pt x="14379" y="11718"/>
                      <a:pt x="14345" y="11785"/>
                      <a:pt x="14295" y="11851"/>
                    </a:cubicBezTo>
                    <a:lnTo>
                      <a:pt x="13910" y="11600"/>
                    </a:lnTo>
                    <a:cubicBezTo>
                      <a:pt x="13944" y="11533"/>
                      <a:pt x="13977" y="11466"/>
                      <a:pt x="14011" y="11416"/>
                    </a:cubicBezTo>
                    <a:close/>
                    <a:moveTo>
                      <a:pt x="13977" y="11366"/>
                    </a:moveTo>
                    <a:lnTo>
                      <a:pt x="13977" y="11383"/>
                    </a:lnTo>
                    <a:cubicBezTo>
                      <a:pt x="13944" y="11450"/>
                      <a:pt x="13910" y="11517"/>
                      <a:pt x="13860" y="11584"/>
                    </a:cubicBezTo>
                    <a:lnTo>
                      <a:pt x="13860" y="11600"/>
                    </a:lnTo>
                    <a:lnTo>
                      <a:pt x="14312" y="11885"/>
                    </a:lnTo>
                    <a:lnTo>
                      <a:pt x="14312" y="11868"/>
                    </a:lnTo>
                    <a:lnTo>
                      <a:pt x="14446" y="11651"/>
                    </a:lnTo>
                    <a:lnTo>
                      <a:pt x="14446" y="11634"/>
                    </a:lnTo>
                    <a:lnTo>
                      <a:pt x="13977" y="11366"/>
                    </a:lnTo>
                    <a:close/>
                    <a:moveTo>
                      <a:pt x="13609" y="12036"/>
                    </a:moveTo>
                    <a:lnTo>
                      <a:pt x="13994" y="12303"/>
                    </a:lnTo>
                    <a:lnTo>
                      <a:pt x="13860" y="12488"/>
                    </a:lnTo>
                    <a:lnTo>
                      <a:pt x="13492" y="12203"/>
                    </a:lnTo>
                    <a:cubicBezTo>
                      <a:pt x="13525" y="12136"/>
                      <a:pt x="13575" y="12086"/>
                      <a:pt x="13609" y="12036"/>
                    </a:cubicBezTo>
                    <a:close/>
                    <a:moveTo>
                      <a:pt x="13592" y="11985"/>
                    </a:moveTo>
                    <a:lnTo>
                      <a:pt x="13592" y="12002"/>
                    </a:lnTo>
                    <a:lnTo>
                      <a:pt x="13458" y="12186"/>
                    </a:lnTo>
                    <a:lnTo>
                      <a:pt x="13442" y="12203"/>
                    </a:lnTo>
                    <a:lnTo>
                      <a:pt x="13860" y="12538"/>
                    </a:lnTo>
                    <a:lnTo>
                      <a:pt x="13877" y="12521"/>
                    </a:lnTo>
                    <a:cubicBezTo>
                      <a:pt x="13927" y="12454"/>
                      <a:pt x="13977" y="12387"/>
                      <a:pt x="14027" y="12303"/>
                    </a:cubicBezTo>
                    <a:lnTo>
                      <a:pt x="13592" y="11985"/>
                    </a:lnTo>
                    <a:close/>
                    <a:moveTo>
                      <a:pt x="2009" y="12220"/>
                    </a:moveTo>
                    <a:cubicBezTo>
                      <a:pt x="2059" y="12287"/>
                      <a:pt x="2110" y="12337"/>
                      <a:pt x="2143" y="12387"/>
                    </a:cubicBezTo>
                    <a:lnTo>
                      <a:pt x="1775" y="12688"/>
                    </a:lnTo>
                    <a:lnTo>
                      <a:pt x="1641" y="12521"/>
                    </a:lnTo>
                    <a:lnTo>
                      <a:pt x="2009" y="12220"/>
                    </a:lnTo>
                    <a:close/>
                    <a:moveTo>
                      <a:pt x="2009" y="12186"/>
                    </a:moveTo>
                    <a:lnTo>
                      <a:pt x="1591" y="12504"/>
                    </a:lnTo>
                    <a:lnTo>
                      <a:pt x="1591" y="12521"/>
                    </a:lnTo>
                    <a:cubicBezTo>
                      <a:pt x="1641" y="12588"/>
                      <a:pt x="1691" y="12655"/>
                      <a:pt x="1758" y="12722"/>
                    </a:cubicBezTo>
                    <a:lnTo>
                      <a:pt x="1758" y="12739"/>
                    </a:lnTo>
                    <a:lnTo>
                      <a:pt x="2177" y="12404"/>
                    </a:lnTo>
                    <a:lnTo>
                      <a:pt x="2177" y="12387"/>
                    </a:lnTo>
                    <a:cubicBezTo>
                      <a:pt x="2126" y="12320"/>
                      <a:pt x="2076" y="12253"/>
                      <a:pt x="2026" y="12186"/>
                    </a:cubicBezTo>
                    <a:close/>
                    <a:moveTo>
                      <a:pt x="13157" y="12605"/>
                    </a:moveTo>
                    <a:lnTo>
                      <a:pt x="13509" y="12906"/>
                    </a:lnTo>
                    <a:cubicBezTo>
                      <a:pt x="13458" y="12973"/>
                      <a:pt x="13408" y="13023"/>
                      <a:pt x="13358" y="13073"/>
                    </a:cubicBezTo>
                    <a:lnTo>
                      <a:pt x="13006" y="12755"/>
                    </a:lnTo>
                    <a:cubicBezTo>
                      <a:pt x="13057" y="12705"/>
                      <a:pt x="13107" y="12655"/>
                      <a:pt x="13157" y="12605"/>
                    </a:cubicBezTo>
                    <a:close/>
                    <a:moveTo>
                      <a:pt x="13140" y="12554"/>
                    </a:moveTo>
                    <a:lnTo>
                      <a:pt x="13140" y="12571"/>
                    </a:lnTo>
                    <a:cubicBezTo>
                      <a:pt x="13090" y="12621"/>
                      <a:pt x="13023" y="12688"/>
                      <a:pt x="12973" y="12755"/>
                    </a:cubicBezTo>
                    <a:lnTo>
                      <a:pt x="12956" y="12755"/>
                    </a:lnTo>
                    <a:lnTo>
                      <a:pt x="13358" y="13107"/>
                    </a:lnTo>
                    <a:cubicBezTo>
                      <a:pt x="13425" y="13040"/>
                      <a:pt x="13475" y="12973"/>
                      <a:pt x="13542" y="12906"/>
                    </a:cubicBezTo>
                    <a:lnTo>
                      <a:pt x="13140" y="12554"/>
                    </a:lnTo>
                    <a:close/>
                    <a:moveTo>
                      <a:pt x="2511" y="12772"/>
                    </a:moveTo>
                    <a:lnTo>
                      <a:pt x="2645" y="12923"/>
                    </a:lnTo>
                    <a:lnTo>
                      <a:pt x="2327" y="13274"/>
                    </a:lnTo>
                    <a:lnTo>
                      <a:pt x="2160" y="13107"/>
                    </a:lnTo>
                    <a:lnTo>
                      <a:pt x="2511" y="12772"/>
                    </a:lnTo>
                    <a:close/>
                    <a:moveTo>
                      <a:pt x="2511" y="12739"/>
                    </a:moveTo>
                    <a:lnTo>
                      <a:pt x="2110" y="13107"/>
                    </a:lnTo>
                    <a:lnTo>
                      <a:pt x="2126" y="13107"/>
                    </a:lnTo>
                    <a:cubicBezTo>
                      <a:pt x="2177" y="13174"/>
                      <a:pt x="2243" y="13224"/>
                      <a:pt x="2294" y="13291"/>
                    </a:cubicBezTo>
                    <a:lnTo>
                      <a:pt x="2310" y="13308"/>
                    </a:lnTo>
                    <a:lnTo>
                      <a:pt x="2695" y="12923"/>
                    </a:lnTo>
                    <a:lnTo>
                      <a:pt x="2679" y="12923"/>
                    </a:lnTo>
                    <a:lnTo>
                      <a:pt x="2511" y="12739"/>
                    </a:lnTo>
                    <a:close/>
                    <a:moveTo>
                      <a:pt x="12638" y="13124"/>
                    </a:moveTo>
                    <a:lnTo>
                      <a:pt x="12956" y="13475"/>
                    </a:lnTo>
                    <a:lnTo>
                      <a:pt x="12789" y="13626"/>
                    </a:lnTo>
                    <a:lnTo>
                      <a:pt x="12487" y="13258"/>
                    </a:lnTo>
                    <a:lnTo>
                      <a:pt x="12638" y="13124"/>
                    </a:lnTo>
                    <a:close/>
                    <a:moveTo>
                      <a:pt x="12621" y="13107"/>
                    </a:moveTo>
                    <a:cubicBezTo>
                      <a:pt x="12571" y="13157"/>
                      <a:pt x="12504" y="13207"/>
                      <a:pt x="12437" y="13258"/>
                    </a:cubicBezTo>
                    <a:lnTo>
                      <a:pt x="12772" y="13676"/>
                    </a:lnTo>
                    <a:lnTo>
                      <a:pt x="12789" y="13659"/>
                    </a:lnTo>
                    <a:cubicBezTo>
                      <a:pt x="12856" y="13609"/>
                      <a:pt x="12923" y="13559"/>
                      <a:pt x="12990" y="13492"/>
                    </a:cubicBezTo>
                    <a:lnTo>
                      <a:pt x="13006" y="13492"/>
                    </a:lnTo>
                    <a:lnTo>
                      <a:pt x="12638" y="13107"/>
                    </a:lnTo>
                    <a:close/>
                    <a:moveTo>
                      <a:pt x="12069" y="13592"/>
                    </a:moveTo>
                    <a:lnTo>
                      <a:pt x="12354" y="13961"/>
                    </a:lnTo>
                    <a:lnTo>
                      <a:pt x="12169" y="14094"/>
                    </a:lnTo>
                    <a:lnTo>
                      <a:pt x="11902" y="13709"/>
                    </a:lnTo>
                    <a:lnTo>
                      <a:pt x="12069" y="13592"/>
                    </a:lnTo>
                    <a:close/>
                    <a:moveTo>
                      <a:pt x="12086" y="13559"/>
                    </a:moveTo>
                    <a:lnTo>
                      <a:pt x="11868" y="13709"/>
                    </a:lnTo>
                    <a:lnTo>
                      <a:pt x="12186" y="14145"/>
                    </a:lnTo>
                    <a:cubicBezTo>
                      <a:pt x="12270" y="14094"/>
                      <a:pt x="12337" y="14027"/>
                      <a:pt x="12404" y="13977"/>
                    </a:cubicBezTo>
                    <a:lnTo>
                      <a:pt x="12421" y="13977"/>
                    </a:lnTo>
                    <a:lnTo>
                      <a:pt x="12102" y="13559"/>
                    </a:lnTo>
                    <a:close/>
                    <a:moveTo>
                      <a:pt x="11466" y="13994"/>
                    </a:moveTo>
                    <a:lnTo>
                      <a:pt x="11718" y="14412"/>
                    </a:lnTo>
                    <a:cubicBezTo>
                      <a:pt x="11651" y="14446"/>
                      <a:pt x="11584" y="14496"/>
                      <a:pt x="11517" y="14530"/>
                    </a:cubicBezTo>
                    <a:lnTo>
                      <a:pt x="11282" y="14111"/>
                    </a:lnTo>
                    <a:lnTo>
                      <a:pt x="11466" y="13994"/>
                    </a:lnTo>
                    <a:close/>
                    <a:moveTo>
                      <a:pt x="11466" y="13977"/>
                    </a:moveTo>
                    <a:lnTo>
                      <a:pt x="11249" y="14094"/>
                    </a:lnTo>
                    <a:lnTo>
                      <a:pt x="11232" y="14094"/>
                    </a:lnTo>
                    <a:lnTo>
                      <a:pt x="11500" y="14563"/>
                    </a:lnTo>
                    <a:lnTo>
                      <a:pt x="11517" y="14563"/>
                    </a:lnTo>
                    <a:lnTo>
                      <a:pt x="11734" y="14429"/>
                    </a:lnTo>
                    <a:lnTo>
                      <a:pt x="11751" y="14429"/>
                    </a:lnTo>
                    <a:lnTo>
                      <a:pt x="11483" y="13977"/>
                    </a:lnTo>
                    <a:close/>
                    <a:moveTo>
                      <a:pt x="4905" y="14446"/>
                    </a:moveTo>
                    <a:lnTo>
                      <a:pt x="5106" y="14530"/>
                    </a:lnTo>
                    <a:lnTo>
                      <a:pt x="4922" y="14965"/>
                    </a:lnTo>
                    <a:cubicBezTo>
                      <a:pt x="4855" y="14931"/>
                      <a:pt x="4788" y="14915"/>
                      <a:pt x="4721" y="14881"/>
                    </a:cubicBezTo>
                    <a:lnTo>
                      <a:pt x="4905" y="14446"/>
                    </a:lnTo>
                    <a:close/>
                    <a:moveTo>
                      <a:pt x="4888" y="14412"/>
                    </a:moveTo>
                    <a:lnTo>
                      <a:pt x="4687" y="14898"/>
                    </a:lnTo>
                    <a:lnTo>
                      <a:pt x="4938" y="14998"/>
                    </a:lnTo>
                    <a:lnTo>
                      <a:pt x="4955" y="14998"/>
                    </a:lnTo>
                    <a:lnTo>
                      <a:pt x="5139" y="14496"/>
                    </a:lnTo>
                    <a:lnTo>
                      <a:pt x="4905" y="14412"/>
                    </a:lnTo>
                    <a:close/>
                    <a:moveTo>
                      <a:pt x="5591" y="14697"/>
                    </a:moveTo>
                    <a:lnTo>
                      <a:pt x="5792" y="14747"/>
                    </a:lnTo>
                    <a:lnTo>
                      <a:pt x="5658" y="15199"/>
                    </a:lnTo>
                    <a:cubicBezTo>
                      <a:pt x="5591" y="15182"/>
                      <a:pt x="5524" y="15166"/>
                      <a:pt x="5441" y="15149"/>
                    </a:cubicBezTo>
                    <a:lnTo>
                      <a:pt x="5591" y="14697"/>
                    </a:lnTo>
                    <a:close/>
                    <a:moveTo>
                      <a:pt x="5574" y="14647"/>
                    </a:moveTo>
                    <a:lnTo>
                      <a:pt x="5407" y="15166"/>
                    </a:lnTo>
                    <a:lnTo>
                      <a:pt x="5424" y="15166"/>
                    </a:lnTo>
                    <a:lnTo>
                      <a:pt x="5675" y="15233"/>
                    </a:lnTo>
                    <a:lnTo>
                      <a:pt x="5692" y="15233"/>
                    </a:lnTo>
                    <a:lnTo>
                      <a:pt x="5826" y="14731"/>
                    </a:lnTo>
                    <a:lnTo>
                      <a:pt x="5809" y="14731"/>
                    </a:lnTo>
                    <a:lnTo>
                      <a:pt x="5574" y="14647"/>
                    </a:lnTo>
                    <a:close/>
                    <a:moveTo>
                      <a:pt x="6311" y="14881"/>
                    </a:moveTo>
                    <a:lnTo>
                      <a:pt x="6512" y="14915"/>
                    </a:lnTo>
                    <a:lnTo>
                      <a:pt x="6445" y="15383"/>
                    </a:lnTo>
                    <a:cubicBezTo>
                      <a:pt x="6361" y="15367"/>
                      <a:pt x="6294" y="15350"/>
                      <a:pt x="6211" y="15333"/>
                    </a:cubicBezTo>
                    <a:lnTo>
                      <a:pt x="6311" y="14881"/>
                    </a:lnTo>
                    <a:close/>
                    <a:moveTo>
                      <a:pt x="6277" y="14831"/>
                    </a:moveTo>
                    <a:lnTo>
                      <a:pt x="6177" y="15367"/>
                    </a:lnTo>
                    <a:lnTo>
                      <a:pt x="6194" y="15367"/>
                    </a:lnTo>
                    <a:lnTo>
                      <a:pt x="6445" y="15400"/>
                    </a:lnTo>
                    <a:lnTo>
                      <a:pt x="6462" y="15400"/>
                    </a:lnTo>
                    <a:lnTo>
                      <a:pt x="6562" y="14881"/>
                    </a:lnTo>
                    <a:lnTo>
                      <a:pt x="6545" y="14881"/>
                    </a:lnTo>
                    <a:cubicBezTo>
                      <a:pt x="6462" y="14864"/>
                      <a:pt x="6378" y="14848"/>
                      <a:pt x="6294" y="14831"/>
                    </a:cubicBezTo>
                    <a:close/>
                    <a:moveTo>
                      <a:pt x="8705" y="14965"/>
                    </a:moveTo>
                    <a:lnTo>
                      <a:pt x="8772" y="15417"/>
                    </a:lnTo>
                    <a:cubicBezTo>
                      <a:pt x="8688" y="15434"/>
                      <a:pt x="8621" y="15450"/>
                      <a:pt x="8537" y="15450"/>
                    </a:cubicBezTo>
                    <a:lnTo>
                      <a:pt x="8487" y="14982"/>
                    </a:lnTo>
                    <a:lnTo>
                      <a:pt x="8705" y="14965"/>
                    </a:lnTo>
                    <a:close/>
                    <a:moveTo>
                      <a:pt x="7047" y="14982"/>
                    </a:moveTo>
                    <a:lnTo>
                      <a:pt x="7248" y="14998"/>
                    </a:lnTo>
                    <a:lnTo>
                      <a:pt x="7215" y="15467"/>
                    </a:lnTo>
                    <a:cubicBezTo>
                      <a:pt x="7148" y="15467"/>
                      <a:pt x="7064" y="15450"/>
                      <a:pt x="6997" y="15450"/>
                    </a:cubicBezTo>
                    <a:lnTo>
                      <a:pt x="7047" y="14982"/>
                    </a:lnTo>
                    <a:close/>
                    <a:moveTo>
                      <a:pt x="7985" y="15015"/>
                    </a:moveTo>
                    <a:lnTo>
                      <a:pt x="8002" y="15484"/>
                    </a:lnTo>
                    <a:lnTo>
                      <a:pt x="7767" y="15484"/>
                    </a:lnTo>
                    <a:lnTo>
                      <a:pt x="7767" y="15015"/>
                    </a:lnTo>
                    <a:close/>
                    <a:moveTo>
                      <a:pt x="8705" y="14931"/>
                    </a:moveTo>
                    <a:cubicBezTo>
                      <a:pt x="8638" y="14948"/>
                      <a:pt x="8554" y="14965"/>
                      <a:pt x="8470" y="14965"/>
                    </a:cubicBezTo>
                    <a:lnTo>
                      <a:pt x="8453" y="14965"/>
                    </a:lnTo>
                    <a:lnTo>
                      <a:pt x="8504" y="15484"/>
                    </a:lnTo>
                    <a:lnTo>
                      <a:pt x="8520" y="15484"/>
                    </a:lnTo>
                    <a:cubicBezTo>
                      <a:pt x="8604" y="15484"/>
                      <a:pt x="8705" y="15467"/>
                      <a:pt x="8788" y="15467"/>
                    </a:cubicBezTo>
                    <a:lnTo>
                      <a:pt x="8805" y="15467"/>
                    </a:lnTo>
                    <a:lnTo>
                      <a:pt x="8721" y="14931"/>
                    </a:lnTo>
                    <a:close/>
                    <a:moveTo>
                      <a:pt x="7014" y="14948"/>
                    </a:moveTo>
                    <a:lnTo>
                      <a:pt x="6947" y="15484"/>
                    </a:lnTo>
                    <a:lnTo>
                      <a:pt x="6964" y="15484"/>
                    </a:lnTo>
                    <a:lnTo>
                      <a:pt x="7232" y="15500"/>
                    </a:lnTo>
                    <a:lnTo>
                      <a:pt x="7248" y="15500"/>
                    </a:lnTo>
                    <a:lnTo>
                      <a:pt x="7282" y="14965"/>
                    </a:lnTo>
                    <a:lnTo>
                      <a:pt x="7265" y="14965"/>
                    </a:lnTo>
                    <a:cubicBezTo>
                      <a:pt x="7181" y="14965"/>
                      <a:pt x="7098" y="14948"/>
                      <a:pt x="7031" y="14948"/>
                    </a:cubicBezTo>
                    <a:close/>
                    <a:moveTo>
                      <a:pt x="7734" y="14982"/>
                    </a:moveTo>
                    <a:lnTo>
                      <a:pt x="7734" y="15517"/>
                    </a:lnTo>
                    <a:lnTo>
                      <a:pt x="8035" y="15517"/>
                    </a:lnTo>
                    <a:lnTo>
                      <a:pt x="8002" y="14982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4" name="Google Shape;1054;p34"/>
          <p:cNvGrpSpPr/>
          <p:nvPr/>
        </p:nvGrpSpPr>
        <p:grpSpPr>
          <a:xfrm rot="10800000">
            <a:off x="164900" y="285825"/>
            <a:ext cx="5961602" cy="4599900"/>
            <a:chOff x="3002186" y="296825"/>
            <a:chExt cx="5961602" cy="4599900"/>
          </a:xfrm>
        </p:grpSpPr>
        <p:cxnSp>
          <p:nvCxnSpPr>
            <p:cNvPr id="1055" name="Google Shape;1055;p34"/>
            <p:cNvCxnSpPr/>
            <p:nvPr/>
          </p:nvCxnSpPr>
          <p:spPr>
            <a:xfrm>
              <a:off x="8959013" y="296825"/>
              <a:ext cx="0" cy="4599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6" name="Google Shape;1056;p34"/>
            <p:cNvCxnSpPr/>
            <p:nvPr/>
          </p:nvCxnSpPr>
          <p:spPr>
            <a:xfrm rot="10800000">
              <a:off x="3002186" y="300625"/>
              <a:ext cx="595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7" name="Google Shape;1057;p34"/>
            <p:cNvCxnSpPr/>
            <p:nvPr/>
          </p:nvCxnSpPr>
          <p:spPr>
            <a:xfrm rot="10800000">
              <a:off x="3002488" y="4895600"/>
              <a:ext cx="596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35"/>
          <p:cNvSpPr/>
          <p:nvPr/>
        </p:nvSpPr>
        <p:spPr>
          <a:xfrm>
            <a:off x="-1294062" y="-1088687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35"/>
          <p:cNvSpPr/>
          <p:nvPr/>
        </p:nvSpPr>
        <p:spPr>
          <a:xfrm>
            <a:off x="6842575" y="2862113"/>
            <a:ext cx="3524700" cy="35247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1" name="Google Shape;1061;p35"/>
          <p:cNvGrpSpPr/>
          <p:nvPr/>
        </p:nvGrpSpPr>
        <p:grpSpPr>
          <a:xfrm flipH="1">
            <a:off x="8403476" y="4363958"/>
            <a:ext cx="488062" cy="482563"/>
            <a:chOff x="5281836" y="834299"/>
            <a:chExt cx="566131" cy="559753"/>
          </a:xfrm>
        </p:grpSpPr>
        <p:sp>
          <p:nvSpPr>
            <p:cNvPr id="1062" name="Google Shape;1062;p35"/>
            <p:cNvSpPr/>
            <p:nvPr/>
          </p:nvSpPr>
          <p:spPr>
            <a:xfrm>
              <a:off x="5435198" y="972637"/>
              <a:ext cx="272567" cy="272162"/>
            </a:xfrm>
            <a:custGeom>
              <a:avLst/>
              <a:gdLst/>
              <a:ahLst/>
              <a:cxnLst/>
              <a:rect l="l" t="t" r="r" b="b"/>
              <a:pathLst>
                <a:path w="12137" h="12119" extrusionOk="0">
                  <a:moveTo>
                    <a:pt x="5876" y="0"/>
                  </a:moveTo>
                  <a:cubicBezTo>
                    <a:pt x="5658" y="0"/>
                    <a:pt x="5457" y="17"/>
                    <a:pt x="5257" y="50"/>
                  </a:cubicBezTo>
                  <a:lnTo>
                    <a:pt x="5290" y="335"/>
                  </a:lnTo>
                  <a:lnTo>
                    <a:pt x="5290" y="352"/>
                  </a:lnTo>
                  <a:cubicBezTo>
                    <a:pt x="5491" y="318"/>
                    <a:pt x="5675" y="301"/>
                    <a:pt x="5876" y="301"/>
                  </a:cubicBezTo>
                  <a:lnTo>
                    <a:pt x="5876" y="0"/>
                  </a:lnTo>
                  <a:close/>
                  <a:moveTo>
                    <a:pt x="6646" y="17"/>
                  </a:moveTo>
                  <a:lnTo>
                    <a:pt x="6612" y="318"/>
                  </a:lnTo>
                  <a:cubicBezTo>
                    <a:pt x="6813" y="335"/>
                    <a:pt x="6997" y="368"/>
                    <a:pt x="7198" y="402"/>
                  </a:cubicBezTo>
                  <a:lnTo>
                    <a:pt x="7249" y="101"/>
                  </a:lnTo>
                  <a:cubicBezTo>
                    <a:pt x="7048" y="67"/>
                    <a:pt x="6847" y="34"/>
                    <a:pt x="6646" y="17"/>
                  </a:cubicBezTo>
                  <a:close/>
                  <a:moveTo>
                    <a:pt x="4503" y="201"/>
                  </a:moveTo>
                  <a:cubicBezTo>
                    <a:pt x="4303" y="251"/>
                    <a:pt x="4102" y="318"/>
                    <a:pt x="3918" y="385"/>
                  </a:cubicBezTo>
                  <a:lnTo>
                    <a:pt x="4018" y="670"/>
                  </a:lnTo>
                  <a:cubicBezTo>
                    <a:pt x="4202" y="603"/>
                    <a:pt x="4386" y="536"/>
                    <a:pt x="4570" y="486"/>
                  </a:cubicBezTo>
                  <a:lnTo>
                    <a:pt x="4503" y="201"/>
                  </a:lnTo>
                  <a:close/>
                  <a:moveTo>
                    <a:pt x="8002" y="318"/>
                  </a:moveTo>
                  <a:lnTo>
                    <a:pt x="7901" y="603"/>
                  </a:lnTo>
                  <a:cubicBezTo>
                    <a:pt x="8085" y="653"/>
                    <a:pt x="8270" y="737"/>
                    <a:pt x="8454" y="804"/>
                  </a:cubicBezTo>
                  <a:lnTo>
                    <a:pt x="8571" y="536"/>
                  </a:lnTo>
                  <a:cubicBezTo>
                    <a:pt x="8387" y="452"/>
                    <a:pt x="8203" y="385"/>
                    <a:pt x="8002" y="318"/>
                  </a:cubicBezTo>
                  <a:close/>
                  <a:moveTo>
                    <a:pt x="3215" y="703"/>
                  </a:moveTo>
                  <a:cubicBezTo>
                    <a:pt x="3030" y="804"/>
                    <a:pt x="2846" y="904"/>
                    <a:pt x="2679" y="1021"/>
                  </a:cubicBezTo>
                  <a:lnTo>
                    <a:pt x="2846" y="1272"/>
                  </a:lnTo>
                  <a:cubicBezTo>
                    <a:pt x="3014" y="1155"/>
                    <a:pt x="3181" y="1055"/>
                    <a:pt x="3348" y="971"/>
                  </a:cubicBezTo>
                  <a:lnTo>
                    <a:pt x="3215" y="703"/>
                  </a:lnTo>
                  <a:close/>
                  <a:moveTo>
                    <a:pt x="9257" y="887"/>
                  </a:moveTo>
                  <a:lnTo>
                    <a:pt x="9090" y="1138"/>
                  </a:lnTo>
                  <a:cubicBezTo>
                    <a:pt x="9257" y="1256"/>
                    <a:pt x="9425" y="1356"/>
                    <a:pt x="9575" y="1473"/>
                  </a:cubicBezTo>
                  <a:lnTo>
                    <a:pt x="9759" y="1239"/>
                  </a:lnTo>
                  <a:cubicBezTo>
                    <a:pt x="9609" y="1122"/>
                    <a:pt x="9425" y="1004"/>
                    <a:pt x="9257" y="887"/>
                  </a:cubicBezTo>
                  <a:close/>
                  <a:moveTo>
                    <a:pt x="2076" y="1473"/>
                  </a:moveTo>
                  <a:cubicBezTo>
                    <a:pt x="1909" y="1607"/>
                    <a:pt x="1775" y="1758"/>
                    <a:pt x="1624" y="1908"/>
                  </a:cubicBezTo>
                  <a:lnTo>
                    <a:pt x="1842" y="2126"/>
                  </a:lnTo>
                  <a:cubicBezTo>
                    <a:pt x="1976" y="1975"/>
                    <a:pt x="2127" y="1841"/>
                    <a:pt x="2277" y="1707"/>
                  </a:cubicBezTo>
                  <a:lnTo>
                    <a:pt x="2076" y="1473"/>
                  </a:lnTo>
                  <a:close/>
                  <a:moveTo>
                    <a:pt x="10328" y="1758"/>
                  </a:moveTo>
                  <a:lnTo>
                    <a:pt x="10128" y="1959"/>
                  </a:lnTo>
                  <a:cubicBezTo>
                    <a:pt x="10261" y="2092"/>
                    <a:pt x="10395" y="2243"/>
                    <a:pt x="10513" y="2394"/>
                  </a:cubicBezTo>
                  <a:lnTo>
                    <a:pt x="10747" y="2210"/>
                  </a:lnTo>
                  <a:cubicBezTo>
                    <a:pt x="10613" y="2042"/>
                    <a:pt x="10479" y="1892"/>
                    <a:pt x="10328" y="1758"/>
                  </a:cubicBezTo>
                  <a:close/>
                  <a:moveTo>
                    <a:pt x="1122" y="2511"/>
                  </a:moveTo>
                  <a:cubicBezTo>
                    <a:pt x="1005" y="2678"/>
                    <a:pt x="888" y="2846"/>
                    <a:pt x="787" y="3030"/>
                  </a:cubicBezTo>
                  <a:lnTo>
                    <a:pt x="1055" y="3180"/>
                  </a:lnTo>
                  <a:cubicBezTo>
                    <a:pt x="1156" y="3013"/>
                    <a:pt x="1256" y="2846"/>
                    <a:pt x="1373" y="2678"/>
                  </a:cubicBezTo>
                  <a:lnTo>
                    <a:pt x="1122" y="2511"/>
                  </a:lnTo>
                  <a:close/>
                  <a:moveTo>
                    <a:pt x="11199" y="2829"/>
                  </a:moveTo>
                  <a:lnTo>
                    <a:pt x="10948" y="2996"/>
                  </a:lnTo>
                  <a:cubicBezTo>
                    <a:pt x="11048" y="3164"/>
                    <a:pt x="11149" y="3331"/>
                    <a:pt x="11232" y="3499"/>
                  </a:cubicBezTo>
                  <a:lnTo>
                    <a:pt x="11500" y="3381"/>
                  </a:lnTo>
                  <a:cubicBezTo>
                    <a:pt x="11416" y="3197"/>
                    <a:pt x="11316" y="3013"/>
                    <a:pt x="11199" y="2829"/>
                  </a:cubicBezTo>
                  <a:close/>
                  <a:moveTo>
                    <a:pt x="453" y="3716"/>
                  </a:moveTo>
                  <a:cubicBezTo>
                    <a:pt x="369" y="3917"/>
                    <a:pt x="302" y="4101"/>
                    <a:pt x="235" y="4302"/>
                  </a:cubicBezTo>
                  <a:lnTo>
                    <a:pt x="536" y="4386"/>
                  </a:lnTo>
                  <a:lnTo>
                    <a:pt x="536" y="4402"/>
                  </a:lnTo>
                  <a:cubicBezTo>
                    <a:pt x="587" y="4202"/>
                    <a:pt x="654" y="4017"/>
                    <a:pt x="737" y="3833"/>
                  </a:cubicBezTo>
                  <a:lnTo>
                    <a:pt x="453" y="3716"/>
                  </a:lnTo>
                  <a:close/>
                  <a:moveTo>
                    <a:pt x="11801" y="4084"/>
                  </a:moveTo>
                  <a:lnTo>
                    <a:pt x="11517" y="4185"/>
                  </a:lnTo>
                  <a:cubicBezTo>
                    <a:pt x="11584" y="4369"/>
                    <a:pt x="11634" y="4553"/>
                    <a:pt x="11684" y="4754"/>
                  </a:cubicBezTo>
                  <a:lnTo>
                    <a:pt x="11969" y="4687"/>
                  </a:lnTo>
                  <a:cubicBezTo>
                    <a:pt x="11919" y="4469"/>
                    <a:pt x="11868" y="4285"/>
                    <a:pt x="11801" y="4084"/>
                  </a:cubicBezTo>
                  <a:close/>
                  <a:moveTo>
                    <a:pt x="68" y="5055"/>
                  </a:moveTo>
                  <a:cubicBezTo>
                    <a:pt x="34" y="5256"/>
                    <a:pt x="17" y="5474"/>
                    <a:pt x="1" y="5675"/>
                  </a:cubicBezTo>
                  <a:lnTo>
                    <a:pt x="302" y="5691"/>
                  </a:lnTo>
                  <a:cubicBezTo>
                    <a:pt x="319" y="5490"/>
                    <a:pt x="336" y="5306"/>
                    <a:pt x="369" y="5105"/>
                  </a:cubicBezTo>
                  <a:lnTo>
                    <a:pt x="68" y="5055"/>
                  </a:lnTo>
                  <a:close/>
                  <a:moveTo>
                    <a:pt x="12103" y="5440"/>
                  </a:moveTo>
                  <a:lnTo>
                    <a:pt x="11801" y="5474"/>
                  </a:lnTo>
                  <a:cubicBezTo>
                    <a:pt x="11835" y="5675"/>
                    <a:pt x="11835" y="5859"/>
                    <a:pt x="11835" y="6060"/>
                  </a:cubicBezTo>
                  <a:cubicBezTo>
                    <a:pt x="11835" y="6260"/>
                    <a:pt x="11818" y="6444"/>
                    <a:pt x="11801" y="6645"/>
                  </a:cubicBezTo>
                  <a:lnTo>
                    <a:pt x="12103" y="6679"/>
                  </a:lnTo>
                  <a:cubicBezTo>
                    <a:pt x="12119" y="6478"/>
                    <a:pt x="12119" y="6260"/>
                    <a:pt x="12119" y="6060"/>
                  </a:cubicBezTo>
                  <a:cubicBezTo>
                    <a:pt x="12136" y="5859"/>
                    <a:pt x="12119" y="5658"/>
                    <a:pt x="12103" y="5440"/>
                  </a:cubicBezTo>
                  <a:close/>
                  <a:moveTo>
                    <a:pt x="302" y="6428"/>
                  </a:moveTo>
                  <a:lnTo>
                    <a:pt x="1" y="6444"/>
                  </a:lnTo>
                  <a:cubicBezTo>
                    <a:pt x="17" y="6645"/>
                    <a:pt x="34" y="6846"/>
                    <a:pt x="68" y="7064"/>
                  </a:cubicBezTo>
                  <a:lnTo>
                    <a:pt x="369" y="7014"/>
                  </a:lnTo>
                  <a:cubicBezTo>
                    <a:pt x="336" y="6813"/>
                    <a:pt x="319" y="6612"/>
                    <a:pt x="302" y="6428"/>
                  </a:cubicBezTo>
                  <a:close/>
                  <a:moveTo>
                    <a:pt x="11684" y="7365"/>
                  </a:moveTo>
                  <a:cubicBezTo>
                    <a:pt x="11634" y="7566"/>
                    <a:pt x="11584" y="7750"/>
                    <a:pt x="11517" y="7934"/>
                  </a:cubicBezTo>
                  <a:lnTo>
                    <a:pt x="11801" y="8035"/>
                  </a:lnTo>
                  <a:cubicBezTo>
                    <a:pt x="11868" y="7834"/>
                    <a:pt x="11919" y="7633"/>
                    <a:pt x="11969" y="7432"/>
                  </a:cubicBezTo>
                  <a:lnTo>
                    <a:pt x="11684" y="7365"/>
                  </a:lnTo>
                  <a:close/>
                  <a:moveTo>
                    <a:pt x="536" y="7717"/>
                  </a:moveTo>
                  <a:lnTo>
                    <a:pt x="235" y="7817"/>
                  </a:lnTo>
                  <a:cubicBezTo>
                    <a:pt x="302" y="8001"/>
                    <a:pt x="369" y="8202"/>
                    <a:pt x="453" y="8386"/>
                  </a:cubicBezTo>
                  <a:lnTo>
                    <a:pt x="720" y="8269"/>
                  </a:lnTo>
                  <a:cubicBezTo>
                    <a:pt x="654" y="8102"/>
                    <a:pt x="587" y="7901"/>
                    <a:pt x="536" y="7717"/>
                  </a:cubicBezTo>
                  <a:close/>
                  <a:moveTo>
                    <a:pt x="11232" y="8604"/>
                  </a:moveTo>
                  <a:cubicBezTo>
                    <a:pt x="11149" y="8788"/>
                    <a:pt x="11048" y="8955"/>
                    <a:pt x="10948" y="9123"/>
                  </a:cubicBezTo>
                  <a:lnTo>
                    <a:pt x="11199" y="9273"/>
                  </a:lnTo>
                  <a:lnTo>
                    <a:pt x="11199" y="9290"/>
                  </a:lnTo>
                  <a:cubicBezTo>
                    <a:pt x="11316" y="9106"/>
                    <a:pt x="11416" y="8939"/>
                    <a:pt x="11500" y="8738"/>
                  </a:cubicBezTo>
                  <a:lnTo>
                    <a:pt x="11232" y="8604"/>
                  </a:lnTo>
                  <a:close/>
                  <a:moveTo>
                    <a:pt x="1055" y="8939"/>
                  </a:moveTo>
                  <a:lnTo>
                    <a:pt x="787" y="9089"/>
                  </a:lnTo>
                  <a:cubicBezTo>
                    <a:pt x="888" y="9257"/>
                    <a:pt x="1005" y="9441"/>
                    <a:pt x="1122" y="9608"/>
                  </a:cubicBezTo>
                  <a:lnTo>
                    <a:pt x="1373" y="9424"/>
                  </a:lnTo>
                  <a:cubicBezTo>
                    <a:pt x="1256" y="9273"/>
                    <a:pt x="1156" y="9106"/>
                    <a:pt x="1055" y="8939"/>
                  </a:cubicBezTo>
                  <a:close/>
                  <a:moveTo>
                    <a:pt x="10529" y="9725"/>
                  </a:moveTo>
                  <a:cubicBezTo>
                    <a:pt x="10395" y="9876"/>
                    <a:pt x="10261" y="10027"/>
                    <a:pt x="10128" y="10160"/>
                  </a:cubicBezTo>
                  <a:lnTo>
                    <a:pt x="10328" y="10361"/>
                  </a:lnTo>
                  <a:cubicBezTo>
                    <a:pt x="10479" y="10227"/>
                    <a:pt x="10613" y="10060"/>
                    <a:pt x="10747" y="9909"/>
                  </a:cubicBezTo>
                  <a:lnTo>
                    <a:pt x="10529" y="9725"/>
                  </a:lnTo>
                  <a:close/>
                  <a:moveTo>
                    <a:pt x="1842" y="9993"/>
                  </a:moveTo>
                  <a:lnTo>
                    <a:pt x="1608" y="10194"/>
                  </a:lnTo>
                  <a:cubicBezTo>
                    <a:pt x="1758" y="10345"/>
                    <a:pt x="1909" y="10495"/>
                    <a:pt x="2060" y="10629"/>
                  </a:cubicBezTo>
                  <a:lnTo>
                    <a:pt x="2260" y="10412"/>
                  </a:lnTo>
                  <a:cubicBezTo>
                    <a:pt x="2110" y="10278"/>
                    <a:pt x="1976" y="10144"/>
                    <a:pt x="1842" y="9993"/>
                  </a:cubicBezTo>
                  <a:close/>
                  <a:moveTo>
                    <a:pt x="9575" y="10629"/>
                  </a:moveTo>
                  <a:cubicBezTo>
                    <a:pt x="9408" y="10763"/>
                    <a:pt x="9257" y="10863"/>
                    <a:pt x="9090" y="10964"/>
                  </a:cubicBezTo>
                  <a:lnTo>
                    <a:pt x="9240" y="11232"/>
                  </a:lnTo>
                  <a:cubicBezTo>
                    <a:pt x="9425" y="11115"/>
                    <a:pt x="9592" y="10997"/>
                    <a:pt x="9759" y="10880"/>
                  </a:cubicBezTo>
                  <a:lnTo>
                    <a:pt x="9575" y="10629"/>
                  </a:lnTo>
                  <a:close/>
                  <a:moveTo>
                    <a:pt x="2846" y="10847"/>
                  </a:moveTo>
                  <a:lnTo>
                    <a:pt x="2679" y="11098"/>
                  </a:lnTo>
                  <a:cubicBezTo>
                    <a:pt x="2846" y="11215"/>
                    <a:pt x="3014" y="11315"/>
                    <a:pt x="3198" y="11416"/>
                  </a:cubicBezTo>
                  <a:lnTo>
                    <a:pt x="3348" y="11148"/>
                  </a:lnTo>
                  <a:cubicBezTo>
                    <a:pt x="3164" y="11064"/>
                    <a:pt x="2997" y="10964"/>
                    <a:pt x="2846" y="10847"/>
                  </a:cubicBezTo>
                  <a:close/>
                  <a:moveTo>
                    <a:pt x="8437" y="11315"/>
                  </a:moveTo>
                  <a:cubicBezTo>
                    <a:pt x="8270" y="11399"/>
                    <a:pt x="8085" y="11466"/>
                    <a:pt x="7901" y="11533"/>
                  </a:cubicBezTo>
                  <a:lnTo>
                    <a:pt x="7985" y="11818"/>
                  </a:lnTo>
                  <a:cubicBezTo>
                    <a:pt x="8186" y="11751"/>
                    <a:pt x="8387" y="11667"/>
                    <a:pt x="8571" y="11600"/>
                  </a:cubicBezTo>
                  <a:lnTo>
                    <a:pt x="8437" y="11315"/>
                  </a:lnTo>
                  <a:close/>
                  <a:moveTo>
                    <a:pt x="4018" y="11449"/>
                  </a:moveTo>
                  <a:lnTo>
                    <a:pt x="3901" y="11734"/>
                  </a:lnTo>
                  <a:cubicBezTo>
                    <a:pt x="4102" y="11818"/>
                    <a:pt x="4286" y="11868"/>
                    <a:pt x="4487" y="11918"/>
                  </a:cubicBezTo>
                  <a:lnTo>
                    <a:pt x="4570" y="11633"/>
                  </a:lnTo>
                  <a:cubicBezTo>
                    <a:pt x="4386" y="11583"/>
                    <a:pt x="4185" y="11516"/>
                    <a:pt x="4018" y="11449"/>
                  </a:cubicBezTo>
                  <a:close/>
                  <a:moveTo>
                    <a:pt x="7182" y="11717"/>
                  </a:moveTo>
                  <a:cubicBezTo>
                    <a:pt x="6997" y="11751"/>
                    <a:pt x="6797" y="11784"/>
                    <a:pt x="6612" y="11801"/>
                  </a:cubicBezTo>
                  <a:lnTo>
                    <a:pt x="6629" y="12102"/>
                  </a:lnTo>
                  <a:cubicBezTo>
                    <a:pt x="6847" y="12085"/>
                    <a:pt x="7048" y="12052"/>
                    <a:pt x="7249" y="12018"/>
                  </a:cubicBezTo>
                  <a:lnTo>
                    <a:pt x="7182" y="11717"/>
                  </a:lnTo>
                  <a:close/>
                  <a:moveTo>
                    <a:pt x="5290" y="11784"/>
                  </a:moveTo>
                  <a:lnTo>
                    <a:pt x="5240" y="12069"/>
                  </a:lnTo>
                  <a:cubicBezTo>
                    <a:pt x="5457" y="12102"/>
                    <a:pt x="5658" y="12119"/>
                    <a:pt x="5859" y="12119"/>
                  </a:cubicBezTo>
                  <a:lnTo>
                    <a:pt x="5876" y="11834"/>
                  </a:lnTo>
                  <a:cubicBezTo>
                    <a:pt x="5675" y="11818"/>
                    <a:pt x="5474" y="11801"/>
                    <a:pt x="5290" y="1178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5281836" y="834299"/>
              <a:ext cx="566131" cy="559753"/>
            </a:xfrm>
            <a:custGeom>
              <a:avLst/>
              <a:gdLst/>
              <a:ahLst/>
              <a:cxnLst/>
              <a:rect l="l" t="t" r="r" b="b"/>
              <a:pathLst>
                <a:path w="25209" h="24925" extrusionOk="0">
                  <a:moveTo>
                    <a:pt x="15350" y="51"/>
                  </a:moveTo>
                  <a:lnTo>
                    <a:pt x="15701" y="134"/>
                  </a:lnTo>
                  <a:lnTo>
                    <a:pt x="15517" y="871"/>
                  </a:lnTo>
                  <a:cubicBezTo>
                    <a:pt x="15400" y="837"/>
                    <a:pt x="15299" y="821"/>
                    <a:pt x="15182" y="787"/>
                  </a:cubicBezTo>
                  <a:lnTo>
                    <a:pt x="15350" y="51"/>
                  </a:lnTo>
                  <a:close/>
                  <a:moveTo>
                    <a:pt x="15299" y="0"/>
                  </a:moveTo>
                  <a:lnTo>
                    <a:pt x="15115" y="837"/>
                  </a:lnTo>
                  <a:lnTo>
                    <a:pt x="15149" y="837"/>
                  </a:lnTo>
                  <a:lnTo>
                    <a:pt x="15534" y="938"/>
                  </a:lnTo>
                  <a:lnTo>
                    <a:pt x="15567" y="938"/>
                  </a:lnTo>
                  <a:lnTo>
                    <a:pt x="15768" y="101"/>
                  </a:lnTo>
                  <a:lnTo>
                    <a:pt x="15751" y="101"/>
                  </a:lnTo>
                  <a:cubicBezTo>
                    <a:pt x="15617" y="51"/>
                    <a:pt x="15467" y="17"/>
                    <a:pt x="15333" y="0"/>
                  </a:cubicBezTo>
                  <a:close/>
                  <a:moveTo>
                    <a:pt x="9407" y="168"/>
                  </a:moveTo>
                  <a:lnTo>
                    <a:pt x="9592" y="904"/>
                  </a:lnTo>
                  <a:cubicBezTo>
                    <a:pt x="9474" y="938"/>
                    <a:pt x="9357" y="971"/>
                    <a:pt x="9240" y="1005"/>
                  </a:cubicBezTo>
                  <a:lnTo>
                    <a:pt x="9022" y="268"/>
                  </a:lnTo>
                  <a:lnTo>
                    <a:pt x="9039" y="268"/>
                  </a:lnTo>
                  <a:cubicBezTo>
                    <a:pt x="9156" y="235"/>
                    <a:pt x="9290" y="184"/>
                    <a:pt x="9407" y="168"/>
                  </a:cubicBezTo>
                  <a:close/>
                  <a:moveTo>
                    <a:pt x="9424" y="101"/>
                  </a:moveTo>
                  <a:cubicBezTo>
                    <a:pt x="9290" y="134"/>
                    <a:pt x="9156" y="168"/>
                    <a:pt x="9006" y="218"/>
                  </a:cubicBezTo>
                  <a:lnTo>
                    <a:pt x="8956" y="235"/>
                  </a:lnTo>
                  <a:lnTo>
                    <a:pt x="9207" y="1072"/>
                  </a:lnTo>
                  <a:lnTo>
                    <a:pt x="9257" y="1055"/>
                  </a:lnTo>
                  <a:lnTo>
                    <a:pt x="9642" y="938"/>
                  </a:lnTo>
                  <a:lnTo>
                    <a:pt x="9659" y="938"/>
                  </a:lnTo>
                  <a:lnTo>
                    <a:pt x="9458" y="101"/>
                  </a:lnTo>
                  <a:close/>
                  <a:moveTo>
                    <a:pt x="16572" y="385"/>
                  </a:moveTo>
                  <a:lnTo>
                    <a:pt x="16588" y="402"/>
                  </a:lnTo>
                  <a:cubicBezTo>
                    <a:pt x="16689" y="452"/>
                    <a:pt x="16806" y="469"/>
                    <a:pt x="16923" y="519"/>
                  </a:cubicBezTo>
                  <a:lnTo>
                    <a:pt x="16655" y="1222"/>
                  </a:lnTo>
                  <a:lnTo>
                    <a:pt x="16337" y="1105"/>
                  </a:lnTo>
                  <a:lnTo>
                    <a:pt x="16572" y="385"/>
                  </a:lnTo>
                  <a:close/>
                  <a:moveTo>
                    <a:pt x="16538" y="318"/>
                  </a:moveTo>
                  <a:lnTo>
                    <a:pt x="16270" y="1139"/>
                  </a:lnTo>
                  <a:lnTo>
                    <a:pt x="16287" y="1139"/>
                  </a:lnTo>
                  <a:cubicBezTo>
                    <a:pt x="16404" y="1189"/>
                    <a:pt x="16538" y="1239"/>
                    <a:pt x="16655" y="1272"/>
                  </a:cubicBezTo>
                  <a:lnTo>
                    <a:pt x="16689" y="1272"/>
                  </a:lnTo>
                  <a:lnTo>
                    <a:pt x="16990" y="469"/>
                  </a:lnTo>
                  <a:lnTo>
                    <a:pt x="16957" y="469"/>
                  </a:lnTo>
                  <a:cubicBezTo>
                    <a:pt x="16839" y="419"/>
                    <a:pt x="16705" y="369"/>
                    <a:pt x="16572" y="318"/>
                  </a:cubicBezTo>
                  <a:close/>
                  <a:moveTo>
                    <a:pt x="8169" y="553"/>
                  </a:moveTo>
                  <a:lnTo>
                    <a:pt x="8437" y="1272"/>
                  </a:lnTo>
                  <a:cubicBezTo>
                    <a:pt x="8319" y="1306"/>
                    <a:pt x="8219" y="1356"/>
                    <a:pt x="8119" y="1406"/>
                  </a:cubicBezTo>
                  <a:lnTo>
                    <a:pt x="7834" y="687"/>
                  </a:lnTo>
                  <a:lnTo>
                    <a:pt x="8169" y="553"/>
                  </a:lnTo>
                  <a:close/>
                  <a:moveTo>
                    <a:pt x="8202" y="486"/>
                  </a:moveTo>
                  <a:lnTo>
                    <a:pt x="8186" y="503"/>
                  </a:lnTo>
                  <a:cubicBezTo>
                    <a:pt x="8052" y="553"/>
                    <a:pt x="7918" y="603"/>
                    <a:pt x="7784" y="653"/>
                  </a:cubicBezTo>
                  <a:lnTo>
                    <a:pt x="7767" y="653"/>
                  </a:lnTo>
                  <a:lnTo>
                    <a:pt x="8085" y="1473"/>
                  </a:lnTo>
                  <a:lnTo>
                    <a:pt x="8119" y="1440"/>
                  </a:lnTo>
                  <a:cubicBezTo>
                    <a:pt x="8236" y="1390"/>
                    <a:pt x="8353" y="1339"/>
                    <a:pt x="8487" y="1306"/>
                  </a:cubicBezTo>
                  <a:lnTo>
                    <a:pt x="8504" y="1306"/>
                  </a:lnTo>
                  <a:lnTo>
                    <a:pt x="8202" y="486"/>
                  </a:lnTo>
                  <a:close/>
                  <a:moveTo>
                    <a:pt x="17760" y="854"/>
                  </a:moveTo>
                  <a:lnTo>
                    <a:pt x="18095" y="1021"/>
                  </a:lnTo>
                  <a:lnTo>
                    <a:pt x="17760" y="1708"/>
                  </a:lnTo>
                  <a:lnTo>
                    <a:pt x="17459" y="1557"/>
                  </a:lnTo>
                  <a:lnTo>
                    <a:pt x="17442" y="1557"/>
                  </a:lnTo>
                  <a:lnTo>
                    <a:pt x="17760" y="854"/>
                  </a:lnTo>
                  <a:close/>
                  <a:moveTo>
                    <a:pt x="17727" y="787"/>
                  </a:moveTo>
                  <a:lnTo>
                    <a:pt x="17375" y="1574"/>
                  </a:lnTo>
                  <a:lnTo>
                    <a:pt x="17392" y="1591"/>
                  </a:lnTo>
                  <a:cubicBezTo>
                    <a:pt x="17509" y="1641"/>
                    <a:pt x="17643" y="1691"/>
                    <a:pt x="17760" y="1758"/>
                  </a:cubicBezTo>
                  <a:lnTo>
                    <a:pt x="17777" y="1775"/>
                  </a:lnTo>
                  <a:lnTo>
                    <a:pt x="18162" y="988"/>
                  </a:lnTo>
                  <a:lnTo>
                    <a:pt x="18145" y="971"/>
                  </a:lnTo>
                  <a:cubicBezTo>
                    <a:pt x="18011" y="904"/>
                    <a:pt x="17877" y="854"/>
                    <a:pt x="17760" y="787"/>
                  </a:cubicBezTo>
                  <a:close/>
                  <a:moveTo>
                    <a:pt x="7014" y="1055"/>
                  </a:moveTo>
                  <a:lnTo>
                    <a:pt x="7349" y="1741"/>
                  </a:lnTo>
                  <a:cubicBezTo>
                    <a:pt x="7248" y="1791"/>
                    <a:pt x="7131" y="1858"/>
                    <a:pt x="7031" y="1909"/>
                  </a:cubicBezTo>
                  <a:lnTo>
                    <a:pt x="6679" y="1239"/>
                  </a:lnTo>
                  <a:lnTo>
                    <a:pt x="6679" y="1222"/>
                  </a:lnTo>
                  <a:cubicBezTo>
                    <a:pt x="6796" y="1172"/>
                    <a:pt x="6897" y="1105"/>
                    <a:pt x="7014" y="1055"/>
                  </a:cubicBezTo>
                  <a:close/>
                  <a:moveTo>
                    <a:pt x="7031" y="988"/>
                  </a:moveTo>
                  <a:lnTo>
                    <a:pt x="6997" y="1005"/>
                  </a:lnTo>
                  <a:cubicBezTo>
                    <a:pt x="6880" y="1072"/>
                    <a:pt x="6746" y="1139"/>
                    <a:pt x="6612" y="1206"/>
                  </a:cubicBezTo>
                  <a:lnTo>
                    <a:pt x="6595" y="1206"/>
                  </a:lnTo>
                  <a:lnTo>
                    <a:pt x="7014" y="1976"/>
                  </a:lnTo>
                  <a:lnTo>
                    <a:pt x="7031" y="1959"/>
                  </a:lnTo>
                  <a:cubicBezTo>
                    <a:pt x="7148" y="1909"/>
                    <a:pt x="7265" y="1842"/>
                    <a:pt x="7382" y="1775"/>
                  </a:cubicBezTo>
                  <a:lnTo>
                    <a:pt x="7399" y="1775"/>
                  </a:lnTo>
                  <a:lnTo>
                    <a:pt x="7031" y="988"/>
                  </a:lnTo>
                  <a:close/>
                  <a:moveTo>
                    <a:pt x="18881" y="1440"/>
                  </a:moveTo>
                  <a:lnTo>
                    <a:pt x="19200" y="1624"/>
                  </a:lnTo>
                  <a:lnTo>
                    <a:pt x="18798" y="2277"/>
                  </a:lnTo>
                  <a:cubicBezTo>
                    <a:pt x="18697" y="2210"/>
                    <a:pt x="18597" y="2160"/>
                    <a:pt x="18513" y="2093"/>
                  </a:cubicBezTo>
                  <a:lnTo>
                    <a:pt x="18881" y="1440"/>
                  </a:lnTo>
                  <a:close/>
                  <a:moveTo>
                    <a:pt x="18865" y="1356"/>
                  </a:moveTo>
                  <a:lnTo>
                    <a:pt x="18430" y="2109"/>
                  </a:lnTo>
                  <a:lnTo>
                    <a:pt x="18463" y="2126"/>
                  </a:lnTo>
                  <a:cubicBezTo>
                    <a:pt x="18563" y="2193"/>
                    <a:pt x="18681" y="2260"/>
                    <a:pt x="18798" y="2327"/>
                  </a:cubicBezTo>
                  <a:lnTo>
                    <a:pt x="18815" y="2344"/>
                  </a:lnTo>
                  <a:lnTo>
                    <a:pt x="19283" y="1591"/>
                  </a:lnTo>
                  <a:lnTo>
                    <a:pt x="19250" y="1574"/>
                  </a:lnTo>
                  <a:cubicBezTo>
                    <a:pt x="19133" y="1507"/>
                    <a:pt x="19015" y="1440"/>
                    <a:pt x="18898" y="1373"/>
                  </a:cubicBezTo>
                  <a:lnTo>
                    <a:pt x="18865" y="1356"/>
                  </a:lnTo>
                  <a:close/>
                  <a:moveTo>
                    <a:pt x="5909" y="1674"/>
                  </a:moveTo>
                  <a:lnTo>
                    <a:pt x="6294" y="2327"/>
                  </a:lnTo>
                  <a:cubicBezTo>
                    <a:pt x="6194" y="2394"/>
                    <a:pt x="6093" y="2444"/>
                    <a:pt x="6010" y="2511"/>
                  </a:cubicBezTo>
                  <a:lnTo>
                    <a:pt x="5591" y="1892"/>
                  </a:lnTo>
                  <a:lnTo>
                    <a:pt x="5591" y="1875"/>
                  </a:lnTo>
                  <a:cubicBezTo>
                    <a:pt x="5708" y="1808"/>
                    <a:pt x="5792" y="1741"/>
                    <a:pt x="5909" y="1674"/>
                  </a:cubicBezTo>
                  <a:close/>
                  <a:moveTo>
                    <a:pt x="5926" y="1607"/>
                  </a:moveTo>
                  <a:lnTo>
                    <a:pt x="5892" y="1624"/>
                  </a:lnTo>
                  <a:cubicBezTo>
                    <a:pt x="5775" y="1708"/>
                    <a:pt x="5658" y="1775"/>
                    <a:pt x="5541" y="1858"/>
                  </a:cubicBezTo>
                  <a:lnTo>
                    <a:pt x="5524" y="1875"/>
                  </a:lnTo>
                  <a:lnTo>
                    <a:pt x="6010" y="2595"/>
                  </a:lnTo>
                  <a:lnTo>
                    <a:pt x="6026" y="2578"/>
                  </a:lnTo>
                  <a:lnTo>
                    <a:pt x="6361" y="2360"/>
                  </a:lnTo>
                  <a:lnTo>
                    <a:pt x="6378" y="2344"/>
                  </a:lnTo>
                  <a:lnTo>
                    <a:pt x="5926" y="1607"/>
                  </a:lnTo>
                  <a:close/>
                  <a:moveTo>
                    <a:pt x="19953" y="2126"/>
                  </a:moveTo>
                  <a:cubicBezTo>
                    <a:pt x="20053" y="2210"/>
                    <a:pt x="20154" y="2277"/>
                    <a:pt x="20254" y="2344"/>
                  </a:cubicBezTo>
                  <a:lnTo>
                    <a:pt x="19785" y="2963"/>
                  </a:lnTo>
                  <a:cubicBezTo>
                    <a:pt x="19702" y="2879"/>
                    <a:pt x="19601" y="2812"/>
                    <a:pt x="19518" y="2745"/>
                  </a:cubicBezTo>
                  <a:lnTo>
                    <a:pt x="19953" y="2126"/>
                  </a:lnTo>
                  <a:close/>
                  <a:moveTo>
                    <a:pt x="19953" y="2059"/>
                  </a:moveTo>
                  <a:lnTo>
                    <a:pt x="19434" y="2779"/>
                  </a:lnTo>
                  <a:lnTo>
                    <a:pt x="19451" y="2779"/>
                  </a:lnTo>
                  <a:cubicBezTo>
                    <a:pt x="19568" y="2863"/>
                    <a:pt x="19668" y="2946"/>
                    <a:pt x="19769" y="3030"/>
                  </a:cubicBezTo>
                  <a:lnTo>
                    <a:pt x="19802" y="3047"/>
                  </a:lnTo>
                  <a:lnTo>
                    <a:pt x="20321" y="2344"/>
                  </a:lnTo>
                  <a:lnTo>
                    <a:pt x="20304" y="2327"/>
                  </a:lnTo>
                  <a:cubicBezTo>
                    <a:pt x="20204" y="2243"/>
                    <a:pt x="20087" y="2160"/>
                    <a:pt x="19969" y="2076"/>
                  </a:cubicBezTo>
                  <a:lnTo>
                    <a:pt x="19953" y="2059"/>
                  </a:lnTo>
                  <a:close/>
                  <a:moveTo>
                    <a:pt x="4871" y="2411"/>
                  </a:moveTo>
                  <a:lnTo>
                    <a:pt x="5340" y="3030"/>
                  </a:lnTo>
                  <a:cubicBezTo>
                    <a:pt x="5240" y="3097"/>
                    <a:pt x="5156" y="3164"/>
                    <a:pt x="5072" y="3231"/>
                  </a:cubicBezTo>
                  <a:lnTo>
                    <a:pt x="4587" y="2645"/>
                  </a:lnTo>
                  <a:lnTo>
                    <a:pt x="4570" y="2645"/>
                  </a:lnTo>
                  <a:cubicBezTo>
                    <a:pt x="4670" y="2561"/>
                    <a:pt x="4771" y="2494"/>
                    <a:pt x="4871" y="2411"/>
                  </a:cubicBezTo>
                  <a:close/>
                  <a:moveTo>
                    <a:pt x="4871" y="2344"/>
                  </a:moveTo>
                  <a:lnTo>
                    <a:pt x="4855" y="2360"/>
                  </a:lnTo>
                  <a:cubicBezTo>
                    <a:pt x="4737" y="2444"/>
                    <a:pt x="4637" y="2528"/>
                    <a:pt x="4520" y="2628"/>
                  </a:cubicBezTo>
                  <a:lnTo>
                    <a:pt x="4503" y="2645"/>
                  </a:lnTo>
                  <a:lnTo>
                    <a:pt x="5055" y="3315"/>
                  </a:lnTo>
                  <a:lnTo>
                    <a:pt x="5089" y="3298"/>
                  </a:lnTo>
                  <a:cubicBezTo>
                    <a:pt x="5173" y="3214"/>
                    <a:pt x="5290" y="3130"/>
                    <a:pt x="5390" y="3047"/>
                  </a:cubicBezTo>
                  <a:lnTo>
                    <a:pt x="5407" y="3030"/>
                  </a:lnTo>
                  <a:lnTo>
                    <a:pt x="4871" y="2344"/>
                  </a:lnTo>
                  <a:close/>
                  <a:moveTo>
                    <a:pt x="20940" y="2930"/>
                  </a:moveTo>
                  <a:cubicBezTo>
                    <a:pt x="21041" y="3013"/>
                    <a:pt x="21124" y="3097"/>
                    <a:pt x="21225" y="3181"/>
                  </a:cubicBezTo>
                  <a:lnTo>
                    <a:pt x="20689" y="3733"/>
                  </a:lnTo>
                  <a:cubicBezTo>
                    <a:pt x="20606" y="3666"/>
                    <a:pt x="20522" y="3582"/>
                    <a:pt x="20438" y="3499"/>
                  </a:cubicBezTo>
                  <a:lnTo>
                    <a:pt x="20940" y="2930"/>
                  </a:lnTo>
                  <a:close/>
                  <a:moveTo>
                    <a:pt x="20940" y="2863"/>
                  </a:moveTo>
                  <a:lnTo>
                    <a:pt x="20371" y="3515"/>
                  </a:lnTo>
                  <a:lnTo>
                    <a:pt x="20388" y="3532"/>
                  </a:lnTo>
                  <a:cubicBezTo>
                    <a:pt x="20488" y="3616"/>
                    <a:pt x="20589" y="3700"/>
                    <a:pt x="20673" y="3800"/>
                  </a:cubicBezTo>
                  <a:lnTo>
                    <a:pt x="20706" y="3817"/>
                  </a:lnTo>
                  <a:lnTo>
                    <a:pt x="21292" y="3181"/>
                  </a:lnTo>
                  <a:lnTo>
                    <a:pt x="21275" y="3164"/>
                  </a:lnTo>
                  <a:cubicBezTo>
                    <a:pt x="21175" y="3064"/>
                    <a:pt x="21074" y="2963"/>
                    <a:pt x="20957" y="2879"/>
                  </a:cubicBezTo>
                  <a:lnTo>
                    <a:pt x="20940" y="2863"/>
                  </a:lnTo>
                  <a:close/>
                  <a:moveTo>
                    <a:pt x="3900" y="3248"/>
                  </a:moveTo>
                  <a:lnTo>
                    <a:pt x="4419" y="3800"/>
                  </a:lnTo>
                  <a:cubicBezTo>
                    <a:pt x="4336" y="3884"/>
                    <a:pt x="4269" y="3967"/>
                    <a:pt x="4185" y="4034"/>
                  </a:cubicBezTo>
                  <a:lnTo>
                    <a:pt x="3633" y="3515"/>
                  </a:lnTo>
                  <a:lnTo>
                    <a:pt x="3900" y="3248"/>
                  </a:lnTo>
                  <a:close/>
                  <a:moveTo>
                    <a:pt x="3900" y="3181"/>
                  </a:moveTo>
                  <a:lnTo>
                    <a:pt x="3884" y="3197"/>
                  </a:lnTo>
                  <a:cubicBezTo>
                    <a:pt x="3783" y="3281"/>
                    <a:pt x="3666" y="3382"/>
                    <a:pt x="3566" y="3499"/>
                  </a:cubicBezTo>
                  <a:lnTo>
                    <a:pt x="3549" y="3515"/>
                  </a:lnTo>
                  <a:lnTo>
                    <a:pt x="4185" y="4118"/>
                  </a:lnTo>
                  <a:lnTo>
                    <a:pt x="4202" y="4101"/>
                  </a:lnTo>
                  <a:cubicBezTo>
                    <a:pt x="4285" y="4001"/>
                    <a:pt x="4386" y="3917"/>
                    <a:pt x="4470" y="3817"/>
                  </a:cubicBezTo>
                  <a:lnTo>
                    <a:pt x="4503" y="3800"/>
                  </a:lnTo>
                  <a:lnTo>
                    <a:pt x="3900" y="3181"/>
                  </a:lnTo>
                  <a:close/>
                  <a:moveTo>
                    <a:pt x="21861" y="3833"/>
                  </a:moveTo>
                  <a:cubicBezTo>
                    <a:pt x="21928" y="3917"/>
                    <a:pt x="22012" y="4001"/>
                    <a:pt x="22095" y="4101"/>
                  </a:cubicBezTo>
                  <a:lnTo>
                    <a:pt x="21526" y="4603"/>
                  </a:lnTo>
                  <a:cubicBezTo>
                    <a:pt x="21442" y="4520"/>
                    <a:pt x="21376" y="4436"/>
                    <a:pt x="21292" y="4336"/>
                  </a:cubicBezTo>
                  <a:lnTo>
                    <a:pt x="21861" y="3833"/>
                  </a:lnTo>
                  <a:close/>
                  <a:moveTo>
                    <a:pt x="21861" y="3750"/>
                  </a:moveTo>
                  <a:lnTo>
                    <a:pt x="21225" y="4336"/>
                  </a:lnTo>
                  <a:lnTo>
                    <a:pt x="21242" y="4352"/>
                  </a:lnTo>
                  <a:cubicBezTo>
                    <a:pt x="21325" y="4453"/>
                    <a:pt x="21409" y="4553"/>
                    <a:pt x="21493" y="4654"/>
                  </a:cubicBezTo>
                  <a:lnTo>
                    <a:pt x="21509" y="4670"/>
                  </a:lnTo>
                  <a:lnTo>
                    <a:pt x="22179" y="4101"/>
                  </a:lnTo>
                  <a:lnTo>
                    <a:pt x="22162" y="4085"/>
                  </a:lnTo>
                  <a:cubicBezTo>
                    <a:pt x="22062" y="3984"/>
                    <a:pt x="21961" y="3867"/>
                    <a:pt x="21878" y="3767"/>
                  </a:cubicBezTo>
                  <a:lnTo>
                    <a:pt x="21861" y="3750"/>
                  </a:lnTo>
                  <a:close/>
                  <a:moveTo>
                    <a:pt x="3013" y="4168"/>
                  </a:moveTo>
                  <a:lnTo>
                    <a:pt x="3599" y="4670"/>
                  </a:lnTo>
                  <a:cubicBezTo>
                    <a:pt x="3532" y="4754"/>
                    <a:pt x="3465" y="4838"/>
                    <a:pt x="3398" y="4938"/>
                  </a:cubicBezTo>
                  <a:lnTo>
                    <a:pt x="2796" y="4453"/>
                  </a:lnTo>
                  <a:cubicBezTo>
                    <a:pt x="2879" y="4352"/>
                    <a:pt x="2946" y="4269"/>
                    <a:pt x="3013" y="4168"/>
                  </a:cubicBezTo>
                  <a:close/>
                  <a:moveTo>
                    <a:pt x="3030" y="4101"/>
                  </a:moveTo>
                  <a:lnTo>
                    <a:pt x="3013" y="4118"/>
                  </a:lnTo>
                  <a:cubicBezTo>
                    <a:pt x="2913" y="4218"/>
                    <a:pt x="2829" y="4336"/>
                    <a:pt x="2729" y="4436"/>
                  </a:cubicBezTo>
                  <a:lnTo>
                    <a:pt x="2712" y="4470"/>
                  </a:lnTo>
                  <a:lnTo>
                    <a:pt x="3398" y="5005"/>
                  </a:lnTo>
                  <a:lnTo>
                    <a:pt x="3415" y="4988"/>
                  </a:lnTo>
                  <a:cubicBezTo>
                    <a:pt x="3499" y="4888"/>
                    <a:pt x="3582" y="4771"/>
                    <a:pt x="3666" y="4670"/>
                  </a:cubicBezTo>
                  <a:lnTo>
                    <a:pt x="3683" y="4654"/>
                  </a:lnTo>
                  <a:lnTo>
                    <a:pt x="3030" y="4101"/>
                  </a:lnTo>
                  <a:close/>
                  <a:moveTo>
                    <a:pt x="22681" y="4804"/>
                  </a:moveTo>
                  <a:cubicBezTo>
                    <a:pt x="22748" y="4888"/>
                    <a:pt x="22815" y="5005"/>
                    <a:pt x="22882" y="5106"/>
                  </a:cubicBezTo>
                  <a:lnTo>
                    <a:pt x="22263" y="5541"/>
                  </a:lnTo>
                  <a:cubicBezTo>
                    <a:pt x="22179" y="5440"/>
                    <a:pt x="22112" y="5357"/>
                    <a:pt x="22045" y="5256"/>
                  </a:cubicBezTo>
                  <a:lnTo>
                    <a:pt x="22681" y="4804"/>
                  </a:lnTo>
                  <a:close/>
                  <a:moveTo>
                    <a:pt x="22681" y="4737"/>
                  </a:moveTo>
                  <a:lnTo>
                    <a:pt x="21978" y="5256"/>
                  </a:lnTo>
                  <a:lnTo>
                    <a:pt x="21995" y="5273"/>
                  </a:lnTo>
                  <a:cubicBezTo>
                    <a:pt x="22079" y="5373"/>
                    <a:pt x="22145" y="5474"/>
                    <a:pt x="22229" y="5591"/>
                  </a:cubicBezTo>
                  <a:lnTo>
                    <a:pt x="22246" y="5608"/>
                  </a:lnTo>
                  <a:lnTo>
                    <a:pt x="22949" y="5122"/>
                  </a:lnTo>
                  <a:lnTo>
                    <a:pt x="22932" y="5089"/>
                  </a:lnTo>
                  <a:cubicBezTo>
                    <a:pt x="22849" y="4972"/>
                    <a:pt x="22765" y="4855"/>
                    <a:pt x="22698" y="4754"/>
                  </a:cubicBezTo>
                  <a:lnTo>
                    <a:pt x="22681" y="4737"/>
                  </a:lnTo>
                  <a:close/>
                  <a:moveTo>
                    <a:pt x="2260" y="5189"/>
                  </a:moveTo>
                  <a:lnTo>
                    <a:pt x="2879" y="5625"/>
                  </a:lnTo>
                  <a:cubicBezTo>
                    <a:pt x="2812" y="5708"/>
                    <a:pt x="2762" y="5809"/>
                    <a:pt x="2695" y="5909"/>
                  </a:cubicBezTo>
                  <a:lnTo>
                    <a:pt x="2059" y="5491"/>
                  </a:lnTo>
                  <a:cubicBezTo>
                    <a:pt x="2126" y="5390"/>
                    <a:pt x="2193" y="5273"/>
                    <a:pt x="2260" y="5189"/>
                  </a:cubicBezTo>
                  <a:close/>
                  <a:moveTo>
                    <a:pt x="2243" y="5106"/>
                  </a:moveTo>
                  <a:lnTo>
                    <a:pt x="2227" y="5122"/>
                  </a:lnTo>
                  <a:cubicBezTo>
                    <a:pt x="2143" y="5240"/>
                    <a:pt x="2076" y="5357"/>
                    <a:pt x="1992" y="5474"/>
                  </a:cubicBezTo>
                  <a:lnTo>
                    <a:pt x="1976" y="5507"/>
                  </a:lnTo>
                  <a:lnTo>
                    <a:pt x="2712" y="5976"/>
                  </a:lnTo>
                  <a:lnTo>
                    <a:pt x="2729" y="5943"/>
                  </a:lnTo>
                  <a:cubicBezTo>
                    <a:pt x="2796" y="5825"/>
                    <a:pt x="2863" y="5725"/>
                    <a:pt x="2946" y="5625"/>
                  </a:cubicBezTo>
                  <a:lnTo>
                    <a:pt x="2963" y="5591"/>
                  </a:lnTo>
                  <a:lnTo>
                    <a:pt x="2243" y="5106"/>
                  </a:lnTo>
                  <a:close/>
                  <a:moveTo>
                    <a:pt x="23367" y="5859"/>
                  </a:moveTo>
                  <a:cubicBezTo>
                    <a:pt x="23434" y="5976"/>
                    <a:pt x="23501" y="6076"/>
                    <a:pt x="23552" y="6177"/>
                  </a:cubicBezTo>
                  <a:lnTo>
                    <a:pt x="22882" y="6562"/>
                  </a:lnTo>
                  <a:cubicBezTo>
                    <a:pt x="22832" y="6445"/>
                    <a:pt x="22782" y="6344"/>
                    <a:pt x="22715" y="6261"/>
                  </a:cubicBezTo>
                  <a:lnTo>
                    <a:pt x="23367" y="5859"/>
                  </a:lnTo>
                  <a:close/>
                  <a:moveTo>
                    <a:pt x="23384" y="5792"/>
                  </a:moveTo>
                  <a:lnTo>
                    <a:pt x="22631" y="6244"/>
                  </a:lnTo>
                  <a:lnTo>
                    <a:pt x="22648" y="6261"/>
                  </a:lnTo>
                  <a:cubicBezTo>
                    <a:pt x="22731" y="6378"/>
                    <a:pt x="22798" y="6478"/>
                    <a:pt x="22849" y="6595"/>
                  </a:cubicBezTo>
                  <a:lnTo>
                    <a:pt x="22865" y="6629"/>
                  </a:lnTo>
                  <a:lnTo>
                    <a:pt x="23618" y="6210"/>
                  </a:lnTo>
                  <a:lnTo>
                    <a:pt x="23602" y="6177"/>
                  </a:lnTo>
                  <a:cubicBezTo>
                    <a:pt x="23535" y="6060"/>
                    <a:pt x="23468" y="5926"/>
                    <a:pt x="23384" y="5809"/>
                  </a:cubicBezTo>
                  <a:lnTo>
                    <a:pt x="23384" y="5792"/>
                  </a:lnTo>
                  <a:close/>
                  <a:moveTo>
                    <a:pt x="1591" y="6261"/>
                  </a:moveTo>
                  <a:lnTo>
                    <a:pt x="2260" y="6629"/>
                  </a:lnTo>
                  <a:cubicBezTo>
                    <a:pt x="2210" y="6729"/>
                    <a:pt x="2143" y="6830"/>
                    <a:pt x="2093" y="6930"/>
                  </a:cubicBezTo>
                  <a:lnTo>
                    <a:pt x="1429" y="6582"/>
                  </a:lnTo>
                  <a:lnTo>
                    <a:pt x="1429" y="6582"/>
                  </a:lnTo>
                  <a:cubicBezTo>
                    <a:pt x="1477" y="6469"/>
                    <a:pt x="1526" y="6357"/>
                    <a:pt x="1591" y="6261"/>
                  </a:cubicBezTo>
                  <a:close/>
                  <a:moveTo>
                    <a:pt x="1574" y="6194"/>
                  </a:moveTo>
                  <a:lnTo>
                    <a:pt x="1557" y="6210"/>
                  </a:lnTo>
                  <a:cubicBezTo>
                    <a:pt x="1473" y="6328"/>
                    <a:pt x="1406" y="6461"/>
                    <a:pt x="1339" y="6579"/>
                  </a:cubicBezTo>
                  <a:lnTo>
                    <a:pt x="1339" y="6612"/>
                  </a:lnTo>
                  <a:lnTo>
                    <a:pt x="2126" y="6997"/>
                  </a:lnTo>
                  <a:lnTo>
                    <a:pt x="2126" y="6980"/>
                  </a:lnTo>
                  <a:cubicBezTo>
                    <a:pt x="2193" y="6863"/>
                    <a:pt x="2260" y="6746"/>
                    <a:pt x="2310" y="6629"/>
                  </a:cubicBezTo>
                  <a:lnTo>
                    <a:pt x="2327" y="6612"/>
                  </a:lnTo>
                  <a:lnTo>
                    <a:pt x="1574" y="6194"/>
                  </a:lnTo>
                  <a:close/>
                  <a:moveTo>
                    <a:pt x="1038" y="7416"/>
                  </a:moveTo>
                  <a:lnTo>
                    <a:pt x="1741" y="7717"/>
                  </a:lnTo>
                  <a:lnTo>
                    <a:pt x="1607" y="8035"/>
                  </a:lnTo>
                  <a:lnTo>
                    <a:pt x="904" y="7750"/>
                  </a:lnTo>
                  <a:cubicBezTo>
                    <a:pt x="938" y="7633"/>
                    <a:pt x="988" y="7516"/>
                    <a:pt x="1038" y="7416"/>
                  </a:cubicBezTo>
                  <a:close/>
                  <a:moveTo>
                    <a:pt x="1005" y="7349"/>
                  </a:moveTo>
                  <a:lnTo>
                    <a:pt x="988" y="7365"/>
                  </a:lnTo>
                  <a:cubicBezTo>
                    <a:pt x="938" y="7499"/>
                    <a:pt x="871" y="7633"/>
                    <a:pt x="821" y="7767"/>
                  </a:cubicBezTo>
                  <a:lnTo>
                    <a:pt x="821" y="7784"/>
                  </a:lnTo>
                  <a:lnTo>
                    <a:pt x="1641" y="8102"/>
                  </a:lnTo>
                  <a:lnTo>
                    <a:pt x="1641" y="8068"/>
                  </a:lnTo>
                  <a:cubicBezTo>
                    <a:pt x="1691" y="7951"/>
                    <a:pt x="1741" y="7834"/>
                    <a:pt x="1791" y="7700"/>
                  </a:cubicBezTo>
                  <a:lnTo>
                    <a:pt x="1791" y="7683"/>
                  </a:lnTo>
                  <a:lnTo>
                    <a:pt x="1005" y="7349"/>
                  </a:lnTo>
                  <a:close/>
                  <a:moveTo>
                    <a:pt x="603" y="8604"/>
                  </a:moveTo>
                  <a:lnTo>
                    <a:pt x="1323" y="8838"/>
                  </a:lnTo>
                  <a:cubicBezTo>
                    <a:pt x="1289" y="8955"/>
                    <a:pt x="1256" y="9056"/>
                    <a:pt x="1222" y="9173"/>
                  </a:cubicBezTo>
                  <a:lnTo>
                    <a:pt x="486" y="8955"/>
                  </a:lnTo>
                  <a:cubicBezTo>
                    <a:pt x="519" y="8838"/>
                    <a:pt x="553" y="8721"/>
                    <a:pt x="603" y="8604"/>
                  </a:cubicBezTo>
                  <a:close/>
                  <a:moveTo>
                    <a:pt x="553" y="8537"/>
                  </a:moveTo>
                  <a:lnTo>
                    <a:pt x="553" y="8570"/>
                  </a:lnTo>
                  <a:cubicBezTo>
                    <a:pt x="503" y="8704"/>
                    <a:pt x="469" y="8838"/>
                    <a:pt x="436" y="8972"/>
                  </a:cubicBezTo>
                  <a:lnTo>
                    <a:pt x="436" y="9006"/>
                  </a:lnTo>
                  <a:lnTo>
                    <a:pt x="1273" y="9223"/>
                  </a:lnTo>
                  <a:lnTo>
                    <a:pt x="1273" y="9207"/>
                  </a:lnTo>
                  <a:cubicBezTo>
                    <a:pt x="1306" y="9073"/>
                    <a:pt x="1339" y="8955"/>
                    <a:pt x="1390" y="8822"/>
                  </a:cubicBezTo>
                  <a:lnTo>
                    <a:pt x="1390" y="8805"/>
                  </a:lnTo>
                  <a:lnTo>
                    <a:pt x="553" y="8537"/>
                  </a:lnTo>
                  <a:close/>
                  <a:moveTo>
                    <a:pt x="285" y="9843"/>
                  </a:moveTo>
                  <a:lnTo>
                    <a:pt x="1021" y="9993"/>
                  </a:lnTo>
                  <a:cubicBezTo>
                    <a:pt x="1005" y="10094"/>
                    <a:pt x="988" y="10211"/>
                    <a:pt x="971" y="10328"/>
                  </a:cubicBezTo>
                  <a:lnTo>
                    <a:pt x="218" y="10194"/>
                  </a:lnTo>
                  <a:cubicBezTo>
                    <a:pt x="235" y="10077"/>
                    <a:pt x="251" y="9960"/>
                    <a:pt x="285" y="9843"/>
                  </a:cubicBezTo>
                  <a:close/>
                  <a:moveTo>
                    <a:pt x="235" y="9776"/>
                  </a:moveTo>
                  <a:lnTo>
                    <a:pt x="235" y="9792"/>
                  </a:lnTo>
                  <a:cubicBezTo>
                    <a:pt x="201" y="9943"/>
                    <a:pt x="168" y="10077"/>
                    <a:pt x="151" y="10211"/>
                  </a:cubicBezTo>
                  <a:lnTo>
                    <a:pt x="151" y="10244"/>
                  </a:lnTo>
                  <a:lnTo>
                    <a:pt x="1005" y="10395"/>
                  </a:lnTo>
                  <a:lnTo>
                    <a:pt x="1005" y="10362"/>
                  </a:lnTo>
                  <a:cubicBezTo>
                    <a:pt x="1038" y="10228"/>
                    <a:pt x="1055" y="10110"/>
                    <a:pt x="1088" y="9977"/>
                  </a:cubicBezTo>
                  <a:lnTo>
                    <a:pt x="1088" y="9943"/>
                  </a:lnTo>
                  <a:lnTo>
                    <a:pt x="235" y="9776"/>
                  </a:lnTo>
                  <a:close/>
                  <a:moveTo>
                    <a:pt x="25041" y="10629"/>
                  </a:moveTo>
                  <a:cubicBezTo>
                    <a:pt x="25058" y="10763"/>
                    <a:pt x="25075" y="10880"/>
                    <a:pt x="25091" y="10998"/>
                  </a:cubicBezTo>
                  <a:lnTo>
                    <a:pt x="24338" y="11081"/>
                  </a:lnTo>
                  <a:cubicBezTo>
                    <a:pt x="24322" y="10964"/>
                    <a:pt x="24305" y="10847"/>
                    <a:pt x="24288" y="10730"/>
                  </a:cubicBezTo>
                  <a:lnTo>
                    <a:pt x="25041" y="10629"/>
                  </a:lnTo>
                  <a:close/>
                  <a:moveTo>
                    <a:pt x="25108" y="10579"/>
                  </a:moveTo>
                  <a:lnTo>
                    <a:pt x="24238" y="10696"/>
                  </a:lnTo>
                  <a:lnTo>
                    <a:pt x="24238" y="10730"/>
                  </a:lnTo>
                  <a:cubicBezTo>
                    <a:pt x="24255" y="10847"/>
                    <a:pt x="24271" y="10981"/>
                    <a:pt x="24288" y="11115"/>
                  </a:cubicBezTo>
                  <a:lnTo>
                    <a:pt x="24288" y="11131"/>
                  </a:lnTo>
                  <a:lnTo>
                    <a:pt x="25158" y="11048"/>
                  </a:lnTo>
                  <a:lnTo>
                    <a:pt x="25158" y="11014"/>
                  </a:lnTo>
                  <a:cubicBezTo>
                    <a:pt x="25142" y="10880"/>
                    <a:pt x="25125" y="10747"/>
                    <a:pt x="25108" y="10596"/>
                  </a:cubicBezTo>
                  <a:lnTo>
                    <a:pt x="25108" y="10579"/>
                  </a:lnTo>
                  <a:close/>
                  <a:moveTo>
                    <a:pt x="101" y="11098"/>
                  </a:moveTo>
                  <a:lnTo>
                    <a:pt x="854" y="11165"/>
                  </a:lnTo>
                  <a:cubicBezTo>
                    <a:pt x="837" y="11282"/>
                    <a:pt x="821" y="11399"/>
                    <a:pt x="821" y="11516"/>
                  </a:cubicBezTo>
                  <a:lnTo>
                    <a:pt x="67" y="11466"/>
                  </a:lnTo>
                  <a:cubicBezTo>
                    <a:pt x="67" y="11349"/>
                    <a:pt x="84" y="11215"/>
                    <a:pt x="101" y="11098"/>
                  </a:cubicBezTo>
                  <a:close/>
                  <a:moveTo>
                    <a:pt x="34" y="11048"/>
                  </a:moveTo>
                  <a:lnTo>
                    <a:pt x="34" y="11065"/>
                  </a:lnTo>
                  <a:cubicBezTo>
                    <a:pt x="34" y="11198"/>
                    <a:pt x="0" y="11349"/>
                    <a:pt x="0" y="11483"/>
                  </a:cubicBezTo>
                  <a:lnTo>
                    <a:pt x="0" y="11516"/>
                  </a:lnTo>
                  <a:lnTo>
                    <a:pt x="871" y="11583"/>
                  </a:lnTo>
                  <a:lnTo>
                    <a:pt x="871" y="11550"/>
                  </a:lnTo>
                  <a:cubicBezTo>
                    <a:pt x="888" y="11416"/>
                    <a:pt x="888" y="11282"/>
                    <a:pt x="904" y="11148"/>
                  </a:cubicBezTo>
                  <a:lnTo>
                    <a:pt x="904" y="11131"/>
                  </a:lnTo>
                  <a:lnTo>
                    <a:pt x="34" y="11048"/>
                  </a:lnTo>
                  <a:close/>
                  <a:moveTo>
                    <a:pt x="25158" y="11901"/>
                  </a:moveTo>
                  <a:lnTo>
                    <a:pt x="25158" y="12270"/>
                  </a:lnTo>
                  <a:lnTo>
                    <a:pt x="24388" y="12270"/>
                  </a:lnTo>
                  <a:lnTo>
                    <a:pt x="24388" y="11918"/>
                  </a:lnTo>
                  <a:lnTo>
                    <a:pt x="25158" y="11901"/>
                  </a:lnTo>
                  <a:close/>
                  <a:moveTo>
                    <a:pt x="25209" y="11851"/>
                  </a:moveTo>
                  <a:lnTo>
                    <a:pt x="24355" y="11885"/>
                  </a:lnTo>
                  <a:lnTo>
                    <a:pt x="24355" y="11901"/>
                  </a:lnTo>
                  <a:lnTo>
                    <a:pt x="24355" y="12303"/>
                  </a:lnTo>
                  <a:lnTo>
                    <a:pt x="24355" y="12320"/>
                  </a:lnTo>
                  <a:lnTo>
                    <a:pt x="25209" y="12320"/>
                  </a:lnTo>
                  <a:lnTo>
                    <a:pt x="25209" y="12286"/>
                  </a:lnTo>
                  <a:lnTo>
                    <a:pt x="25209" y="11868"/>
                  </a:lnTo>
                  <a:lnTo>
                    <a:pt x="25209" y="11851"/>
                  </a:lnTo>
                  <a:close/>
                  <a:moveTo>
                    <a:pt x="804" y="12370"/>
                  </a:moveTo>
                  <a:lnTo>
                    <a:pt x="804" y="12722"/>
                  </a:lnTo>
                  <a:lnTo>
                    <a:pt x="34" y="12738"/>
                  </a:lnTo>
                  <a:lnTo>
                    <a:pt x="34" y="12370"/>
                  </a:lnTo>
                  <a:close/>
                  <a:moveTo>
                    <a:pt x="0" y="12320"/>
                  </a:moveTo>
                  <a:lnTo>
                    <a:pt x="0" y="12353"/>
                  </a:lnTo>
                  <a:lnTo>
                    <a:pt x="0" y="12772"/>
                  </a:lnTo>
                  <a:lnTo>
                    <a:pt x="0" y="12789"/>
                  </a:lnTo>
                  <a:lnTo>
                    <a:pt x="854" y="12772"/>
                  </a:lnTo>
                  <a:lnTo>
                    <a:pt x="854" y="12738"/>
                  </a:lnTo>
                  <a:lnTo>
                    <a:pt x="854" y="12353"/>
                  </a:lnTo>
                  <a:lnTo>
                    <a:pt x="854" y="12320"/>
                  </a:lnTo>
                  <a:close/>
                  <a:moveTo>
                    <a:pt x="24372" y="13107"/>
                  </a:moveTo>
                  <a:lnTo>
                    <a:pt x="25125" y="13174"/>
                  </a:lnTo>
                  <a:cubicBezTo>
                    <a:pt x="25125" y="13291"/>
                    <a:pt x="25108" y="13408"/>
                    <a:pt x="25091" y="13542"/>
                  </a:cubicBezTo>
                  <a:lnTo>
                    <a:pt x="24338" y="13458"/>
                  </a:lnTo>
                  <a:cubicBezTo>
                    <a:pt x="24338" y="13341"/>
                    <a:pt x="24372" y="13224"/>
                    <a:pt x="24372" y="13107"/>
                  </a:cubicBezTo>
                  <a:close/>
                  <a:moveTo>
                    <a:pt x="24305" y="13056"/>
                  </a:moveTo>
                  <a:lnTo>
                    <a:pt x="24305" y="13090"/>
                  </a:lnTo>
                  <a:cubicBezTo>
                    <a:pt x="24305" y="13224"/>
                    <a:pt x="24288" y="13358"/>
                    <a:pt x="24271" y="13475"/>
                  </a:cubicBezTo>
                  <a:lnTo>
                    <a:pt x="24271" y="13508"/>
                  </a:lnTo>
                  <a:lnTo>
                    <a:pt x="25142" y="13592"/>
                  </a:lnTo>
                  <a:lnTo>
                    <a:pt x="25142" y="13559"/>
                  </a:lnTo>
                  <a:cubicBezTo>
                    <a:pt x="25158" y="13425"/>
                    <a:pt x="25158" y="13274"/>
                    <a:pt x="25175" y="13140"/>
                  </a:cubicBezTo>
                  <a:lnTo>
                    <a:pt x="25175" y="13123"/>
                  </a:lnTo>
                  <a:lnTo>
                    <a:pt x="24305" y="13056"/>
                  </a:lnTo>
                  <a:close/>
                  <a:moveTo>
                    <a:pt x="837" y="13559"/>
                  </a:moveTo>
                  <a:cubicBezTo>
                    <a:pt x="854" y="13676"/>
                    <a:pt x="871" y="13793"/>
                    <a:pt x="888" y="13910"/>
                  </a:cubicBezTo>
                  <a:lnTo>
                    <a:pt x="134" y="14011"/>
                  </a:lnTo>
                  <a:cubicBezTo>
                    <a:pt x="118" y="13893"/>
                    <a:pt x="101" y="13776"/>
                    <a:pt x="84" y="13642"/>
                  </a:cubicBezTo>
                  <a:lnTo>
                    <a:pt x="837" y="13559"/>
                  </a:lnTo>
                  <a:close/>
                  <a:moveTo>
                    <a:pt x="888" y="13508"/>
                  </a:moveTo>
                  <a:lnTo>
                    <a:pt x="34" y="13592"/>
                  </a:lnTo>
                  <a:lnTo>
                    <a:pt x="34" y="13626"/>
                  </a:lnTo>
                  <a:cubicBezTo>
                    <a:pt x="51" y="13759"/>
                    <a:pt x="67" y="13910"/>
                    <a:pt x="84" y="14044"/>
                  </a:cubicBezTo>
                  <a:lnTo>
                    <a:pt x="84" y="14061"/>
                  </a:lnTo>
                  <a:lnTo>
                    <a:pt x="938" y="13944"/>
                  </a:lnTo>
                  <a:lnTo>
                    <a:pt x="938" y="13927"/>
                  </a:lnTo>
                  <a:cubicBezTo>
                    <a:pt x="921" y="13793"/>
                    <a:pt x="904" y="13659"/>
                    <a:pt x="888" y="13525"/>
                  </a:cubicBezTo>
                  <a:lnTo>
                    <a:pt x="888" y="13508"/>
                  </a:lnTo>
                  <a:close/>
                  <a:moveTo>
                    <a:pt x="24221" y="14312"/>
                  </a:moveTo>
                  <a:lnTo>
                    <a:pt x="24974" y="14446"/>
                  </a:lnTo>
                  <a:cubicBezTo>
                    <a:pt x="24958" y="14563"/>
                    <a:pt x="24941" y="14680"/>
                    <a:pt x="24907" y="14814"/>
                  </a:cubicBezTo>
                  <a:lnTo>
                    <a:pt x="24154" y="14647"/>
                  </a:lnTo>
                  <a:cubicBezTo>
                    <a:pt x="24188" y="14546"/>
                    <a:pt x="24204" y="14429"/>
                    <a:pt x="24221" y="14312"/>
                  </a:cubicBezTo>
                  <a:close/>
                  <a:moveTo>
                    <a:pt x="24171" y="14245"/>
                  </a:moveTo>
                  <a:lnTo>
                    <a:pt x="24171" y="14278"/>
                  </a:lnTo>
                  <a:cubicBezTo>
                    <a:pt x="24154" y="14412"/>
                    <a:pt x="24121" y="14546"/>
                    <a:pt x="24104" y="14663"/>
                  </a:cubicBezTo>
                  <a:lnTo>
                    <a:pt x="24104" y="14697"/>
                  </a:lnTo>
                  <a:lnTo>
                    <a:pt x="24941" y="14864"/>
                  </a:lnTo>
                  <a:lnTo>
                    <a:pt x="24941" y="14847"/>
                  </a:lnTo>
                  <a:cubicBezTo>
                    <a:pt x="24974" y="14697"/>
                    <a:pt x="25008" y="14563"/>
                    <a:pt x="25025" y="14429"/>
                  </a:cubicBezTo>
                  <a:lnTo>
                    <a:pt x="25025" y="14396"/>
                  </a:lnTo>
                  <a:lnTo>
                    <a:pt x="24171" y="14245"/>
                  </a:lnTo>
                  <a:close/>
                  <a:moveTo>
                    <a:pt x="1038" y="14747"/>
                  </a:moveTo>
                  <a:cubicBezTo>
                    <a:pt x="1055" y="14864"/>
                    <a:pt x="1088" y="14965"/>
                    <a:pt x="1122" y="15082"/>
                  </a:cubicBezTo>
                  <a:lnTo>
                    <a:pt x="369" y="15266"/>
                  </a:lnTo>
                  <a:cubicBezTo>
                    <a:pt x="335" y="15149"/>
                    <a:pt x="318" y="15032"/>
                    <a:pt x="285" y="14898"/>
                  </a:cubicBezTo>
                  <a:lnTo>
                    <a:pt x="1038" y="14747"/>
                  </a:lnTo>
                  <a:close/>
                  <a:moveTo>
                    <a:pt x="1105" y="14680"/>
                  </a:moveTo>
                  <a:lnTo>
                    <a:pt x="235" y="14847"/>
                  </a:lnTo>
                  <a:lnTo>
                    <a:pt x="235" y="14881"/>
                  </a:lnTo>
                  <a:cubicBezTo>
                    <a:pt x="268" y="15015"/>
                    <a:pt x="302" y="15165"/>
                    <a:pt x="335" y="15299"/>
                  </a:cubicBezTo>
                  <a:lnTo>
                    <a:pt x="335" y="15316"/>
                  </a:lnTo>
                  <a:lnTo>
                    <a:pt x="1189" y="15115"/>
                  </a:lnTo>
                  <a:lnTo>
                    <a:pt x="1189" y="15082"/>
                  </a:lnTo>
                  <a:cubicBezTo>
                    <a:pt x="1155" y="14948"/>
                    <a:pt x="1122" y="14831"/>
                    <a:pt x="1105" y="14697"/>
                  </a:cubicBezTo>
                  <a:lnTo>
                    <a:pt x="1105" y="14680"/>
                  </a:lnTo>
                  <a:close/>
                  <a:moveTo>
                    <a:pt x="23970" y="15467"/>
                  </a:moveTo>
                  <a:lnTo>
                    <a:pt x="24706" y="15668"/>
                  </a:lnTo>
                  <a:cubicBezTo>
                    <a:pt x="24673" y="15785"/>
                    <a:pt x="24640" y="15919"/>
                    <a:pt x="24606" y="16036"/>
                  </a:cubicBezTo>
                  <a:lnTo>
                    <a:pt x="23870" y="15802"/>
                  </a:lnTo>
                  <a:cubicBezTo>
                    <a:pt x="23903" y="15684"/>
                    <a:pt x="23937" y="15584"/>
                    <a:pt x="23970" y="15467"/>
                  </a:cubicBezTo>
                  <a:close/>
                  <a:moveTo>
                    <a:pt x="23920" y="15400"/>
                  </a:moveTo>
                  <a:lnTo>
                    <a:pt x="23920" y="15433"/>
                  </a:lnTo>
                  <a:cubicBezTo>
                    <a:pt x="23886" y="15550"/>
                    <a:pt x="23836" y="15684"/>
                    <a:pt x="23803" y="15802"/>
                  </a:cubicBezTo>
                  <a:lnTo>
                    <a:pt x="23803" y="15835"/>
                  </a:lnTo>
                  <a:lnTo>
                    <a:pt x="24623" y="16103"/>
                  </a:lnTo>
                  <a:lnTo>
                    <a:pt x="24623" y="16086"/>
                  </a:lnTo>
                  <a:cubicBezTo>
                    <a:pt x="24673" y="15935"/>
                    <a:pt x="24723" y="15802"/>
                    <a:pt x="24757" y="15668"/>
                  </a:cubicBezTo>
                  <a:lnTo>
                    <a:pt x="24757" y="15634"/>
                  </a:lnTo>
                  <a:lnTo>
                    <a:pt x="23920" y="15400"/>
                  </a:lnTo>
                  <a:close/>
                  <a:moveTo>
                    <a:pt x="1339" y="15902"/>
                  </a:moveTo>
                  <a:cubicBezTo>
                    <a:pt x="1373" y="16019"/>
                    <a:pt x="1406" y="16120"/>
                    <a:pt x="1457" y="16220"/>
                  </a:cubicBezTo>
                  <a:lnTo>
                    <a:pt x="737" y="16488"/>
                  </a:lnTo>
                  <a:cubicBezTo>
                    <a:pt x="687" y="16371"/>
                    <a:pt x="653" y="16237"/>
                    <a:pt x="620" y="16120"/>
                  </a:cubicBezTo>
                  <a:lnTo>
                    <a:pt x="1339" y="15902"/>
                  </a:lnTo>
                  <a:close/>
                  <a:moveTo>
                    <a:pt x="1406" y="15835"/>
                  </a:moveTo>
                  <a:lnTo>
                    <a:pt x="570" y="16086"/>
                  </a:lnTo>
                  <a:lnTo>
                    <a:pt x="570" y="16120"/>
                  </a:lnTo>
                  <a:cubicBezTo>
                    <a:pt x="603" y="16253"/>
                    <a:pt x="653" y="16387"/>
                    <a:pt x="703" y="16521"/>
                  </a:cubicBezTo>
                  <a:lnTo>
                    <a:pt x="703" y="16538"/>
                  </a:lnTo>
                  <a:lnTo>
                    <a:pt x="1524" y="16253"/>
                  </a:lnTo>
                  <a:lnTo>
                    <a:pt x="1524" y="16237"/>
                  </a:lnTo>
                  <a:cubicBezTo>
                    <a:pt x="1473" y="16103"/>
                    <a:pt x="1440" y="15986"/>
                    <a:pt x="1406" y="15852"/>
                  </a:cubicBezTo>
                  <a:lnTo>
                    <a:pt x="1406" y="15835"/>
                  </a:lnTo>
                  <a:close/>
                  <a:moveTo>
                    <a:pt x="23602" y="16605"/>
                  </a:moveTo>
                  <a:lnTo>
                    <a:pt x="24305" y="16890"/>
                  </a:lnTo>
                  <a:cubicBezTo>
                    <a:pt x="24255" y="17007"/>
                    <a:pt x="24221" y="17124"/>
                    <a:pt x="24171" y="17224"/>
                  </a:cubicBezTo>
                  <a:lnTo>
                    <a:pt x="23468" y="16923"/>
                  </a:lnTo>
                  <a:cubicBezTo>
                    <a:pt x="23501" y="16823"/>
                    <a:pt x="23552" y="16722"/>
                    <a:pt x="23602" y="16605"/>
                  </a:cubicBezTo>
                  <a:close/>
                  <a:moveTo>
                    <a:pt x="23535" y="16538"/>
                  </a:moveTo>
                  <a:lnTo>
                    <a:pt x="23535" y="16572"/>
                  </a:lnTo>
                  <a:cubicBezTo>
                    <a:pt x="23485" y="16689"/>
                    <a:pt x="23434" y="16806"/>
                    <a:pt x="23384" y="16940"/>
                  </a:cubicBezTo>
                  <a:lnTo>
                    <a:pt x="23384" y="16957"/>
                  </a:lnTo>
                  <a:lnTo>
                    <a:pt x="24171" y="17308"/>
                  </a:lnTo>
                  <a:lnTo>
                    <a:pt x="24171" y="17275"/>
                  </a:lnTo>
                  <a:cubicBezTo>
                    <a:pt x="24238" y="17141"/>
                    <a:pt x="24288" y="17007"/>
                    <a:pt x="24338" y="16890"/>
                  </a:cubicBezTo>
                  <a:lnTo>
                    <a:pt x="24338" y="16856"/>
                  </a:lnTo>
                  <a:lnTo>
                    <a:pt x="23535" y="16538"/>
                  </a:lnTo>
                  <a:close/>
                  <a:moveTo>
                    <a:pt x="21007" y="20589"/>
                  </a:moveTo>
                  <a:lnTo>
                    <a:pt x="21543" y="21124"/>
                  </a:lnTo>
                  <a:cubicBezTo>
                    <a:pt x="21459" y="21208"/>
                    <a:pt x="21376" y="21292"/>
                    <a:pt x="21275" y="21392"/>
                  </a:cubicBezTo>
                  <a:lnTo>
                    <a:pt x="20756" y="20840"/>
                  </a:lnTo>
                  <a:lnTo>
                    <a:pt x="20773" y="20823"/>
                  </a:lnTo>
                  <a:cubicBezTo>
                    <a:pt x="20840" y="20756"/>
                    <a:pt x="20924" y="20672"/>
                    <a:pt x="21007" y="20589"/>
                  </a:cubicBezTo>
                  <a:close/>
                  <a:moveTo>
                    <a:pt x="21007" y="20522"/>
                  </a:moveTo>
                  <a:lnTo>
                    <a:pt x="20974" y="20539"/>
                  </a:lnTo>
                  <a:cubicBezTo>
                    <a:pt x="20890" y="20639"/>
                    <a:pt x="20790" y="20723"/>
                    <a:pt x="20706" y="20823"/>
                  </a:cubicBezTo>
                  <a:lnTo>
                    <a:pt x="20689" y="20840"/>
                  </a:lnTo>
                  <a:lnTo>
                    <a:pt x="21275" y="21459"/>
                  </a:lnTo>
                  <a:lnTo>
                    <a:pt x="21309" y="21442"/>
                  </a:lnTo>
                  <a:cubicBezTo>
                    <a:pt x="21392" y="21359"/>
                    <a:pt x="21509" y="21242"/>
                    <a:pt x="21610" y="21141"/>
                  </a:cubicBezTo>
                  <a:lnTo>
                    <a:pt x="21627" y="21124"/>
                  </a:lnTo>
                  <a:lnTo>
                    <a:pt x="21007" y="20522"/>
                  </a:lnTo>
                  <a:close/>
                  <a:moveTo>
                    <a:pt x="20103" y="21409"/>
                  </a:moveTo>
                  <a:lnTo>
                    <a:pt x="20589" y="21995"/>
                  </a:lnTo>
                  <a:cubicBezTo>
                    <a:pt x="20488" y="22079"/>
                    <a:pt x="20388" y="22145"/>
                    <a:pt x="20304" y="22229"/>
                  </a:cubicBezTo>
                  <a:lnTo>
                    <a:pt x="19836" y="21627"/>
                  </a:lnTo>
                  <a:lnTo>
                    <a:pt x="19852" y="21610"/>
                  </a:lnTo>
                  <a:cubicBezTo>
                    <a:pt x="19936" y="21543"/>
                    <a:pt x="20036" y="21476"/>
                    <a:pt x="20103" y="21409"/>
                  </a:cubicBezTo>
                  <a:close/>
                  <a:moveTo>
                    <a:pt x="20103" y="21342"/>
                  </a:moveTo>
                  <a:lnTo>
                    <a:pt x="20087" y="21359"/>
                  </a:lnTo>
                  <a:cubicBezTo>
                    <a:pt x="19986" y="21442"/>
                    <a:pt x="19886" y="21509"/>
                    <a:pt x="19769" y="21593"/>
                  </a:cubicBezTo>
                  <a:lnTo>
                    <a:pt x="19752" y="21610"/>
                  </a:lnTo>
                  <a:lnTo>
                    <a:pt x="20288" y="22296"/>
                  </a:lnTo>
                  <a:lnTo>
                    <a:pt x="20304" y="22279"/>
                  </a:lnTo>
                  <a:cubicBezTo>
                    <a:pt x="20438" y="22196"/>
                    <a:pt x="20539" y="22112"/>
                    <a:pt x="20639" y="22012"/>
                  </a:cubicBezTo>
                  <a:lnTo>
                    <a:pt x="20656" y="21995"/>
                  </a:lnTo>
                  <a:lnTo>
                    <a:pt x="20103" y="21342"/>
                  </a:lnTo>
                  <a:close/>
                  <a:moveTo>
                    <a:pt x="6395" y="22346"/>
                  </a:moveTo>
                  <a:lnTo>
                    <a:pt x="6696" y="22514"/>
                  </a:lnTo>
                  <a:lnTo>
                    <a:pt x="6311" y="23183"/>
                  </a:lnTo>
                  <a:cubicBezTo>
                    <a:pt x="6194" y="23116"/>
                    <a:pt x="6093" y="23049"/>
                    <a:pt x="5993" y="22982"/>
                  </a:cubicBezTo>
                  <a:lnTo>
                    <a:pt x="6395" y="22346"/>
                  </a:lnTo>
                  <a:close/>
                  <a:moveTo>
                    <a:pt x="6378" y="22279"/>
                  </a:moveTo>
                  <a:lnTo>
                    <a:pt x="5926" y="23016"/>
                  </a:lnTo>
                  <a:lnTo>
                    <a:pt x="5943" y="23033"/>
                  </a:lnTo>
                  <a:cubicBezTo>
                    <a:pt x="6060" y="23100"/>
                    <a:pt x="6177" y="23167"/>
                    <a:pt x="6311" y="23233"/>
                  </a:cubicBezTo>
                  <a:lnTo>
                    <a:pt x="6328" y="23250"/>
                  </a:lnTo>
                  <a:lnTo>
                    <a:pt x="6763" y="22514"/>
                  </a:lnTo>
                  <a:lnTo>
                    <a:pt x="6746" y="22497"/>
                  </a:lnTo>
                  <a:lnTo>
                    <a:pt x="6395" y="22296"/>
                  </a:lnTo>
                  <a:lnTo>
                    <a:pt x="6378" y="22279"/>
                  </a:lnTo>
                  <a:close/>
                  <a:moveTo>
                    <a:pt x="7449" y="22915"/>
                  </a:moveTo>
                  <a:cubicBezTo>
                    <a:pt x="7549" y="22966"/>
                    <a:pt x="7650" y="23016"/>
                    <a:pt x="7750" y="23066"/>
                  </a:cubicBezTo>
                  <a:lnTo>
                    <a:pt x="7449" y="23769"/>
                  </a:lnTo>
                  <a:lnTo>
                    <a:pt x="7114" y="23602"/>
                  </a:lnTo>
                  <a:lnTo>
                    <a:pt x="7449" y="22915"/>
                  </a:lnTo>
                  <a:close/>
                  <a:moveTo>
                    <a:pt x="7416" y="22865"/>
                  </a:moveTo>
                  <a:lnTo>
                    <a:pt x="7031" y="23635"/>
                  </a:lnTo>
                  <a:lnTo>
                    <a:pt x="7064" y="23635"/>
                  </a:lnTo>
                  <a:cubicBezTo>
                    <a:pt x="7165" y="23685"/>
                    <a:pt x="7282" y="23752"/>
                    <a:pt x="7399" y="23803"/>
                  </a:cubicBezTo>
                  <a:lnTo>
                    <a:pt x="7449" y="23819"/>
                  </a:lnTo>
                  <a:lnTo>
                    <a:pt x="7466" y="23836"/>
                  </a:lnTo>
                  <a:lnTo>
                    <a:pt x="7817" y="23033"/>
                  </a:lnTo>
                  <a:lnTo>
                    <a:pt x="7801" y="23033"/>
                  </a:lnTo>
                  <a:cubicBezTo>
                    <a:pt x="7683" y="22982"/>
                    <a:pt x="7566" y="22932"/>
                    <a:pt x="7449" y="22865"/>
                  </a:cubicBezTo>
                  <a:close/>
                  <a:moveTo>
                    <a:pt x="8537" y="23384"/>
                  </a:moveTo>
                  <a:cubicBezTo>
                    <a:pt x="8654" y="23418"/>
                    <a:pt x="8755" y="23468"/>
                    <a:pt x="8872" y="23501"/>
                  </a:cubicBezTo>
                  <a:lnTo>
                    <a:pt x="8621" y="24221"/>
                  </a:lnTo>
                  <a:cubicBezTo>
                    <a:pt x="8520" y="24188"/>
                    <a:pt x="8386" y="24137"/>
                    <a:pt x="8269" y="24104"/>
                  </a:cubicBezTo>
                  <a:lnTo>
                    <a:pt x="8537" y="23384"/>
                  </a:lnTo>
                  <a:close/>
                  <a:moveTo>
                    <a:pt x="8504" y="23317"/>
                  </a:moveTo>
                  <a:lnTo>
                    <a:pt x="8202" y="24137"/>
                  </a:lnTo>
                  <a:lnTo>
                    <a:pt x="8236" y="24154"/>
                  </a:lnTo>
                  <a:lnTo>
                    <a:pt x="8637" y="24305"/>
                  </a:lnTo>
                  <a:lnTo>
                    <a:pt x="8654" y="24305"/>
                  </a:lnTo>
                  <a:lnTo>
                    <a:pt x="8939" y="23451"/>
                  </a:lnTo>
                  <a:lnTo>
                    <a:pt x="8905" y="23451"/>
                  </a:lnTo>
                  <a:cubicBezTo>
                    <a:pt x="8788" y="23401"/>
                    <a:pt x="8654" y="23367"/>
                    <a:pt x="8537" y="23317"/>
                  </a:cubicBezTo>
                  <a:close/>
                  <a:moveTo>
                    <a:pt x="15919" y="23635"/>
                  </a:moveTo>
                  <a:lnTo>
                    <a:pt x="16136" y="24355"/>
                  </a:lnTo>
                  <a:lnTo>
                    <a:pt x="15768" y="24455"/>
                  </a:lnTo>
                  <a:lnTo>
                    <a:pt x="15584" y="23719"/>
                  </a:lnTo>
                  <a:lnTo>
                    <a:pt x="15601" y="23719"/>
                  </a:lnTo>
                  <a:cubicBezTo>
                    <a:pt x="15701" y="23685"/>
                    <a:pt x="15818" y="23652"/>
                    <a:pt x="15919" y="23635"/>
                  </a:cubicBezTo>
                  <a:close/>
                  <a:moveTo>
                    <a:pt x="15919" y="23585"/>
                  </a:moveTo>
                  <a:cubicBezTo>
                    <a:pt x="15802" y="23618"/>
                    <a:pt x="15668" y="23652"/>
                    <a:pt x="15551" y="23685"/>
                  </a:cubicBezTo>
                  <a:lnTo>
                    <a:pt x="15534" y="23685"/>
                  </a:lnTo>
                  <a:lnTo>
                    <a:pt x="15735" y="24522"/>
                  </a:lnTo>
                  <a:lnTo>
                    <a:pt x="15768" y="24539"/>
                  </a:lnTo>
                  <a:cubicBezTo>
                    <a:pt x="15902" y="24506"/>
                    <a:pt x="16036" y="24472"/>
                    <a:pt x="16170" y="24422"/>
                  </a:cubicBezTo>
                  <a:lnTo>
                    <a:pt x="16203" y="24422"/>
                  </a:lnTo>
                  <a:lnTo>
                    <a:pt x="15969" y="23585"/>
                  </a:lnTo>
                  <a:close/>
                  <a:moveTo>
                    <a:pt x="9675" y="23736"/>
                  </a:moveTo>
                  <a:cubicBezTo>
                    <a:pt x="9792" y="23769"/>
                    <a:pt x="9910" y="23803"/>
                    <a:pt x="10027" y="23819"/>
                  </a:cubicBezTo>
                  <a:lnTo>
                    <a:pt x="9859" y="24573"/>
                  </a:lnTo>
                  <a:lnTo>
                    <a:pt x="9491" y="24472"/>
                  </a:lnTo>
                  <a:lnTo>
                    <a:pt x="9675" y="23736"/>
                  </a:lnTo>
                  <a:close/>
                  <a:moveTo>
                    <a:pt x="9642" y="23685"/>
                  </a:moveTo>
                  <a:lnTo>
                    <a:pt x="9424" y="24522"/>
                  </a:lnTo>
                  <a:lnTo>
                    <a:pt x="9441" y="24522"/>
                  </a:lnTo>
                  <a:lnTo>
                    <a:pt x="9859" y="24623"/>
                  </a:lnTo>
                  <a:lnTo>
                    <a:pt x="9876" y="24623"/>
                  </a:lnTo>
                  <a:lnTo>
                    <a:pt x="10077" y="23769"/>
                  </a:lnTo>
                  <a:lnTo>
                    <a:pt x="10044" y="23769"/>
                  </a:lnTo>
                  <a:cubicBezTo>
                    <a:pt x="9910" y="23736"/>
                    <a:pt x="9792" y="23719"/>
                    <a:pt x="9659" y="23685"/>
                  </a:cubicBezTo>
                  <a:close/>
                  <a:moveTo>
                    <a:pt x="14747" y="23903"/>
                  </a:moveTo>
                  <a:lnTo>
                    <a:pt x="14898" y="24656"/>
                  </a:lnTo>
                  <a:cubicBezTo>
                    <a:pt x="14781" y="24690"/>
                    <a:pt x="14647" y="24706"/>
                    <a:pt x="14529" y="24723"/>
                  </a:cubicBezTo>
                  <a:lnTo>
                    <a:pt x="14412" y="23970"/>
                  </a:lnTo>
                  <a:lnTo>
                    <a:pt x="14429" y="23953"/>
                  </a:lnTo>
                  <a:cubicBezTo>
                    <a:pt x="14546" y="23936"/>
                    <a:pt x="14663" y="23920"/>
                    <a:pt x="14747" y="23903"/>
                  </a:cubicBezTo>
                  <a:close/>
                  <a:moveTo>
                    <a:pt x="10847" y="23987"/>
                  </a:moveTo>
                  <a:lnTo>
                    <a:pt x="11198" y="24037"/>
                  </a:lnTo>
                  <a:lnTo>
                    <a:pt x="11115" y="24790"/>
                  </a:lnTo>
                  <a:cubicBezTo>
                    <a:pt x="10981" y="24773"/>
                    <a:pt x="10864" y="24757"/>
                    <a:pt x="10747" y="24740"/>
                  </a:cubicBezTo>
                  <a:lnTo>
                    <a:pt x="10847" y="23987"/>
                  </a:lnTo>
                  <a:close/>
                  <a:moveTo>
                    <a:pt x="14764" y="23853"/>
                  </a:moveTo>
                  <a:cubicBezTo>
                    <a:pt x="14647" y="23886"/>
                    <a:pt x="14513" y="23903"/>
                    <a:pt x="14379" y="23920"/>
                  </a:cubicBezTo>
                  <a:lnTo>
                    <a:pt x="14345" y="23920"/>
                  </a:lnTo>
                  <a:lnTo>
                    <a:pt x="14479" y="24790"/>
                  </a:lnTo>
                  <a:lnTo>
                    <a:pt x="14513" y="24790"/>
                  </a:lnTo>
                  <a:lnTo>
                    <a:pt x="14931" y="24706"/>
                  </a:lnTo>
                  <a:lnTo>
                    <a:pt x="14965" y="24706"/>
                  </a:lnTo>
                  <a:lnTo>
                    <a:pt x="14797" y="23853"/>
                  </a:lnTo>
                  <a:close/>
                  <a:moveTo>
                    <a:pt x="10814" y="23920"/>
                  </a:moveTo>
                  <a:lnTo>
                    <a:pt x="10680" y="24790"/>
                  </a:lnTo>
                  <a:lnTo>
                    <a:pt x="10730" y="24790"/>
                  </a:lnTo>
                  <a:cubicBezTo>
                    <a:pt x="10864" y="24807"/>
                    <a:pt x="10998" y="24824"/>
                    <a:pt x="11148" y="24840"/>
                  </a:cubicBezTo>
                  <a:lnTo>
                    <a:pt x="11249" y="23970"/>
                  </a:lnTo>
                  <a:lnTo>
                    <a:pt x="11232" y="23970"/>
                  </a:lnTo>
                  <a:cubicBezTo>
                    <a:pt x="11098" y="23953"/>
                    <a:pt x="10964" y="23936"/>
                    <a:pt x="10830" y="23920"/>
                  </a:cubicBezTo>
                  <a:close/>
                  <a:moveTo>
                    <a:pt x="13575" y="24070"/>
                  </a:moveTo>
                  <a:lnTo>
                    <a:pt x="13642" y="24824"/>
                  </a:lnTo>
                  <a:lnTo>
                    <a:pt x="13274" y="24857"/>
                  </a:lnTo>
                  <a:lnTo>
                    <a:pt x="13224" y="24087"/>
                  </a:lnTo>
                  <a:lnTo>
                    <a:pt x="13241" y="24087"/>
                  </a:lnTo>
                  <a:cubicBezTo>
                    <a:pt x="13358" y="24087"/>
                    <a:pt x="13475" y="24087"/>
                    <a:pt x="13575" y="24070"/>
                  </a:cubicBezTo>
                  <a:close/>
                  <a:moveTo>
                    <a:pt x="12387" y="24104"/>
                  </a:moveTo>
                  <a:lnTo>
                    <a:pt x="12387" y="24874"/>
                  </a:lnTo>
                  <a:cubicBezTo>
                    <a:pt x="12253" y="24874"/>
                    <a:pt x="12136" y="24857"/>
                    <a:pt x="12002" y="24857"/>
                  </a:cubicBezTo>
                  <a:lnTo>
                    <a:pt x="12052" y="24104"/>
                  </a:lnTo>
                  <a:close/>
                  <a:moveTo>
                    <a:pt x="13609" y="24020"/>
                  </a:moveTo>
                  <a:cubicBezTo>
                    <a:pt x="13475" y="24020"/>
                    <a:pt x="13341" y="24037"/>
                    <a:pt x="13207" y="24037"/>
                  </a:cubicBezTo>
                  <a:lnTo>
                    <a:pt x="13190" y="24037"/>
                  </a:lnTo>
                  <a:lnTo>
                    <a:pt x="13224" y="24907"/>
                  </a:lnTo>
                  <a:lnTo>
                    <a:pt x="13257" y="24907"/>
                  </a:lnTo>
                  <a:cubicBezTo>
                    <a:pt x="13391" y="24907"/>
                    <a:pt x="13542" y="24891"/>
                    <a:pt x="13676" y="24874"/>
                  </a:cubicBezTo>
                  <a:lnTo>
                    <a:pt x="13709" y="24874"/>
                  </a:lnTo>
                  <a:lnTo>
                    <a:pt x="13626" y="24020"/>
                  </a:lnTo>
                  <a:close/>
                  <a:moveTo>
                    <a:pt x="12002" y="24037"/>
                  </a:moveTo>
                  <a:lnTo>
                    <a:pt x="11952" y="24907"/>
                  </a:lnTo>
                  <a:lnTo>
                    <a:pt x="11985" y="24907"/>
                  </a:lnTo>
                  <a:lnTo>
                    <a:pt x="12404" y="24924"/>
                  </a:lnTo>
                  <a:lnTo>
                    <a:pt x="12437" y="24924"/>
                  </a:lnTo>
                  <a:lnTo>
                    <a:pt x="12437" y="24054"/>
                  </a:lnTo>
                  <a:lnTo>
                    <a:pt x="12420" y="24054"/>
                  </a:lnTo>
                  <a:cubicBezTo>
                    <a:pt x="12286" y="24037"/>
                    <a:pt x="12153" y="24037"/>
                    <a:pt x="12019" y="2403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4" name="Google Shape;1064;p35"/>
          <p:cNvGrpSpPr/>
          <p:nvPr/>
        </p:nvGrpSpPr>
        <p:grpSpPr>
          <a:xfrm rot="-5400000" flipH="1">
            <a:off x="66202" y="481683"/>
            <a:ext cx="465355" cy="267299"/>
            <a:chOff x="5170200" y="1827055"/>
            <a:chExt cx="336458" cy="193247"/>
          </a:xfrm>
        </p:grpSpPr>
        <p:sp>
          <p:nvSpPr>
            <p:cNvPr id="1065" name="Google Shape;1065;p35"/>
            <p:cNvSpPr/>
            <p:nvPr/>
          </p:nvSpPr>
          <p:spPr>
            <a:xfrm>
              <a:off x="5170200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5" y="0"/>
                  </a:moveTo>
                  <a:cubicBezTo>
                    <a:pt x="2377" y="0"/>
                    <a:pt x="2929" y="1356"/>
                    <a:pt x="2143" y="2143"/>
                  </a:cubicBezTo>
                  <a:cubicBezTo>
                    <a:pt x="1356" y="2930"/>
                    <a:pt x="0" y="2377"/>
                    <a:pt x="0" y="1256"/>
                  </a:cubicBezTo>
                  <a:cubicBezTo>
                    <a:pt x="0" y="553"/>
                    <a:pt x="56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5237101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5"/>
            <p:cNvSpPr/>
            <p:nvPr/>
          </p:nvSpPr>
          <p:spPr>
            <a:xfrm>
              <a:off x="5303642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0" y="0"/>
                    <a:pt x="2929" y="1356"/>
                    <a:pt x="2143" y="2143"/>
                  </a:cubicBezTo>
                  <a:cubicBezTo>
                    <a:pt x="1339" y="2930"/>
                    <a:pt x="0" y="2377"/>
                    <a:pt x="0" y="1256"/>
                  </a:cubicBezTo>
                  <a:cubicBezTo>
                    <a:pt x="0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5"/>
            <p:cNvSpPr/>
            <p:nvPr/>
          </p:nvSpPr>
          <p:spPr>
            <a:xfrm>
              <a:off x="5370543" y="1954501"/>
              <a:ext cx="65800" cy="65800"/>
            </a:xfrm>
            <a:custGeom>
              <a:avLst/>
              <a:gdLst/>
              <a:ahLst/>
              <a:cxnLst/>
              <a:rect l="l" t="t" r="r" b="b"/>
              <a:pathLst>
                <a:path w="2930" h="2930" fill="none" extrusionOk="0">
                  <a:moveTo>
                    <a:pt x="1256" y="0"/>
                  </a:moveTo>
                  <a:cubicBezTo>
                    <a:pt x="2361" y="0"/>
                    <a:pt x="2930" y="1356"/>
                    <a:pt x="2143" y="2143"/>
                  </a:cubicBezTo>
                  <a:cubicBezTo>
                    <a:pt x="1340" y="2930"/>
                    <a:pt x="1" y="2377"/>
                    <a:pt x="1" y="1256"/>
                  </a:cubicBezTo>
                  <a:cubicBezTo>
                    <a:pt x="1" y="553"/>
                    <a:pt x="553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5"/>
            <p:cNvSpPr/>
            <p:nvPr/>
          </p:nvSpPr>
          <p:spPr>
            <a:xfrm>
              <a:off x="5440835" y="1954501"/>
              <a:ext cx="65823" cy="65800"/>
            </a:xfrm>
            <a:custGeom>
              <a:avLst/>
              <a:gdLst/>
              <a:ahLst/>
              <a:cxnLst/>
              <a:rect l="l" t="t" r="r" b="b"/>
              <a:pathLst>
                <a:path w="2931" h="2930" fill="none" extrusionOk="0">
                  <a:moveTo>
                    <a:pt x="1256" y="0"/>
                  </a:moveTo>
                  <a:cubicBezTo>
                    <a:pt x="2378" y="0"/>
                    <a:pt x="2930" y="1356"/>
                    <a:pt x="2143" y="2143"/>
                  </a:cubicBezTo>
                  <a:cubicBezTo>
                    <a:pt x="1357" y="2930"/>
                    <a:pt x="1" y="2377"/>
                    <a:pt x="1" y="1256"/>
                  </a:cubicBezTo>
                  <a:cubicBezTo>
                    <a:pt x="1" y="553"/>
                    <a:pt x="570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5"/>
            <p:cNvSpPr/>
            <p:nvPr/>
          </p:nvSpPr>
          <p:spPr>
            <a:xfrm>
              <a:off x="5198002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5"/>
            <p:cNvSpPr/>
            <p:nvPr/>
          </p:nvSpPr>
          <p:spPr>
            <a:xfrm>
              <a:off x="5265285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1" y="567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5"/>
            <p:cNvSpPr/>
            <p:nvPr/>
          </p:nvSpPr>
          <p:spPr>
            <a:xfrm flipH="1">
              <a:off x="5331652" y="1832505"/>
              <a:ext cx="747" cy="124276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1" y="5407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5"/>
            <p:cNvSpPr/>
            <p:nvPr/>
          </p:nvSpPr>
          <p:spPr>
            <a:xfrm>
              <a:off x="5398750" y="1827055"/>
              <a:ext cx="22" cy="127469"/>
            </a:xfrm>
            <a:custGeom>
              <a:avLst/>
              <a:gdLst/>
              <a:ahLst/>
              <a:cxnLst/>
              <a:rect l="l" t="t" r="r" b="b"/>
              <a:pathLst>
                <a:path w="1" h="5676" fill="none" extrusionOk="0">
                  <a:moveTo>
                    <a:pt x="0" y="5675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5"/>
            <p:cNvSpPr/>
            <p:nvPr/>
          </p:nvSpPr>
          <p:spPr>
            <a:xfrm>
              <a:off x="5467914" y="1829519"/>
              <a:ext cx="1548" cy="122937"/>
            </a:xfrm>
            <a:custGeom>
              <a:avLst/>
              <a:gdLst/>
              <a:ahLst/>
              <a:cxnLst/>
              <a:rect l="l" t="t" r="r" b="b"/>
              <a:pathLst>
                <a:path w="1" h="5408" fill="none" extrusionOk="0">
                  <a:moveTo>
                    <a:pt x="0" y="540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167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5" name="Google Shape;1075;p35"/>
          <p:cNvGrpSpPr/>
          <p:nvPr/>
        </p:nvGrpSpPr>
        <p:grpSpPr>
          <a:xfrm rot="10800000">
            <a:off x="164900" y="260513"/>
            <a:ext cx="8813438" cy="4625213"/>
            <a:chOff x="165650" y="257750"/>
            <a:chExt cx="8813438" cy="4625213"/>
          </a:xfrm>
        </p:grpSpPr>
        <p:grpSp>
          <p:nvGrpSpPr>
            <p:cNvPr id="1076" name="Google Shape;1076;p35"/>
            <p:cNvGrpSpPr/>
            <p:nvPr/>
          </p:nvGrpSpPr>
          <p:grpSpPr>
            <a:xfrm>
              <a:off x="3017486" y="257750"/>
              <a:ext cx="5961602" cy="4599900"/>
              <a:chOff x="3002186" y="296825"/>
              <a:chExt cx="5961602" cy="4599900"/>
            </a:xfrm>
          </p:grpSpPr>
          <p:cxnSp>
            <p:nvCxnSpPr>
              <p:cNvPr id="1077" name="Google Shape;1077;p35"/>
              <p:cNvCxnSpPr/>
              <p:nvPr/>
            </p:nvCxnSpPr>
            <p:spPr>
              <a:xfrm>
                <a:off x="8959013" y="296825"/>
                <a:ext cx="0" cy="459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8" name="Google Shape;1078;p35"/>
              <p:cNvCxnSpPr/>
              <p:nvPr/>
            </p:nvCxnSpPr>
            <p:spPr>
              <a:xfrm rot="10800000">
                <a:off x="3002186" y="300625"/>
                <a:ext cx="595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9" name="Google Shape;1079;p35"/>
              <p:cNvCxnSpPr/>
              <p:nvPr/>
            </p:nvCxnSpPr>
            <p:spPr>
              <a:xfrm rot="10800000">
                <a:off x="3002488" y="4895600"/>
                <a:ext cx="5961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080" name="Google Shape;1080;p35"/>
            <p:cNvCxnSpPr/>
            <p:nvPr/>
          </p:nvCxnSpPr>
          <p:spPr>
            <a:xfrm>
              <a:off x="165650" y="286963"/>
              <a:ext cx="0" cy="459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3_9326A34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customXml" Target="../ink/ink1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8C960664.xml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gif"/><Relationship Id="rId3" Type="http://schemas.microsoft.com/office/2018/10/relationships/comments" Target="../comments/modernComment_148_B77C3E.xml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4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44_EE4FBE6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2_AB5EFA5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9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13145" r="13145"/>
          <a:stretch/>
        </p:blipFill>
        <p:spPr>
          <a:xfrm>
            <a:off x="381350" y="474300"/>
            <a:ext cx="3092100" cy="4194900"/>
          </a:xfrm>
          <a:prstGeom prst="snip2DiagRect">
            <a:avLst>
              <a:gd name="adj1" fmla="val 0"/>
              <a:gd name="adj2" fmla="val 16667"/>
            </a:avLst>
          </a:prstGeom>
          <a:ln>
            <a:noFill/>
          </a:ln>
        </p:spPr>
      </p:pic>
      <p:sp>
        <p:nvSpPr>
          <p:cNvPr id="1092" name="Google Shape;1092;p39"/>
          <p:cNvSpPr txBox="1">
            <a:spLocks noGrp="1"/>
          </p:cNvSpPr>
          <p:nvPr>
            <p:ph type="ctrTitle"/>
          </p:nvPr>
        </p:nvSpPr>
        <p:spPr>
          <a:xfrm>
            <a:off x="3979300" y="789830"/>
            <a:ext cx="4209600" cy="1629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ABAFFF"/>
                </a:solidFill>
              </a:rPr>
              <a:t>C</a:t>
            </a:r>
            <a:r>
              <a:rPr lang="en" sz="3600"/>
              <a:t>yber</a:t>
            </a:r>
            <a:br>
              <a:rPr lang="en" sz="3600"/>
            </a:br>
            <a:r>
              <a:rPr lang="en" sz="3600">
                <a:solidFill>
                  <a:srgbClr val="ABAFFF"/>
                </a:solidFill>
              </a:rPr>
              <a:t>D</a:t>
            </a:r>
            <a:r>
              <a:rPr lang="en" sz="3600"/>
              <a:t>efense</a:t>
            </a:r>
            <a:br>
              <a:rPr lang="en" sz="3600"/>
            </a:br>
            <a:r>
              <a:rPr lang="en" sz="3600">
                <a:solidFill>
                  <a:srgbClr val="ABAFFF"/>
                </a:solidFill>
              </a:rPr>
              <a:t>O</a:t>
            </a:r>
            <a:r>
              <a:rPr lang="en" sz="3600"/>
              <a:t>rganization</a:t>
            </a:r>
            <a:endParaRPr/>
          </a:p>
        </p:txBody>
      </p:sp>
      <p:sp>
        <p:nvSpPr>
          <p:cNvPr id="1093" name="Google Shape;1093;p39"/>
          <p:cNvSpPr txBox="1">
            <a:spLocks noGrp="1"/>
          </p:cNvSpPr>
          <p:nvPr>
            <p:ph type="subTitle" idx="1"/>
          </p:nvPr>
        </p:nvSpPr>
        <p:spPr>
          <a:xfrm>
            <a:off x="3979300" y="3640225"/>
            <a:ext cx="42096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Active Recon Fall ‘25</a:t>
            </a:r>
            <a:endParaRPr/>
          </a:p>
        </p:txBody>
      </p:sp>
      <p:sp>
        <p:nvSpPr>
          <p:cNvPr id="1094" name="Google Shape;1094;p39">
            <a:hlinkClick r:id="" action="ppaction://hlinkshowjump?jump=nextslide"/>
          </p:cNvPr>
          <p:cNvSpPr txBox="1"/>
          <p:nvPr/>
        </p:nvSpPr>
        <p:spPr>
          <a:xfrm>
            <a:off x="8361500" y="4174100"/>
            <a:ext cx="456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27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rompt"/>
              <a:buChar char="⟶"/>
            </a:pPr>
            <a:endParaRPr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DABE925-E3C8-E3F7-83BE-C2C6FD4C39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Google Shape;1092;p39">
            <a:extLst>
              <a:ext uri="{FF2B5EF4-FFF2-40B4-BE49-F238E27FC236}">
                <a16:creationId xmlns:a16="http://schemas.microsoft.com/office/drawing/2014/main" id="{C245BCD4-590C-81AF-7A57-DE397109DF43}"/>
              </a:ext>
            </a:extLst>
          </p:cNvPr>
          <p:cNvSpPr txBox="1">
            <a:spLocks/>
          </p:cNvSpPr>
          <p:nvPr/>
        </p:nvSpPr>
        <p:spPr>
          <a:xfrm>
            <a:off x="3979300" y="2698607"/>
            <a:ext cx="4209600" cy="66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  <a:defRPr sz="5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 sz="3600">
                <a:solidFill>
                  <a:srgbClr val="FF0000"/>
                </a:solidFill>
              </a:rPr>
              <a:t>Red</a:t>
            </a:r>
            <a:r>
              <a:rPr lang="en-US" sz="3600">
                <a:solidFill>
                  <a:srgbClr val="350FAE"/>
                </a:solidFill>
              </a:rPr>
              <a:t> </a:t>
            </a:r>
            <a:r>
              <a:rPr lang="en-US" sz="3600">
                <a:solidFill>
                  <a:schemeClr val="tx1"/>
                </a:solidFill>
              </a:rPr>
              <a:t>Team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41"/>
          <p:cNvPicPr preferRelativeResize="0">
            <a:picLocks noGrp="1"/>
          </p:cNvPicPr>
          <p:nvPr>
            <p:ph type="pic" idx="13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283" b="3283"/>
          <a:stretch/>
        </p:blipFill>
        <p:spPr>
          <a:xfrm>
            <a:off x="381350" y="474300"/>
            <a:ext cx="3089638" cy="3911088"/>
          </a:xfrm>
          <a:prstGeom prst="snip2DiagRect">
            <a:avLst>
              <a:gd name="adj1" fmla="val 0"/>
              <a:gd name="adj2" fmla="val 16667"/>
            </a:avLst>
          </a:prstGeom>
          <a:effectLst>
            <a:softEdge rad="0"/>
          </a:effectLst>
        </p:spPr>
      </p:pic>
      <p:sp>
        <p:nvSpPr>
          <p:cNvPr id="42" name="Google Shape;1108;p41">
            <a:extLst>
              <a:ext uri="{FF2B5EF4-FFF2-40B4-BE49-F238E27FC236}">
                <a16:creationId xmlns:a16="http://schemas.microsoft.com/office/drawing/2014/main" id="{6FD5EE75-CDAD-9AAE-6275-50E97205F6FC}"/>
              </a:ext>
            </a:extLst>
          </p:cNvPr>
          <p:cNvSpPr txBox="1">
            <a:spLocks noGrp="1"/>
          </p:cNvSpPr>
          <p:nvPr/>
        </p:nvSpPr>
        <p:spPr>
          <a:xfrm>
            <a:off x="4217947" y="264786"/>
            <a:ext cx="252753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5" name="Google Shape;1109;p41">
            <a:extLst>
              <a:ext uri="{FF2B5EF4-FFF2-40B4-BE49-F238E27FC236}">
                <a16:creationId xmlns:a16="http://schemas.microsoft.com/office/drawing/2014/main" id="{6BCD08EC-5DD3-D881-24AE-B00B3F0EB2A6}"/>
              </a:ext>
            </a:extLst>
          </p:cNvPr>
          <p:cNvSpPr txBox="1">
            <a:spLocks noGrp="1"/>
          </p:cNvSpPr>
          <p:nvPr/>
        </p:nvSpPr>
        <p:spPr>
          <a:xfrm>
            <a:off x="4217947" y="1142431"/>
            <a:ext cx="513731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01</a:t>
            </a:r>
            <a:endParaRPr sz="1800"/>
          </a:p>
        </p:txBody>
      </p:sp>
      <p:sp>
        <p:nvSpPr>
          <p:cNvPr id="46" name="Google Shape;1111;p41">
            <a:extLst>
              <a:ext uri="{FF2B5EF4-FFF2-40B4-BE49-F238E27FC236}">
                <a16:creationId xmlns:a16="http://schemas.microsoft.com/office/drawing/2014/main" id="{44597753-854B-BED8-9073-59E181171956}"/>
              </a:ext>
            </a:extLst>
          </p:cNvPr>
          <p:cNvSpPr txBox="1">
            <a:spLocks noGrp="1"/>
          </p:cNvSpPr>
          <p:nvPr/>
        </p:nvSpPr>
        <p:spPr>
          <a:xfrm>
            <a:off x="4731678" y="1852501"/>
            <a:ext cx="2976554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" sz="1800"/>
              <a:t>Passive vs. Active Recon</a:t>
            </a:r>
          </a:p>
        </p:txBody>
      </p:sp>
      <p:sp>
        <p:nvSpPr>
          <p:cNvPr id="47" name="Google Shape;1112;p41">
            <a:extLst>
              <a:ext uri="{FF2B5EF4-FFF2-40B4-BE49-F238E27FC236}">
                <a16:creationId xmlns:a16="http://schemas.microsoft.com/office/drawing/2014/main" id="{1437E382-A2B2-D35D-C74C-500AC40DEA25}"/>
              </a:ext>
            </a:extLst>
          </p:cNvPr>
          <p:cNvSpPr txBox="1">
            <a:spLocks noGrp="1"/>
          </p:cNvSpPr>
          <p:nvPr/>
        </p:nvSpPr>
        <p:spPr>
          <a:xfrm>
            <a:off x="4218208" y="1760082"/>
            <a:ext cx="51347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02</a:t>
            </a:r>
            <a:endParaRPr sz="1800"/>
          </a:p>
        </p:txBody>
      </p:sp>
      <p:sp>
        <p:nvSpPr>
          <p:cNvPr id="48" name="Google Shape;1114;p41">
            <a:extLst>
              <a:ext uri="{FF2B5EF4-FFF2-40B4-BE49-F238E27FC236}">
                <a16:creationId xmlns:a16="http://schemas.microsoft.com/office/drawing/2014/main" id="{0E7B408F-7E4E-4D4F-32B7-D62F9A07BAF7}"/>
              </a:ext>
            </a:extLst>
          </p:cNvPr>
          <p:cNvSpPr txBox="1">
            <a:spLocks noGrp="1"/>
          </p:cNvSpPr>
          <p:nvPr/>
        </p:nvSpPr>
        <p:spPr>
          <a:xfrm>
            <a:off x="4731678" y="3117105"/>
            <a:ext cx="3085779" cy="36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" sz="1800"/>
              <a:t>Common Scanning Tools</a:t>
            </a:r>
            <a:endParaRPr sz="1800"/>
          </a:p>
        </p:txBody>
      </p:sp>
      <p:sp>
        <p:nvSpPr>
          <p:cNvPr id="49" name="Google Shape;1115;p41">
            <a:extLst>
              <a:ext uri="{FF2B5EF4-FFF2-40B4-BE49-F238E27FC236}">
                <a16:creationId xmlns:a16="http://schemas.microsoft.com/office/drawing/2014/main" id="{0716F19D-4665-16EF-F322-59EBAF6AF810}"/>
              </a:ext>
            </a:extLst>
          </p:cNvPr>
          <p:cNvSpPr txBox="1">
            <a:spLocks noGrp="1"/>
          </p:cNvSpPr>
          <p:nvPr/>
        </p:nvSpPr>
        <p:spPr>
          <a:xfrm>
            <a:off x="4218208" y="3033824"/>
            <a:ext cx="51347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04</a:t>
            </a:r>
            <a:endParaRPr sz="1800"/>
          </a:p>
        </p:txBody>
      </p:sp>
      <p:sp>
        <p:nvSpPr>
          <p:cNvPr id="50" name="Google Shape;1117;p41">
            <a:extLst>
              <a:ext uri="{FF2B5EF4-FFF2-40B4-BE49-F238E27FC236}">
                <a16:creationId xmlns:a16="http://schemas.microsoft.com/office/drawing/2014/main" id="{C92C1A7F-BAE4-E377-19DF-4B11ED1654B8}"/>
              </a:ext>
            </a:extLst>
          </p:cNvPr>
          <p:cNvSpPr txBox="1">
            <a:spLocks noGrp="1"/>
          </p:cNvSpPr>
          <p:nvPr/>
        </p:nvSpPr>
        <p:spPr>
          <a:xfrm>
            <a:off x="4731417" y="3640310"/>
            <a:ext cx="2699203" cy="44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800"/>
              <a:t>Lab &amp; Closing Remarks</a:t>
            </a:r>
            <a:endParaRPr lang="en-US"/>
          </a:p>
        </p:txBody>
      </p:sp>
      <p:sp>
        <p:nvSpPr>
          <p:cNvPr id="51" name="Google Shape;1115;p41">
            <a:extLst>
              <a:ext uri="{FF2B5EF4-FFF2-40B4-BE49-F238E27FC236}">
                <a16:creationId xmlns:a16="http://schemas.microsoft.com/office/drawing/2014/main" id="{E79DE079-C6E3-A28C-92B6-21EA1C4A1122}"/>
              </a:ext>
            </a:extLst>
          </p:cNvPr>
          <p:cNvSpPr txBox="1">
            <a:spLocks/>
          </p:cNvSpPr>
          <p:nvPr/>
        </p:nvSpPr>
        <p:spPr>
          <a:xfrm>
            <a:off x="4217947" y="3642094"/>
            <a:ext cx="51347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" sz="1800"/>
              <a:t>05</a:t>
            </a:r>
          </a:p>
        </p:txBody>
      </p:sp>
      <p:sp>
        <p:nvSpPr>
          <p:cNvPr id="54" name="Google Shape;1111;p41">
            <a:extLst>
              <a:ext uri="{FF2B5EF4-FFF2-40B4-BE49-F238E27FC236}">
                <a16:creationId xmlns:a16="http://schemas.microsoft.com/office/drawing/2014/main" id="{D3248358-7611-0A1F-E675-9FC20A050A27}"/>
              </a:ext>
            </a:extLst>
          </p:cNvPr>
          <p:cNvSpPr txBox="1">
            <a:spLocks/>
          </p:cNvSpPr>
          <p:nvPr/>
        </p:nvSpPr>
        <p:spPr>
          <a:xfrm>
            <a:off x="4731678" y="1230234"/>
            <a:ext cx="3089637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800"/>
              <a:t>What is Active Recon?</a:t>
            </a:r>
          </a:p>
        </p:txBody>
      </p:sp>
      <p:sp>
        <p:nvSpPr>
          <p:cNvPr id="55" name="Google Shape;1111;p41">
            <a:extLst>
              <a:ext uri="{FF2B5EF4-FFF2-40B4-BE49-F238E27FC236}">
                <a16:creationId xmlns:a16="http://schemas.microsoft.com/office/drawing/2014/main" id="{A7322E4D-9D0C-05A9-AE4F-3DFCA842C790}"/>
              </a:ext>
            </a:extLst>
          </p:cNvPr>
          <p:cNvSpPr txBox="1">
            <a:spLocks/>
          </p:cNvSpPr>
          <p:nvPr/>
        </p:nvSpPr>
        <p:spPr>
          <a:xfrm>
            <a:off x="4731678" y="1413909"/>
            <a:ext cx="3536964" cy="35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100" b="0"/>
              <a:t>Defining Active Recon and its use in Off. Security</a:t>
            </a:r>
          </a:p>
        </p:txBody>
      </p:sp>
      <p:sp>
        <p:nvSpPr>
          <p:cNvPr id="56" name="Google Shape;1111;p41">
            <a:extLst>
              <a:ext uri="{FF2B5EF4-FFF2-40B4-BE49-F238E27FC236}">
                <a16:creationId xmlns:a16="http://schemas.microsoft.com/office/drawing/2014/main" id="{BE251EE8-4E57-F536-8A7B-2B7F46BD94D5}"/>
              </a:ext>
            </a:extLst>
          </p:cNvPr>
          <p:cNvSpPr txBox="1">
            <a:spLocks/>
          </p:cNvSpPr>
          <p:nvPr/>
        </p:nvSpPr>
        <p:spPr>
          <a:xfrm>
            <a:off x="4731678" y="2109702"/>
            <a:ext cx="4104412" cy="29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100" b="0"/>
              <a:t>Differences between Passive &amp; Active Reconnaissance</a:t>
            </a:r>
          </a:p>
        </p:txBody>
      </p:sp>
      <p:sp>
        <p:nvSpPr>
          <p:cNvPr id="57" name="Google Shape;1111;p41">
            <a:extLst>
              <a:ext uri="{FF2B5EF4-FFF2-40B4-BE49-F238E27FC236}">
                <a16:creationId xmlns:a16="http://schemas.microsoft.com/office/drawing/2014/main" id="{04827A26-F66F-EE31-F544-7405D4F76AD5}"/>
              </a:ext>
            </a:extLst>
          </p:cNvPr>
          <p:cNvSpPr txBox="1">
            <a:spLocks/>
          </p:cNvSpPr>
          <p:nvPr/>
        </p:nvSpPr>
        <p:spPr>
          <a:xfrm>
            <a:off x="4731678" y="3398819"/>
            <a:ext cx="4104412" cy="29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100" b="0"/>
              <a:t>Tools used for scanning various services/systems</a:t>
            </a:r>
          </a:p>
        </p:txBody>
      </p:sp>
      <p:sp>
        <p:nvSpPr>
          <p:cNvPr id="59" name="Google Shape;1114;p41">
            <a:extLst>
              <a:ext uri="{FF2B5EF4-FFF2-40B4-BE49-F238E27FC236}">
                <a16:creationId xmlns:a16="http://schemas.microsoft.com/office/drawing/2014/main" id="{FCEAE85B-1A17-75CB-4974-5FD9431AD7F7}"/>
              </a:ext>
            </a:extLst>
          </p:cNvPr>
          <p:cNvSpPr txBox="1">
            <a:spLocks/>
          </p:cNvSpPr>
          <p:nvPr/>
        </p:nvSpPr>
        <p:spPr>
          <a:xfrm>
            <a:off x="4731416" y="2446441"/>
            <a:ext cx="4031233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800"/>
              <a:t>Understanding Nmap</a:t>
            </a:r>
          </a:p>
        </p:txBody>
      </p:sp>
      <p:sp>
        <p:nvSpPr>
          <p:cNvPr id="60" name="Google Shape;1115;p41">
            <a:extLst>
              <a:ext uri="{FF2B5EF4-FFF2-40B4-BE49-F238E27FC236}">
                <a16:creationId xmlns:a16="http://schemas.microsoft.com/office/drawing/2014/main" id="{EE3A86DA-46AC-CB21-ABEE-6E057E387201}"/>
              </a:ext>
            </a:extLst>
          </p:cNvPr>
          <p:cNvSpPr txBox="1">
            <a:spLocks/>
          </p:cNvSpPr>
          <p:nvPr/>
        </p:nvSpPr>
        <p:spPr>
          <a:xfrm>
            <a:off x="4217947" y="2363160"/>
            <a:ext cx="51347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" sz="1800"/>
              <a:t>03</a:t>
            </a:r>
          </a:p>
        </p:txBody>
      </p:sp>
      <p:sp>
        <p:nvSpPr>
          <p:cNvPr id="61" name="Google Shape;1111;p41">
            <a:extLst>
              <a:ext uri="{FF2B5EF4-FFF2-40B4-BE49-F238E27FC236}">
                <a16:creationId xmlns:a16="http://schemas.microsoft.com/office/drawing/2014/main" id="{55222843-C988-8E24-3B8F-992CB05F2616}"/>
              </a:ext>
            </a:extLst>
          </p:cNvPr>
          <p:cNvSpPr txBox="1">
            <a:spLocks/>
          </p:cNvSpPr>
          <p:nvPr/>
        </p:nvSpPr>
        <p:spPr>
          <a:xfrm>
            <a:off x="4731417" y="2728155"/>
            <a:ext cx="4104412" cy="29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100" b="0"/>
              <a:t>Understanding the NMAP tool for scanning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9">
          <a:extLst>
            <a:ext uri="{FF2B5EF4-FFF2-40B4-BE49-F238E27FC236}">
              <a16:creationId xmlns:a16="http://schemas.microsoft.com/office/drawing/2014/main" id="{9A795C26-F5CB-9DBE-B59F-47B85E64A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58">
            <a:extLst>
              <a:ext uri="{FF2B5EF4-FFF2-40B4-BE49-F238E27FC236}">
                <a16:creationId xmlns:a16="http://schemas.microsoft.com/office/drawing/2014/main" id="{2D8F3D11-328F-72AE-A8E9-18E5C38F8068}"/>
              </a:ext>
            </a:extLst>
          </p:cNvPr>
          <p:cNvSpPr/>
          <p:nvPr/>
        </p:nvSpPr>
        <p:spPr>
          <a:xfrm>
            <a:off x="1215466" y="1100014"/>
            <a:ext cx="6713068" cy="3698942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58">
            <a:extLst>
              <a:ext uri="{FF2B5EF4-FFF2-40B4-BE49-F238E27FC236}">
                <a16:creationId xmlns:a16="http://schemas.microsoft.com/office/drawing/2014/main" id="{7FC020D8-B628-4266-4B5F-44C961491D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0003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Sign-in QR Code</a:t>
            </a:r>
            <a:endParaRPr/>
          </a:p>
        </p:txBody>
      </p:sp>
      <p:grpSp>
        <p:nvGrpSpPr>
          <p:cNvPr id="1333" name="Google Shape;1333;p58">
            <a:extLst>
              <a:ext uri="{FF2B5EF4-FFF2-40B4-BE49-F238E27FC236}">
                <a16:creationId xmlns:a16="http://schemas.microsoft.com/office/drawing/2014/main" id="{6259C094-E805-7853-3A91-5CE2EBDEDED8}"/>
              </a:ext>
            </a:extLst>
          </p:cNvPr>
          <p:cNvGrpSpPr/>
          <p:nvPr/>
        </p:nvGrpSpPr>
        <p:grpSpPr>
          <a:xfrm>
            <a:off x="1556717" y="1388825"/>
            <a:ext cx="6030565" cy="3098115"/>
            <a:chOff x="4676974" y="1722250"/>
            <a:chExt cx="3363000" cy="2506500"/>
          </a:xfrm>
        </p:grpSpPr>
        <p:sp>
          <p:nvSpPr>
            <p:cNvPr id="1334" name="Google Shape;1334;p58">
              <a:extLst>
                <a:ext uri="{FF2B5EF4-FFF2-40B4-BE49-F238E27FC236}">
                  <a16:creationId xmlns:a16="http://schemas.microsoft.com/office/drawing/2014/main" id="{53ED5BFD-CE0E-9EFA-E793-E6BA844C8DDF}"/>
                </a:ext>
              </a:extLst>
            </p:cNvPr>
            <p:cNvSpPr/>
            <p:nvPr/>
          </p:nvSpPr>
          <p:spPr>
            <a:xfrm rot="5400000">
              <a:off x="5105224" y="1294000"/>
              <a:ext cx="2506500" cy="3363000"/>
            </a:xfrm>
            <a:prstGeom prst="roundRect">
              <a:avLst>
                <a:gd name="adj" fmla="val 5452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8">
              <a:extLst>
                <a:ext uri="{FF2B5EF4-FFF2-40B4-BE49-F238E27FC236}">
                  <a16:creationId xmlns:a16="http://schemas.microsoft.com/office/drawing/2014/main" id="{A3067C7D-9AF6-5DBB-D87B-BA411AC36232}"/>
                </a:ext>
              </a:extLst>
            </p:cNvPr>
            <p:cNvSpPr/>
            <p:nvPr/>
          </p:nvSpPr>
          <p:spPr>
            <a:xfrm rot="5400000">
              <a:off x="4767903" y="2906192"/>
              <a:ext cx="234600" cy="138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68782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>
          <a:extLst>
            <a:ext uri="{FF2B5EF4-FFF2-40B4-BE49-F238E27FC236}">
              <a16:creationId xmlns:a16="http://schemas.microsoft.com/office/drawing/2014/main" id="{7BF87FF9-8861-248A-7EC4-32EB63DD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1">
            <a:extLst>
              <a:ext uri="{FF2B5EF4-FFF2-40B4-BE49-F238E27FC236}">
                <a16:creationId xmlns:a16="http://schemas.microsoft.com/office/drawing/2014/main" id="{EC6205C4-55D9-1AC2-51A7-A6AB881EE0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568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Week Breakdown</a:t>
            </a:r>
            <a:endParaRPr/>
          </a:p>
        </p:txBody>
      </p:sp>
      <p:sp>
        <p:nvSpPr>
          <p:cNvPr id="1426" name="Google Shape;1426;p61">
            <a:extLst>
              <a:ext uri="{FF2B5EF4-FFF2-40B4-BE49-F238E27FC236}">
                <a16:creationId xmlns:a16="http://schemas.microsoft.com/office/drawing/2014/main" id="{063F31BF-9990-E364-32F8-955688EF0331}"/>
              </a:ext>
            </a:extLst>
          </p:cNvPr>
          <p:cNvSpPr/>
          <p:nvPr/>
        </p:nvSpPr>
        <p:spPr>
          <a:xfrm>
            <a:off x="805437" y="3292303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1">
            <a:extLst>
              <a:ext uri="{FF2B5EF4-FFF2-40B4-BE49-F238E27FC236}">
                <a16:creationId xmlns:a16="http://schemas.microsoft.com/office/drawing/2014/main" id="{C70C95E0-4D7F-A41D-9348-DE892B018EDE}"/>
              </a:ext>
            </a:extLst>
          </p:cNvPr>
          <p:cNvSpPr/>
          <p:nvPr/>
        </p:nvSpPr>
        <p:spPr>
          <a:xfrm>
            <a:off x="2087349" y="2723675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1">
            <a:extLst>
              <a:ext uri="{FF2B5EF4-FFF2-40B4-BE49-F238E27FC236}">
                <a16:creationId xmlns:a16="http://schemas.microsoft.com/office/drawing/2014/main" id="{62448140-76B8-8A5D-D5D0-44A03490A734}"/>
              </a:ext>
            </a:extLst>
          </p:cNvPr>
          <p:cNvSpPr/>
          <p:nvPr/>
        </p:nvSpPr>
        <p:spPr>
          <a:xfrm>
            <a:off x="3071661" y="3110712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61">
            <a:extLst>
              <a:ext uri="{FF2B5EF4-FFF2-40B4-BE49-F238E27FC236}">
                <a16:creationId xmlns:a16="http://schemas.microsoft.com/office/drawing/2014/main" id="{41C92BB1-2BD2-E377-010C-46058A41CB5A}"/>
              </a:ext>
            </a:extLst>
          </p:cNvPr>
          <p:cNvSpPr/>
          <p:nvPr/>
        </p:nvSpPr>
        <p:spPr>
          <a:xfrm>
            <a:off x="4219315" y="2737706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0" name="Google Shape;1430;p61">
            <a:extLst>
              <a:ext uri="{FF2B5EF4-FFF2-40B4-BE49-F238E27FC236}">
                <a16:creationId xmlns:a16="http://schemas.microsoft.com/office/drawing/2014/main" id="{8B37113A-5747-48B8-706F-6E9EE579E016}"/>
              </a:ext>
            </a:extLst>
          </p:cNvPr>
          <p:cNvCxnSpPr>
            <a:stCxn id="1426" idx="0"/>
            <a:endCxn id="1427" idx="2"/>
          </p:cNvCxnSpPr>
          <p:nvPr/>
        </p:nvCxnSpPr>
        <p:spPr>
          <a:xfrm flipV="1">
            <a:off x="1400637" y="3021275"/>
            <a:ext cx="686712" cy="56862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31" name="Google Shape;1431;p61">
            <a:extLst>
              <a:ext uri="{FF2B5EF4-FFF2-40B4-BE49-F238E27FC236}">
                <a16:creationId xmlns:a16="http://schemas.microsoft.com/office/drawing/2014/main" id="{79375D16-8A1B-773D-B895-FE4D80CB2CC0}"/>
              </a:ext>
            </a:extLst>
          </p:cNvPr>
          <p:cNvCxnSpPr>
            <a:stCxn id="1427" idx="0"/>
            <a:endCxn id="1428" idx="2"/>
          </p:cNvCxnSpPr>
          <p:nvPr/>
        </p:nvCxnSpPr>
        <p:spPr>
          <a:xfrm>
            <a:off x="2682549" y="3021275"/>
            <a:ext cx="389112" cy="38703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32" name="Google Shape;1432;p61">
            <a:extLst>
              <a:ext uri="{FF2B5EF4-FFF2-40B4-BE49-F238E27FC236}">
                <a16:creationId xmlns:a16="http://schemas.microsoft.com/office/drawing/2014/main" id="{43DD2059-C6C3-ED3F-332A-09CA916E499B}"/>
              </a:ext>
            </a:extLst>
          </p:cNvPr>
          <p:cNvCxnSpPr>
            <a:stCxn id="1428" idx="0"/>
            <a:endCxn id="1429" idx="2"/>
          </p:cNvCxnSpPr>
          <p:nvPr/>
        </p:nvCxnSpPr>
        <p:spPr>
          <a:xfrm flipV="1">
            <a:off x="3666861" y="3035306"/>
            <a:ext cx="552454" cy="37300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E7F617-5E5A-8CC1-1CEE-1EE957E459C3}"/>
              </a:ext>
            </a:extLst>
          </p:cNvPr>
          <p:cNvGrpSpPr/>
          <p:nvPr/>
        </p:nvGrpSpPr>
        <p:grpSpPr>
          <a:xfrm>
            <a:off x="174768" y="1644976"/>
            <a:ext cx="1844794" cy="749048"/>
            <a:chOff x="248053" y="2101294"/>
            <a:chExt cx="1844794" cy="749048"/>
          </a:xfrm>
        </p:grpSpPr>
        <p:sp>
          <p:nvSpPr>
            <p:cNvPr id="1439" name="Google Shape;1439;p61">
              <a:extLst>
                <a:ext uri="{FF2B5EF4-FFF2-40B4-BE49-F238E27FC236}">
                  <a16:creationId xmlns:a16="http://schemas.microsoft.com/office/drawing/2014/main" id="{D6657A1A-2F6A-986F-83C3-4CFC6FB99F7D}"/>
                </a:ext>
              </a:extLst>
            </p:cNvPr>
            <p:cNvSpPr txBox="1"/>
            <p:nvPr/>
          </p:nvSpPr>
          <p:spPr>
            <a:xfrm>
              <a:off x="606054" y="2101294"/>
              <a:ext cx="1128792" cy="337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Week01</a:t>
              </a:r>
              <a:endPara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40" name="Google Shape;1440;p61">
              <a:extLst>
                <a:ext uri="{FF2B5EF4-FFF2-40B4-BE49-F238E27FC236}">
                  <a16:creationId xmlns:a16="http://schemas.microsoft.com/office/drawing/2014/main" id="{F4A65C10-303D-967B-F49D-766ABC2CA955}"/>
                </a:ext>
              </a:extLst>
            </p:cNvPr>
            <p:cNvSpPr txBox="1"/>
            <p:nvPr/>
          </p:nvSpPr>
          <p:spPr>
            <a:xfrm>
              <a:off x="248053" y="2359893"/>
              <a:ext cx="1844794" cy="49044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" sz="1100">
                  <a:solidFill>
                    <a:schemeClr val="dk1"/>
                  </a:solidFill>
                  <a:latin typeface="Space Grotesk"/>
                  <a:cs typeface="Space Grotesk"/>
                  <a:sym typeface="Space Grotesk"/>
                </a:rPr>
                <a:t>OSINT </a:t>
              </a:r>
              <a:br>
                <a:rPr lang="en" sz="1100">
                  <a:solidFill>
                    <a:schemeClr val="dk1"/>
                  </a:solidFill>
                  <a:latin typeface="Space Grotesk"/>
                  <a:cs typeface="Space Grotesk"/>
                </a:rPr>
              </a:br>
              <a:r>
                <a:rPr lang="en" sz="1100">
                  <a:solidFill>
                    <a:schemeClr val="dk1"/>
                  </a:solidFill>
                  <a:latin typeface="Space Grotesk"/>
                  <a:cs typeface="Space Grotesk"/>
                </a:rPr>
                <a:t>(Blue Team Collab)</a:t>
              </a:r>
              <a:endParaRPr lang="en-US">
                <a:solidFill>
                  <a:schemeClr val="dk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035F98-64A0-78D9-2B35-6992372E3CF5}"/>
              </a:ext>
            </a:extLst>
          </p:cNvPr>
          <p:cNvGrpSpPr/>
          <p:nvPr/>
        </p:nvGrpSpPr>
        <p:grpSpPr>
          <a:xfrm>
            <a:off x="1288427" y="3851744"/>
            <a:ext cx="1926000" cy="715454"/>
            <a:chOff x="1851982" y="1233046"/>
            <a:chExt cx="1926000" cy="715454"/>
          </a:xfrm>
        </p:grpSpPr>
        <p:sp>
          <p:nvSpPr>
            <p:cNvPr id="1441" name="Google Shape;1441;p61">
              <a:extLst>
                <a:ext uri="{FF2B5EF4-FFF2-40B4-BE49-F238E27FC236}">
                  <a16:creationId xmlns:a16="http://schemas.microsoft.com/office/drawing/2014/main" id="{0BA5EE28-BC78-975A-7AEB-8480445ABE6B}"/>
                </a:ext>
              </a:extLst>
            </p:cNvPr>
            <p:cNvSpPr txBox="1"/>
            <p:nvPr/>
          </p:nvSpPr>
          <p:spPr>
            <a:xfrm>
              <a:off x="2399517" y="1233046"/>
              <a:ext cx="1091719" cy="4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Week02</a:t>
              </a:r>
              <a:endPara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42" name="Google Shape;1442;p61">
              <a:extLst>
                <a:ext uri="{FF2B5EF4-FFF2-40B4-BE49-F238E27FC236}">
                  <a16:creationId xmlns:a16="http://schemas.microsoft.com/office/drawing/2014/main" id="{E837B2C1-49AD-37F9-6041-20FCC3E904A4}"/>
                </a:ext>
              </a:extLst>
            </p:cNvPr>
            <p:cNvSpPr txBox="1"/>
            <p:nvPr/>
          </p:nvSpPr>
          <p:spPr>
            <a:xfrm>
              <a:off x="1851982" y="1605689"/>
              <a:ext cx="1926000" cy="34281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" sz="11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Active Reconnaissance</a:t>
              </a:r>
              <a:endParaRPr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1DD9496-587A-210E-3834-6950ADDB096D}"/>
              </a:ext>
            </a:extLst>
          </p:cNvPr>
          <p:cNvGrpSpPr/>
          <p:nvPr/>
        </p:nvGrpSpPr>
        <p:grpSpPr>
          <a:xfrm>
            <a:off x="2399440" y="1655459"/>
            <a:ext cx="1926000" cy="624784"/>
            <a:chOff x="2661506" y="1724125"/>
            <a:chExt cx="1926000" cy="624784"/>
          </a:xfrm>
        </p:grpSpPr>
        <p:sp>
          <p:nvSpPr>
            <p:cNvPr id="1443" name="Google Shape;1443;p61">
              <a:extLst>
                <a:ext uri="{FF2B5EF4-FFF2-40B4-BE49-F238E27FC236}">
                  <a16:creationId xmlns:a16="http://schemas.microsoft.com/office/drawing/2014/main" id="{D836962C-59DD-2438-88FC-6CE7ABAC0CE8}"/>
                </a:ext>
              </a:extLst>
            </p:cNvPr>
            <p:cNvSpPr txBox="1"/>
            <p:nvPr/>
          </p:nvSpPr>
          <p:spPr>
            <a:xfrm>
              <a:off x="2661506" y="1724125"/>
              <a:ext cx="1926000" cy="3985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Week03</a:t>
              </a:r>
              <a:endPara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44" name="Google Shape;1444;p61">
              <a:extLst>
                <a:ext uri="{FF2B5EF4-FFF2-40B4-BE49-F238E27FC236}">
                  <a16:creationId xmlns:a16="http://schemas.microsoft.com/office/drawing/2014/main" id="{98C4AD35-18B9-DC3A-6E9C-08CAB3DB085F}"/>
                </a:ext>
              </a:extLst>
            </p:cNvPr>
            <p:cNvSpPr txBox="1"/>
            <p:nvPr/>
          </p:nvSpPr>
          <p:spPr>
            <a:xfrm>
              <a:off x="2661506" y="2023353"/>
              <a:ext cx="1926000" cy="3255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-US" sz="1100">
                  <a:solidFill>
                    <a:schemeClr val="dk1"/>
                  </a:solidFill>
                  <a:latin typeface="Space Grotesk"/>
                  <a:cs typeface="Space Grotesk"/>
                  <a:sym typeface="Space Grotesk"/>
                </a:rPr>
                <a:t>Initial Access &amp; Exploitation</a:t>
              </a:r>
              <a:endParaRPr lang="en-US">
                <a:solidFill>
                  <a:schemeClr val="dk1"/>
                </a:solidFill>
              </a:endParaRPr>
            </a:p>
          </p:txBody>
        </p:sp>
      </p:grpSp>
      <p:cxnSp>
        <p:nvCxnSpPr>
          <p:cNvPr id="1447" name="Google Shape;1447;p61">
            <a:extLst>
              <a:ext uri="{FF2B5EF4-FFF2-40B4-BE49-F238E27FC236}">
                <a16:creationId xmlns:a16="http://schemas.microsoft.com/office/drawing/2014/main" id="{D9562566-2070-8616-8F9F-A386CE9E752D}"/>
              </a:ext>
            </a:extLst>
          </p:cNvPr>
          <p:cNvCxnSpPr>
            <a:cxnSpLocks/>
            <a:stCxn id="1440" idx="2"/>
            <a:endCxn id="1426" idx="3"/>
          </p:cNvCxnSpPr>
          <p:nvPr/>
        </p:nvCxnSpPr>
        <p:spPr>
          <a:xfrm rot="16200000" flipH="1">
            <a:off x="650962" y="2840227"/>
            <a:ext cx="898279" cy="587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49" name="Google Shape;1449;p61">
            <a:extLst>
              <a:ext uri="{FF2B5EF4-FFF2-40B4-BE49-F238E27FC236}">
                <a16:creationId xmlns:a16="http://schemas.microsoft.com/office/drawing/2014/main" id="{1712E399-364F-3321-F125-04C6A1F5D83B}"/>
              </a:ext>
            </a:extLst>
          </p:cNvPr>
          <p:cNvCxnSpPr>
            <a:cxnSpLocks/>
            <a:stCxn id="1444" idx="2"/>
            <a:endCxn id="1428" idx="3"/>
          </p:cNvCxnSpPr>
          <p:nvPr/>
        </p:nvCxnSpPr>
        <p:spPr>
          <a:xfrm>
            <a:off x="3354503" y="2399305"/>
            <a:ext cx="14758" cy="7114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50" name="Google Shape;1450;p61">
            <a:extLst>
              <a:ext uri="{FF2B5EF4-FFF2-40B4-BE49-F238E27FC236}">
                <a16:creationId xmlns:a16="http://schemas.microsoft.com/office/drawing/2014/main" id="{4399E673-C7C1-980F-E98F-2CFF1E7415EB}"/>
              </a:ext>
            </a:extLst>
          </p:cNvPr>
          <p:cNvCxnSpPr>
            <a:cxnSpLocks/>
            <a:stCxn id="1504" idx="0"/>
            <a:endCxn id="1429" idx="1"/>
          </p:cNvCxnSpPr>
          <p:nvPr/>
        </p:nvCxnSpPr>
        <p:spPr>
          <a:xfrm flipH="1" flipV="1">
            <a:off x="4516915" y="3332906"/>
            <a:ext cx="3936" cy="6304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3" name="Google Shape;1448;p61">
            <a:extLst>
              <a:ext uri="{FF2B5EF4-FFF2-40B4-BE49-F238E27FC236}">
                <a16:creationId xmlns:a16="http://schemas.microsoft.com/office/drawing/2014/main" id="{B0D918C2-96BF-2236-0C49-A42C69D5F8CA}"/>
              </a:ext>
            </a:extLst>
          </p:cNvPr>
          <p:cNvCxnSpPr>
            <a:cxnSpLocks/>
            <a:stCxn id="1441" idx="0"/>
            <a:endCxn id="1427" idx="1"/>
          </p:cNvCxnSpPr>
          <p:nvPr/>
        </p:nvCxnSpPr>
        <p:spPr>
          <a:xfrm flipV="1">
            <a:off x="2381822" y="3318875"/>
            <a:ext cx="3127" cy="53286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C29877A-3EA6-0652-14F2-8948C7EFDC77}"/>
              </a:ext>
            </a:extLst>
          </p:cNvPr>
          <p:cNvGrpSpPr/>
          <p:nvPr/>
        </p:nvGrpSpPr>
        <p:grpSpPr>
          <a:xfrm>
            <a:off x="5879267" y="3951292"/>
            <a:ext cx="1926000" cy="624784"/>
            <a:chOff x="2661506" y="1724125"/>
            <a:chExt cx="1926000" cy="624784"/>
          </a:xfrm>
        </p:grpSpPr>
        <p:sp>
          <p:nvSpPr>
            <p:cNvPr id="52" name="Google Shape;1443;p61">
              <a:extLst>
                <a:ext uri="{FF2B5EF4-FFF2-40B4-BE49-F238E27FC236}">
                  <a16:creationId xmlns:a16="http://schemas.microsoft.com/office/drawing/2014/main" id="{CB5740D6-F3E6-6D58-3BB7-CAE91258CAE1}"/>
                </a:ext>
              </a:extLst>
            </p:cNvPr>
            <p:cNvSpPr txBox="1"/>
            <p:nvPr/>
          </p:nvSpPr>
          <p:spPr>
            <a:xfrm>
              <a:off x="2661506" y="1724125"/>
              <a:ext cx="1926000" cy="3985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Week06</a:t>
              </a:r>
              <a:endPara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3" name="Google Shape;1444;p61">
              <a:extLst>
                <a:ext uri="{FF2B5EF4-FFF2-40B4-BE49-F238E27FC236}">
                  <a16:creationId xmlns:a16="http://schemas.microsoft.com/office/drawing/2014/main" id="{99EB709E-B280-80BB-E8FF-6A4D4E9055D5}"/>
                </a:ext>
              </a:extLst>
            </p:cNvPr>
            <p:cNvSpPr txBox="1"/>
            <p:nvPr/>
          </p:nvSpPr>
          <p:spPr>
            <a:xfrm>
              <a:off x="2661506" y="2023353"/>
              <a:ext cx="1926000" cy="3255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-US" sz="11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Lateral Movement &amp; Exfiltration</a:t>
              </a:r>
              <a:endParaRPr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57" name="Google Shape;1429;p61">
            <a:extLst>
              <a:ext uri="{FF2B5EF4-FFF2-40B4-BE49-F238E27FC236}">
                <a16:creationId xmlns:a16="http://schemas.microsoft.com/office/drawing/2014/main" id="{ACAD9565-1D05-1B95-42D8-0EDD149F7A72}"/>
              </a:ext>
            </a:extLst>
          </p:cNvPr>
          <p:cNvSpPr/>
          <p:nvPr/>
        </p:nvSpPr>
        <p:spPr>
          <a:xfrm>
            <a:off x="5369937" y="3045555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" name="Google Shape;1450;p61">
            <a:extLst>
              <a:ext uri="{FF2B5EF4-FFF2-40B4-BE49-F238E27FC236}">
                <a16:creationId xmlns:a16="http://schemas.microsoft.com/office/drawing/2014/main" id="{A13AEE30-21D6-B7D9-1DAC-09913FD64546}"/>
              </a:ext>
            </a:extLst>
          </p:cNvPr>
          <p:cNvCxnSpPr>
            <a:cxnSpLocks/>
            <a:stCxn id="1414" idx="2"/>
            <a:endCxn id="57" idx="3"/>
          </p:cNvCxnSpPr>
          <p:nvPr/>
        </p:nvCxnSpPr>
        <p:spPr>
          <a:xfrm>
            <a:off x="5657916" y="2025415"/>
            <a:ext cx="9621" cy="10201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491" name="Group 1490">
            <a:extLst>
              <a:ext uri="{FF2B5EF4-FFF2-40B4-BE49-F238E27FC236}">
                <a16:creationId xmlns:a16="http://schemas.microsoft.com/office/drawing/2014/main" id="{934BE995-D50D-8D56-83D0-7C31DCD5DBE3}"/>
              </a:ext>
            </a:extLst>
          </p:cNvPr>
          <p:cNvGrpSpPr/>
          <p:nvPr/>
        </p:nvGrpSpPr>
        <p:grpSpPr>
          <a:xfrm>
            <a:off x="4704537" y="1565290"/>
            <a:ext cx="1932254" cy="801437"/>
            <a:chOff x="4353386" y="1664590"/>
            <a:chExt cx="1932254" cy="801437"/>
          </a:xfrm>
        </p:grpSpPr>
        <p:sp>
          <p:nvSpPr>
            <p:cNvPr id="1413" name="Google Shape;1443;p61">
              <a:extLst>
                <a:ext uri="{FF2B5EF4-FFF2-40B4-BE49-F238E27FC236}">
                  <a16:creationId xmlns:a16="http://schemas.microsoft.com/office/drawing/2014/main" id="{B67FF006-936B-3F1C-5149-11F61E242824}"/>
                </a:ext>
              </a:extLst>
            </p:cNvPr>
            <p:cNvSpPr txBox="1"/>
            <p:nvPr/>
          </p:nvSpPr>
          <p:spPr>
            <a:xfrm>
              <a:off x="4353386" y="1664590"/>
              <a:ext cx="1926000" cy="488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Week05</a:t>
              </a:r>
              <a:endPara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14" name="Google Shape;1444;p61">
              <a:extLst>
                <a:ext uri="{FF2B5EF4-FFF2-40B4-BE49-F238E27FC236}">
                  <a16:creationId xmlns:a16="http://schemas.microsoft.com/office/drawing/2014/main" id="{17761DB4-EEB0-A3EC-26DD-AEE926414B0A}"/>
                </a:ext>
              </a:extLst>
            </p:cNvPr>
            <p:cNvSpPr txBox="1"/>
            <p:nvPr/>
          </p:nvSpPr>
          <p:spPr>
            <a:xfrm>
              <a:off x="4359640" y="2022812"/>
              <a:ext cx="1926000" cy="44321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-US" sz="11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Persistence &amp; Discovery</a:t>
              </a:r>
              <a:endParaRPr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cxnSp>
        <p:nvCxnSpPr>
          <p:cNvPr id="1415" name="Google Shape;1432;p61">
            <a:extLst>
              <a:ext uri="{FF2B5EF4-FFF2-40B4-BE49-F238E27FC236}">
                <a16:creationId xmlns:a16="http://schemas.microsoft.com/office/drawing/2014/main" id="{257D641D-E05B-B150-0F98-B10EB95C8147}"/>
              </a:ext>
            </a:extLst>
          </p:cNvPr>
          <p:cNvCxnSpPr>
            <a:cxnSpLocks/>
            <a:stCxn id="1429" idx="0"/>
            <a:endCxn id="57" idx="2"/>
          </p:cNvCxnSpPr>
          <p:nvPr/>
        </p:nvCxnSpPr>
        <p:spPr>
          <a:xfrm>
            <a:off x="4814515" y="3035306"/>
            <a:ext cx="555422" cy="30784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2" name="Google Shape;1432;p61">
            <a:extLst>
              <a:ext uri="{FF2B5EF4-FFF2-40B4-BE49-F238E27FC236}">
                <a16:creationId xmlns:a16="http://schemas.microsoft.com/office/drawing/2014/main" id="{79B1CAF7-2846-608D-5BB2-59F9250B41C1}"/>
              </a:ext>
            </a:extLst>
          </p:cNvPr>
          <p:cNvCxnSpPr/>
          <p:nvPr/>
        </p:nvCxnSpPr>
        <p:spPr>
          <a:xfrm flipV="1">
            <a:off x="5974359" y="2970707"/>
            <a:ext cx="552454" cy="37300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93" name="Google Shape;1429;p61">
            <a:extLst>
              <a:ext uri="{FF2B5EF4-FFF2-40B4-BE49-F238E27FC236}">
                <a16:creationId xmlns:a16="http://schemas.microsoft.com/office/drawing/2014/main" id="{CA0E9498-62ED-6CD6-887D-C43EC13BDFF8}"/>
              </a:ext>
            </a:extLst>
          </p:cNvPr>
          <p:cNvSpPr/>
          <p:nvPr/>
        </p:nvSpPr>
        <p:spPr>
          <a:xfrm>
            <a:off x="6537649" y="2673107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03" name="Group 1502">
            <a:extLst>
              <a:ext uri="{FF2B5EF4-FFF2-40B4-BE49-F238E27FC236}">
                <a16:creationId xmlns:a16="http://schemas.microsoft.com/office/drawing/2014/main" id="{17A4DACE-EBEC-2577-0E59-19BB01442297}"/>
              </a:ext>
            </a:extLst>
          </p:cNvPr>
          <p:cNvGrpSpPr/>
          <p:nvPr/>
        </p:nvGrpSpPr>
        <p:grpSpPr>
          <a:xfrm>
            <a:off x="3557851" y="3963333"/>
            <a:ext cx="1926000" cy="624784"/>
            <a:chOff x="2661506" y="1724125"/>
            <a:chExt cx="1926000" cy="624784"/>
          </a:xfrm>
        </p:grpSpPr>
        <p:sp>
          <p:nvSpPr>
            <p:cNvPr id="1504" name="Google Shape;1443;p61">
              <a:extLst>
                <a:ext uri="{FF2B5EF4-FFF2-40B4-BE49-F238E27FC236}">
                  <a16:creationId xmlns:a16="http://schemas.microsoft.com/office/drawing/2014/main" id="{4D22E726-3A9B-0F53-9A1E-72F89A8DCBB2}"/>
                </a:ext>
              </a:extLst>
            </p:cNvPr>
            <p:cNvSpPr txBox="1"/>
            <p:nvPr/>
          </p:nvSpPr>
          <p:spPr>
            <a:xfrm>
              <a:off x="2661506" y="1724125"/>
              <a:ext cx="1926000" cy="3985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Week04</a:t>
              </a:r>
              <a:endParaRPr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05" name="Google Shape;1444;p61">
              <a:extLst>
                <a:ext uri="{FF2B5EF4-FFF2-40B4-BE49-F238E27FC236}">
                  <a16:creationId xmlns:a16="http://schemas.microsoft.com/office/drawing/2014/main" id="{3902352A-7B50-2C27-6BA5-498BA2392061}"/>
                </a:ext>
              </a:extLst>
            </p:cNvPr>
            <p:cNvSpPr txBox="1"/>
            <p:nvPr/>
          </p:nvSpPr>
          <p:spPr>
            <a:xfrm>
              <a:off x="2661506" y="2023353"/>
              <a:ext cx="1926000" cy="3255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Space Grotesk"/>
                  <a:cs typeface="Space Grotesk"/>
                  <a:sym typeface="Space Grotesk"/>
                </a:rPr>
                <a:t>Execution</a:t>
              </a:r>
              <a:endParaRPr lang="en-US">
                <a:solidFill>
                  <a:schemeClr val="dk1"/>
                </a:solidFill>
              </a:endParaRPr>
            </a:p>
          </p:txBody>
        </p:sp>
      </p:grpSp>
      <p:cxnSp>
        <p:nvCxnSpPr>
          <p:cNvPr id="1507" name="Google Shape;1450;p61">
            <a:extLst>
              <a:ext uri="{FF2B5EF4-FFF2-40B4-BE49-F238E27FC236}">
                <a16:creationId xmlns:a16="http://schemas.microsoft.com/office/drawing/2014/main" id="{35EE62B2-5C42-DF4F-E589-26EC955537F3}"/>
              </a:ext>
            </a:extLst>
          </p:cNvPr>
          <p:cNvCxnSpPr>
            <a:cxnSpLocks/>
          </p:cNvCxnSpPr>
          <p:nvPr/>
        </p:nvCxnSpPr>
        <p:spPr>
          <a:xfrm flipH="1" flipV="1">
            <a:off x="6843931" y="3279257"/>
            <a:ext cx="3936" cy="6304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508" name="Google Shape;1432;p61">
            <a:extLst>
              <a:ext uri="{FF2B5EF4-FFF2-40B4-BE49-F238E27FC236}">
                <a16:creationId xmlns:a16="http://schemas.microsoft.com/office/drawing/2014/main" id="{A180BB2C-7327-C65F-0249-B1E89AE30182}"/>
              </a:ext>
            </a:extLst>
          </p:cNvPr>
          <p:cNvCxnSpPr>
            <a:cxnSpLocks/>
          </p:cNvCxnSpPr>
          <p:nvPr/>
        </p:nvCxnSpPr>
        <p:spPr>
          <a:xfrm>
            <a:off x="7141544" y="2983597"/>
            <a:ext cx="555422" cy="30784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09" name="Google Shape;1429;p61">
            <a:extLst>
              <a:ext uri="{FF2B5EF4-FFF2-40B4-BE49-F238E27FC236}">
                <a16:creationId xmlns:a16="http://schemas.microsoft.com/office/drawing/2014/main" id="{CE691145-89B6-0F4E-A162-2EEBA6D5AC55}"/>
              </a:ext>
            </a:extLst>
          </p:cNvPr>
          <p:cNvSpPr/>
          <p:nvPr/>
        </p:nvSpPr>
        <p:spPr>
          <a:xfrm>
            <a:off x="7705661" y="3020537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10" name="Google Shape;1450;p61">
            <a:extLst>
              <a:ext uri="{FF2B5EF4-FFF2-40B4-BE49-F238E27FC236}">
                <a16:creationId xmlns:a16="http://schemas.microsoft.com/office/drawing/2014/main" id="{17359337-BE1C-44A7-5DC9-6A265C3686A7}"/>
              </a:ext>
            </a:extLst>
          </p:cNvPr>
          <p:cNvCxnSpPr>
            <a:cxnSpLocks/>
          </p:cNvCxnSpPr>
          <p:nvPr/>
        </p:nvCxnSpPr>
        <p:spPr>
          <a:xfrm flipH="1">
            <a:off x="8004276" y="2229074"/>
            <a:ext cx="6254" cy="7661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13" name="Google Shape;1443;p61">
            <a:extLst>
              <a:ext uri="{FF2B5EF4-FFF2-40B4-BE49-F238E27FC236}">
                <a16:creationId xmlns:a16="http://schemas.microsoft.com/office/drawing/2014/main" id="{5D275585-323C-A4C6-10E2-D3B83AAF7761}"/>
              </a:ext>
            </a:extLst>
          </p:cNvPr>
          <p:cNvSpPr txBox="1"/>
          <p:nvPr/>
        </p:nvSpPr>
        <p:spPr>
          <a:xfrm>
            <a:off x="7040261" y="1518548"/>
            <a:ext cx="1926000" cy="39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Week07</a:t>
            </a:r>
            <a:endParaRPr sz="1600" b="1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14" name="Google Shape;1444;p61">
            <a:extLst>
              <a:ext uri="{FF2B5EF4-FFF2-40B4-BE49-F238E27FC236}">
                <a16:creationId xmlns:a16="http://schemas.microsoft.com/office/drawing/2014/main" id="{9475D26C-3E98-20FF-9EBE-2EA950F03410}"/>
              </a:ext>
            </a:extLst>
          </p:cNvPr>
          <p:cNvSpPr txBox="1"/>
          <p:nvPr/>
        </p:nvSpPr>
        <p:spPr>
          <a:xfrm>
            <a:off x="7047530" y="1761574"/>
            <a:ext cx="1926000" cy="3255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100">
                <a:solidFill>
                  <a:schemeClr val="dk1"/>
                </a:solidFill>
                <a:latin typeface="Space Grotesk"/>
                <a:cs typeface="Space Grotesk"/>
                <a:sym typeface="Space Grotesk"/>
              </a:rPr>
              <a:t>Risk Matrixes</a:t>
            </a:r>
            <a:endParaRPr lang="en-US">
              <a:solidFill>
                <a:schemeClr val="dk1"/>
              </a:solidFill>
            </a:endParaRPr>
          </a:p>
        </p:txBody>
      </p:sp>
      <p:grpSp>
        <p:nvGrpSpPr>
          <p:cNvPr id="1516" name="Google Shape;12925;p93">
            <a:extLst>
              <a:ext uri="{FF2B5EF4-FFF2-40B4-BE49-F238E27FC236}">
                <a16:creationId xmlns:a16="http://schemas.microsoft.com/office/drawing/2014/main" id="{018077D0-E11C-7386-85AE-140EA5CCCA49}"/>
              </a:ext>
            </a:extLst>
          </p:cNvPr>
          <p:cNvGrpSpPr/>
          <p:nvPr/>
        </p:nvGrpSpPr>
        <p:grpSpPr>
          <a:xfrm>
            <a:off x="7832202" y="3123733"/>
            <a:ext cx="356655" cy="335425"/>
            <a:chOff x="849016" y="2903255"/>
            <a:chExt cx="356655" cy="335425"/>
          </a:xfrm>
          <a:solidFill>
            <a:srgbClr val="FF0000"/>
          </a:solidFill>
        </p:grpSpPr>
        <p:sp>
          <p:nvSpPr>
            <p:cNvPr id="1517" name="Google Shape;12926;p93">
              <a:extLst>
                <a:ext uri="{FF2B5EF4-FFF2-40B4-BE49-F238E27FC236}">
                  <a16:creationId xmlns:a16="http://schemas.microsoft.com/office/drawing/2014/main" id="{D83D2865-1327-6D3B-7388-AA37C73155B1}"/>
                </a:ext>
              </a:extLst>
            </p:cNvPr>
            <p:cNvSpPr/>
            <p:nvPr/>
          </p:nvSpPr>
          <p:spPr>
            <a:xfrm>
              <a:off x="849016" y="2903255"/>
              <a:ext cx="356655" cy="335425"/>
            </a:xfrm>
            <a:custGeom>
              <a:avLst/>
              <a:gdLst/>
              <a:ahLst/>
              <a:cxnLst/>
              <a:rect l="l" t="t" r="r" b="b"/>
              <a:pathLst>
                <a:path w="11205" h="10538" extrusionOk="0">
                  <a:moveTo>
                    <a:pt x="9835" y="3192"/>
                  </a:moveTo>
                  <a:lnTo>
                    <a:pt x="9835" y="3680"/>
                  </a:lnTo>
                  <a:lnTo>
                    <a:pt x="2692" y="3680"/>
                  </a:lnTo>
                  <a:cubicBezTo>
                    <a:pt x="2608" y="3680"/>
                    <a:pt x="2525" y="3751"/>
                    <a:pt x="2525" y="3847"/>
                  </a:cubicBezTo>
                  <a:cubicBezTo>
                    <a:pt x="2525" y="3930"/>
                    <a:pt x="2608" y="4013"/>
                    <a:pt x="2692" y="4013"/>
                  </a:cubicBezTo>
                  <a:lnTo>
                    <a:pt x="10824" y="4013"/>
                  </a:lnTo>
                  <a:cubicBezTo>
                    <a:pt x="10847" y="4013"/>
                    <a:pt x="10883" y="4037"/>
                    <a:pt x="10883" y="4073"/>
                  </a:cubicBezTo>
                  <a:lnTo>
                    <a:pt x="10883" y="6478"/>
                  </a:lnTo>
                  <a:cubicBezTo>
                    <a:pt x="10883" y="6514"/>
                    <a:pt x="10847" y="6537"/>
                    <a:pt x="10824" y="6537"/>
                  </a:cubicBezTo>
                  <a:lnTo>
                    <a:pt x="382" y="6537"/>
                  </a:lnTo>
                  <a:cubicBezTo>
                    <a:pt x="358" y="6537"/>
                    <a:pt x="322" y="6502"/>
                    <a:pt x="322" y="6478"/>
                  </a:cubicBezTo>
                  <a:lnTo>
                    <a:pt x="322" y="4073"/>
                  </a:lnTo>
                  <a:cubicBezTo>
                    <a:pt x="322" y="4037"/>
                    <a:pt x="358" y="4013"/>
                    <a:pt x="382" y="4013"/>
                  </a:cubicBezTo>
                  <a:lnTo>
                    <a:pt x="2025" y="4013"/>
                  </a:lnTo>
                  <a:cubicBezTo>
                    <a:pt x="2108" y="4013"/>
                    <a:pt x="2192" y="3930"/>
                    <a:pt x="2192" y="3847"/>
                  </a:cubicBezTo>
                  <a:cubicBezTo>
                    <a:pt x="2192" y="3751"/>
                    <a:pt x="2108" y="3680"/>
                    <a:pt x="2025" y="3680"/>
                  </a:cubicBezTo>
                  <a:lnTo>
                    <a:pt x="1394" y="3680"/>
                  </a:lnTo>
                  <a:lnTo>
                    <a:pt x="1394" y="3192"/>
                  </a:lnTo>
                  <a:close/>
                  <a:moveTo>
                    <a:pt x="9824" y="6871"/>
                  </a:moveTo>
                  <a:lnTo>
                    <a:pt x="9824" y="7359"/>
                  </a:lnTo>
                  <a:lnTo>
                    <a:pt x="1382" y="7359"/>
                  </a:lnTo>
                  <a:lnTo>
                    <a:pt x="1382" y="6871"/>
                  </a:lnTo>
                  <a:close/>
                  <a:moveTo>
                    <a:pt x="382" y="1"/>
                  </a:moveTo>
                  <a:cubicBezTo>
                    <a:pt x="179" y="1"/>
                    <a:pt x="1" y="180"/>
                    <a:pt x="1" y="394"/>
                  </a:cubicBezTo>
                  <a:lnTo>
                    <a:pt x="1" y="2799"/>
                  </a:lnTo>
                  <a:cubicBezTo>
                    <a:pt x="1" y="3013"/>
                    <a:pt x="179" y="3192"/>
                    <a:pt x="382" y="3192"/>
                  </a:cubicBezTo>
                  <a:lnTo>
                    <a:pt x="1061" y="3192"/>
                  </a:lnTo>
                  <a:lnTo>
                    <a:pt x="1061" y="3680"/>
                  </a:lnTo>
                  <a:lnTo>
                    <a:pt x="382" y="3680"/>
                  </a:lnTo>
                  <a:cubicBezTo>
                    <a:pt x="179" y="3680"/>
                    <a:pt x="1" y="3859"/>
                    <a:pt x="1" y="4073"/>
                  </a:cubicBezTo>
                  <a:lnTo>
                    <a:pt x="1" y="6478"/>
                  </a:lnTo>
                  <a:cubicBezTo>
                    <a:pt x="1" y="6692"/>
                    <a:pt x="179" y="6871"/>
                    <a:pt x="382" y="6871"/>
                  </a:cubicBezTo>
                  <a:lnTo>
                    <a:pt x="1061" y="6871"/>
                  </a:lnTo>
                  <a:lnTo>
                    <a:pt x="1061" y="7359"/>
                  </a:lnTo>
                  <a:lnTo>
                    <a:pt x="382" y="7359"/>
                  </a:lnTo>
                  <a:cubicBezTo>
                    <a:pt x="179" y="7359"/>
                    <a:pt x="1" y="7538"/>
                    <a:pt x="1" y="7740"/>
                  </a:cubicBezTo>
                  <a:lnTo>
                    <a:pt x="1" y="10157"/>
                  </a:lnTo>
                  <a:cubicBezTo>
                    <a:pt x="1" y="10359"/>
                    <a:pt x="179" y="10538"/>
                    <a:pt x="382" y="10538"/>
                  </a:cubicBezTo>
                  <a:lnTo>
                    <a:pt x="5002" y="10538"/>
                  </a:lnTo>
                  <a:cubicBezTo>
                    <a:pt x="5085" y="10538"/>
                    <a:pt x="5168" y="10466"/>
                    <a:pt x="5168" y="10383"/>
                  </a:cubicBezTo>
                  <a:cubicBezTo>
                    <a:pt x="5168" y="10288"/>
                    <a:pt x="5085" y="10216"/>
                    <a:pt x="5002" y="10216"/>
                  </a:cubicBezTo>
                  <a:lnTo>
                    <a:pt x="382" y="10216"/>
                  </a:lnTo>
                  <a:cubicBezTo>
                    <a:pt x="358" y="10216"/>
                    <a:pt x="322" y="10181"/>
                    <a:pt x="322" y="10157"/>
                  </a:cubicBezTo>
                  <a:lnTo>
                    <a:pt x="322" y="7740"/>
                  </a:lnTo>
                  <a:cubicBezTo>
                    <a:pt x="322" y="7716"/>
                    <a:pt x="358" y="7680"/>
                    <a:pt x="382" y="7680"/>
                  </a:cubicBezTo>
                  <a:lnTo>
                    <a:pt x="10824" y="7680"/>
                  </a:lnTo>
                  <a:cubicBezTo>
                    <a:pt x="10847" y="7680"/>
                    <a:pt x="10883" y="7716"/>
                    <a:pt x="10883" y="7740"/>
                  </a:cubicBezTo>
                  <a:lnTo>
                    <a:pt x="10883" y="10157"/>
                  </a:lnTo>
                  <a:cubicBezTo>
                    <a:pt x="10883" y="10181"/>
                    <a:pt x="10847" y="10216"/>
                    <a:pt x="10824" y="10216"/>
                  </a:cubicBezTo>
                  <a:lnTo>
                    <a:pt x="5716" y="10216"/>
                  </a:lnTo>
                  <a:cubicBezTo>
                    <a:pt x="5621" y="10216"/>
                    <a:pt x="5549" y="10288"/>
                    <a:pt x="5549" y="10383"/>
                  </a:cubicBezTo>
                  <a:cubicBezTo>
                    <a:pt x="5549" y="10466"/>
                    <a:pt x="5621" y="10538"/>
                    <a:pt x="5716" y="10538"/>
                  </a:cubicBezTo>
                  <a:lnTo>
                    <a:pt x="10824" y="10538"/>
                  </a:lnTo>
                  <a:cubicBezTo>
                    <a:pt x="11026" y="10538"/>
                    <a:pt x="11205" y="10359"/>
                    <a:pt x="11205" y="10157"/>
                  </a:cubicBezTo>
                  <a:lnTo>
                    <a:pt x="11205" y="7740"/>
                  </a:lnTo>
                  <a:cubicBezTo>
                    <a:pt x="11205" y="7538"/>
                    <a:pt x="11026" y="7359"/>
                    <a:pt x="10824" y="7359"/>
                  </a:cubicBezTo>
                  <a:lnTo>
                    <a:pt x="10145" y="7359"/>
                  </a:lnTo>
                  <a:lnTo>
                    <a:pt x="10145" y="6871"/>
                  </a:lnTo>
                  <a:lnTo>
                    <a:pt x="10824" y="6871"/>
                  </a:lnTo>
                  <a:cubicBezTo>
                    <a:pt x="11026" y="6871"/>
                    <a:pt x="11205" y="6692"/>
                    <a:pt x="11205" y="6478"/>
                  </a:cubicBezTo>
                  <a:lnTo>
                    <a:pt x="11205" y="4073"/>
                  </a:lnTo>
                  <a:cubicBezTo>
                    <a:pt x="11205" y="3859"/>
                    <a:pt x="11026" y="3680"/>
                    <a:pt x="10824" y="3680"/>
                  </a:cubicBezTo>
                  <a:lnTo>
                    <a:pt x="10145" y="3680"/>
                  </a:lnTo>
                  <a:lnTo>
                    <a:pt x="10145" y="3192"/>
                  </a:lnTo>
                  <a:lnTo>
                    <a:pt x="10824" y="3192"/>
                  </a:lnTo>
                  <a:cubicBezTo>
                    <a:pt x="11026" y="3192"/>
                    <a:pt x="11205" y="3013"/>
                    <a:pt x="11205" y="2799"/>
                  </a:cubicBezTo>
                  <a:lnTo>
                    <a:pt x="11205" y="394"/>
                  </a:lnTo>
                  <a:cubicBezTo>
                    <a:pt x="11205" y="180"/>
                    <a:pt x="11026" y="1"/>
                    <a:pt x="10824" y="1"/>
                  </a:cubicBezTo>
                  <a:lnTo>
                    <a:pt x="9716" y="1"/>
                  </a:lnTo>
                  <a:cubicBezTo>
                    <a:pt x="9633" y="1"/>
                    <a:pt x="9550" y="72"/>
                    <a:pt x="9550" y="168"/>
                  </a:cubicBezTo>
                  <a:cubicBezTo>
                    <a:pt x="9550" y="251"/>
                    <a:pt x="9633" y="334"/>
                    <a:pt x="9716" y="334"/>
                  </a:cubicBezTo>
                  <a:lnTo>
                    <a:pt x="10824" y="334"/>
                  </a:lnTo>
                  <a:cubicBezTo>
                    <a:pt x="10847" y="334"/>
                    <a:pt x="10883" y="358"/>
                    <a:pt x="10883" y="394"/>
                  </a:cubicBezTo>
                  <a:lnTo>
                    <a:pt x="10883" y="2799"/>
                  </a:lnTo>
                  <a:cubicBezTo>
                    <a:pt x="10883" y="2835"/>
                    <a:pt x="10847" y="2858"/>
                    <a:pt x="10824" y="2858"/>
                  </a:cubicBezTo>
                  <a:lnTo>
                    <a:pt x="382" y="2858"/>
                  </a:lnTo>
                  <a:cubicBezTo>
                    <a:pt x="358" y="2858"/>
                    <a:pt x="322" y="2835"/>
                    <a:pt x="322" y="2799"/>
                  </a:cubicBezTo>
                  <a:lnTo>
                    <a:pt x="322" y="394"/>
                  </a:lnTo>
                  <a:cubicBezTo>
                    <a:pt x="322" y="358"/>
                    <a:pt x="358" y="334"/>
                    <a:pt x="382" y="334"/>
                  </a:cubicBezTo>
                  <a:lnTo>
                    <a:pt x="9062" y="334"/>
                  </a:lnTo>
                  <a:cubicBezTo>
                    <a:pt x="9157" y="334"/>
                    <a:pt x="9228" y="251"/>
                    <a:pt x="9228" y="168"/>
                  </a:cubicBezTo>
                  <a:cubicBezTo>
                    <a:pt x="9228" y="72"/>
                    <a:pt x="9157" y="1"/>
                    <a:pt x="90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2927;p93">
              <a:extLst>
                <a:ext uri="{FF2B5EF4-FFF2-40B4-BE49-F238E27FC236}">
                  <a16:creationId xmlns:a16="http://schemas.microsoft.com/office/drawing/2014/main" id="{2D4144B7-EF3C-0B4D-5463-4159B91A694A}"/>
                </a:ext>
              </a:extLst>
            </p:cNvPr>
            <p:cNvSpPr/>
            <p:nvPr/>
          </p:nvSpPr>
          <p:spPr>
            <a:xfrm>
              <a:off x="1137046" y="2932825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79" y="322"/>
                  </a:moveTo>
                  <a:cubicBezTo>
                    <a:pt x="882" y="322"/>
                    <a:pt x="1036" y="489"/>
                    <a:pt x="1036" y="679"/>
                  </a:cubicBezTo>
                  <a:cubicBezTo>
                    <a:pt x="1036" y="882"/>
                    <a:pt x="882" y="1036"/>
                    <a:pt x="679" y="1036"/>
                  </a:cubicBezTo>
                  <a:cubicBezTo>
                    <a:pt x="489" y="1036"/>
                    <a:pt x="322" y="870"/>
                    <a:pt x="322" y="679"/>
                  </a:cubicBezTo>
                  <a:cubicBezTo>
                    <a:pt x="322" y="489"/>
                    <a:pt x="489" y="322"/>
                    <a:pt x="679" y="322"/>
                  </a:cubicBezTo>
                  <a:close/>
                  <a:moveTo>
                    <a:pt x="679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60" y="1"/>
                    <a:pt x="6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2928;p93">
              <a:extLst>
                <a:ext uri="{FF2B5EF4-FFF2-40B4-BE49-F238E27FC236}">
                  <a16:creationId xmlns:a16="http://schemas.microsoft.com/office/drawing/2014/main" id="{8E0D4141-E58C-0635-5EA1-014C25D69EBA}"/>
                </a:ext>
              </a:extLst>
            </p:cNvPr>
            <p:cNvSpPr/>
            <p:nvPr/>
          </p:nvSpPr>
          <p:spPr>
            <a:xfrm>
              <a:off x="1080579" y="2932825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91" y="322"/>
                  </a:moveTo>
                  <a:cubicBezTo>
                    <a:pt x="882" y="322"/>
                    <a:pt x="1048" y="489"/>
                    <a:pt x="1048" y="679"/>
                  </a:cubicBezTo>
                  <a:cubicBezTo>
                    <a:pt x="1048" y="882"/>
                    <a:pt x="882" y="1036"/>
                    <a:pt x="691" y="1036"/>
                  </a:cubicBezTo>
                  <a:cubicBezTo>
                    <a:pt x="489" y="1036"/>
                    <a:pt x="334" y="870"/>
                    <a:pt x="334" y="679"/>
                  </a:cubicBezTo>
                  <a:cubicBezTo>
                    <a:pt x="334" y="489"/>
                    <a:pt x="489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72" y="1"/>
                    <a:pt x="6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2929;p93">
              <a:extLst>
                <a:ext uri="{FF2B5EF4-FFF2-40B4-BE49-F238E27FC236}">
                  <a16:creationId xmlns:a16="http://schemas.microsoft.com/office/drawing/2014/main" id="{EFDF5FC1-122E-0853-1169-1FDFAAA1C310}"/>
                </a:ext>
              </a:extLst>
            </p:cNvPr>
            <p:cNvSpPr/>
            <p:nvPr/>
          </p:nvSpPr>
          <p:spPr>
            <a:xfrm>
              <a:off x="879350" y="2949122"/>
              <a:ext cx="187988" cy="10631"/>
            </a:xfrm>
            <a:custGeom>
              <a:avLst/>
              <a:gdLst/>
              <a:ahLst/>
              <a:cxnLst/>
              <a:rect l="l" t="t" r="r" b="b"/>
              <a:pathLst>
                <a:path w="5906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739" y="334"/>
                  </a:lnTo>
                  <a:cubicBezTo>
                    <a:pt x="5834" y="334"/>
                    <a:pt x="5906" y="263"/>
                    <a:pt x="5906" y="167"/>
                  </a:cubicBezTo>
                  <a:cubicBezTo>
                    <a:pt x="5906" y="84"/>
                    <a:pt x="5834" y="1"/>
                    <a:pt x="5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2930;p93">
              <a:extLst>
                <a:ext uri="{FF2B5EF4-FFF2-40B4-BE49-F238E27FC236}">
                  <a16:creationId xmlns:a16="http://schemas.microsoft.com/office/drawing/2014/main" id="{0813A020-A096-5B54-3604-8B2C39A89C6D}"/>
                </a:ext>
              </a:extLst>
            </p:cNvPr>
            <p:cNvSpPr/>
            <p:nvPr/>
          </p:nvSpPr>
          <p:spPr>
            <a:xfrm>
              <a:off x="1137046" y="3050309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79" y="322"/>
                  </a:moveTo>
                  <a:cubicBezTo>
                    <a:pt x="882" y="322"/>
                    <a:pt x="1036" y="489"/>
                    <a:pt x="1036" y="679"/>
                  </a:cubicBezTo>
                  <a:cubicBezTo>
                    <a:pt x="1036" y="882"/>
                    <a:pt x="882" y="1036"/>
                    <a:pt x="679" y="1036"/>
                  </a:cubicBezTo>
                  <a:cubicBezTo>
                    <a:pt x="489" y="1036"/>
                    <a:pt x="322" y="882"/>
                    <a:pt x="322" y="679"/>
                  </a:cubicBezTo>
                  <a:cubicBezTo>
                    <a:pt x="322" y="489"/>
                    <a:pt x="489" y="322"/>
                    <a:pt x="679" y="322"/>
                  </a:cubicBezTo>
                  <a:close/>
                  <a:moveTo>
                    <a:pt x="679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60" y="1"/>
                    <a:pt x="6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2931;p93">
              <a:extLst>
                <a:ext uri="{FF2B5EF4-FFF2-40B4-BE49-F238E27FC236}">
                  <a16:creationId xmlns:a16="http://schemas.microsoft.com/office/drawing/2014/main" id="{6AF321A0-51F0-4767-1647-4634D4885623}"/>
                </a:ext>
              </a:extLst>
            </p:cNvPr>
            <p:cNvSpPr/>
            <p:nvPr/>
          </p:nvSpPr>
          <p:spPr>
            <a:xfrm>
              <a:off x="1080579" y="3050309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91" y="322"/>
                  </a:moveTo>
                  <a:cubicBezTo>
                    <a:pt x="882" y="322"/>
                    <a:pt x="1048" y="489"/>
                    <a:pt x="1048" y="679"/>
                  </a:cubicBezTo>
                  <a:cubicBezTo>
                    <a:pt x="1048" y="882"/>
                    <a:pt x="882" y="1036"/>
                    <a:pt x="691" y="1036"/>
                  </a:cubicBezTo>
                  <a:cubicBezTo>
                    <a:pt x="489" y="1036"/>
                    <a:pt x="334" y="882"/>
                    <a:pt x="334" y="679"/>
                  </a:cubicBezTo>
                  <a:cubicBezTo>
                    <a:pt x="334" y="489"/>
                    <a:pt x="489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10" y="1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310"/>
                    <a:pt x="1072" y="1"/>
                    <a:pt x="6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2932;p93">
              <a:extLst>
                <a:ext uri="{FF2B5EF4-FFF2-40B4-BE49-F238E27FC236}">
                  <a16:creationId xmlns:a16="http://schemas.microsoft.com/office/drawing/2014/main" id="{32AAB70F-0207-D3CA-FE44-E226696A1E6B}"/>
                </a:ext>
              </a:extLst>
            </p:cNvPr>
            <p:cNvSpPr/>
            <p:nvPr/>
          </p:nvSpPr>
          <p:spPr>
            <a:xfrm>
              <a:off x="879350" y="3066988"/>
              <a:ext cx="187988" cy="10249"/>
            </a:xfrm>
            <a:custGeom>
              <a:avLst/>
              <a:gdLst/>
              <a:ahLst/>
              <a:cxnLst/>
              <a:rect l="l" t="t" r="r" b="b"/>
              <a:pathLst>
                <a:path w="590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5739" y="322"/>
                  </a:lnTo>
                  <a:cubicBezTo>
                    <a:pt x="5834" y="322"/>
                    <a:pt x="5906" y="250"/>
                    <a:pt x="5906" y="155"/>
                  </a:cubicBezTo>
                  <a:cubicBezTo>
                    <a:pt x="5906" y="72"/>
                    <a:pt x="5834" y="0"/>
                    <a:pt x="57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2933;p93">
              <a:extLst>
                <a:ext uri="{FF2B5EF4-FFF2-40B4-BE49-F238E27FC236}">
                  <a16:creationId xmlns:a16="http://schemas.microsoft.com/office/drawing/2014/main" id="{36E4DF94-8EBC-899F-D77F-04CDDAEB1E2D}"/>
                </a:ext>
              </a:extLst>
            </p:cNvPr>
            <p:cNvSpPr/>
            <p:nvPr/>
          </p:nvSpPr>
          <p:spPr>
            <a:xfrm>
              <a:off x="1137046" y="3167794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79" y="310"/>
                  </a:moveTo>
                  <a:cubicBezTo>
                    <a:pt x="882" y="310"/>
                    <a:pt x="1036" y="477"/>
                    <a:pt x="1036" y="667"/>
                  </a:cubicBezTo>
                  <a:cubicBezTo>
                    <a:pt x="1036" y="870"/>
                    <a:pt x="882" y="1024"/>
                    <a:pt x="679" y="1024"/>
                  </a:cubicBezTo>
                  <a:cubicBezTo>
                    <a:pt x="489" y="1024"/>
                    <a:pt x="322" y="858"/>
                    <a:pt x="322" y="667"/>
                  </a:cubicBezTo>
                  <a:cubicBezTo>
                    <a:pt x="322" y="477"/>
                    <a:pt x="489" y="310"/>
                    <a:pt x="679" y="310"/>
                  </a:cubicBezTo>
                  <a:close/>
                  <a:moveTo>
                    <a:pt x="679" y="0"/>
                  </a:moveTo>
                  <a:cubicBezTo>
                    <a:pt x="310" y="0"/>
                    <a:pt x="1" y="310"/>
                    <a:pt x="1" y="679"/>
                  </a:cubicBezTo>
                  <a:cubicBezTo>
                    <a:pt x="1" y="1060"/>
                    <a:pt x="310" y="1370"/>
                    <a:pt x="679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298"/>
                    <a:pt x="1060" y="0"/>
                    <a:pt x="6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2934;p93">
              <a:extLst>
                <a:ext uri="{FF2B5EF4-FFF2-40B4-BE49-F238E27FC236}">
                  <a16:creationId xmlns:a16="http://schemas.microsoft.com/office/drawing/2014/main" id="{A8966654-5F1F-EE8B-E146-9D197B63F91A}"/>
                </a:ext>
              </a:extLst>
            </p:cNvPr>
            <p:cNvSpPr/>
            <p:nvPr/>
          </p:nvSpPr>
          <p:spPr>
            <a:xfrm>
              <a:off x="1080579" y="3167794"/>
              <a:ext cx="43607" cy="43607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91" y="310"/>
                  </a:moveTo>
                  <a:cubicBezTo>
                    <a:pt x="882" y="310"/>
                    <a:pt x="1048" y="477"/>
                    <a:pt x="1048" y="667"/>
                  </a:cubicBezTo>
                  <a:cubicBezTo>
                    <a:pt x="1048" y="870"/>
                    <a:pt x="882" y="1024"/>
                    <a:pt x="691" y="1024"/>
                  </a:cubicBezTo>
                  <a:cubicBezTo>
                    <a:pt x="489" y="1024"/>
                    <a:pt x="334" y="858"/>
                    <a:pt x="334" y="667"/>
                  </a:cubicBezTo>
                  <a:cubicBezTo>
                    <a:pt x="334" y="477"/>
                    <a:pt x="489" y="310"/>
                    <a:pt x="691" y="310"/>
                  </a:cubicBezTo>
                  <a:close/>
                  <a:moveTo>
                    <a:pt x="691" y="0"/>
                  </a:moveTo>
                  <a:cubicBezTo>
                    <a:pt x="310" y="0"/>
                    <a:pt x="1" y="310"/>
                    <a:pt x="1" y="679"/>
                  </a:cubicBezTo>
                  <a:cubicBezTo>
                    <a:pt x="1" y="1060"/>
                    <a:pt x="310" y="1370"/>
                    <a:pt x="691" y="1370"/>
                  </a:cubicBezTo>
                  <a:cubicBezTo>
                    <a:pt x="1060" y="1370"/>
                    <a:pt x="1370" y="1060"/>
                    <a:pt x="1370" y="679"/>
                  </a:cubicBezTo>
                  <a:cubicBezTo>
                    <a:pt x="1370" y="298"/>
                    <a:pt x="1072" y="0"/>
                    <a:pt x="6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2935;p93">
              <a:extLst>
                <a:ext uri="{FF2B5EF4-FFF2-40B4-BE49-F238E27FC236}">
                  <a16:creationId xmlns:a16="http://schemas.microsoft.com/office/drawing/2014/main" id="{FA23046C-1E15-2750-3105-5D6D13773E52}"/>
                </a:ext>
              </a:extLst>
            </p:cNvPr>
            <p:cNvSpPr/>
            <p:nvPr/>
          </p:nvSpPr>
          <p:spPr>
            <a:xfrm>
              <a:off x="879350" y="3184473"/>
              <a:ext cx="187988" cy="10249"/>
            </a:xfrm>
            <a:custGeom>
              <a:avLst/>
              <a:gdLst/>
              <a:ahLst/>
              <a:cxnLst/>
              <a:rect l="l" t="t" r="r" b="b"/>
              <a:pathLst>
                <a:path w="590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5739" y="322"/>
                  </a:lnTo>
                  <a:cubicBezTo>
                    <a:pt x="5834" y="322"/>
                    <a:pt x="5906" y="250"/>
                    <a:pt x="5906" y="155"/>
                  </a:cubicBezTo>
                  <a:cubicBezTo>
                    <a:pt x="5906" y="48"/>
                    <a:pt x="5834" y="0"/>
                    <a:pt x="57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2936;p93">
              <a:extLst>
                <a:ext uri="{FF2B5EF4-FFF2-40B4-BE49-F238E27FC236}">
                  <a16:creationId xmlns:a16="http://schemas.microsoft.com/office/drawing/2014/main" id="{D9D67582-96BE-EE43-8553-EC50FA80405A}"/>
                </a:ext>
              </a:extLst>
            </p:cNvPr>
            <p:cNvSpPr/>
            <p:nvPr/>
          </p:nvSpPr>
          <p:spPr>
            <a:xfrm>
              <a:off x="879350" y="3083285"/>
              <a:ext cx="25432" cy="10631"/>
            </a:xfrm>
            <a:custGeom>
              <a:avLst/>
              <a:gdLst/>
              <a:ahLst/>
              <a:cxnLst/>
              <a:rect l="l" t="t" r="r" b="b"/>
              <a:pathLst>
                <a:path w="799" h="334" extrusionOk="0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643" y="334"/>
                  </a:lnTo>
                  <a:cubicBezTo>
                    <a:pt x="727" y="334"/>
                    <a:pt x="798" y="262"/>
                    <a:pt x="798" y="167"/>
                  </a:cubicBezTo>
                  <a:cubicBezTo>
                    <a:pt x="798" y="84"/>
                    <a:pt x="727" y="0"/>
                    <a:pt x="6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8" name="Google Shape;9681;p87">
            <a:extLst>
              <a:ext uri="{FF2B5EF4-FFF2-40B4-BE49-F238E27FC236}">
                <a16:creationId xmlns:a16="http://schemas.microsoft.com/office/drawing/2014/main" id="{C7BA1C56-ADDF-1357-0426-E89640FD717A}"/>
              </a:ext>
            </a:extLst>
          </p:cNvPr>
          <p:cNvGrpSpPr/>
          <p:nvPr/>
        </p:nvGrpSpPr>
        <p:grpSpPr>
          <a:xfrm>
            <a:off x="4333944" y="2851605"/>
            <a:ext cx="358069" cy="317995"/>
            <a:chOff x="3584280" y="3699191"/>
            <a:chExt cx="358069" cy="317995"/>
          </a:xfrm>
          <a:solidFill>
            <a:srgbClr val="FF0000"/>
          </a:solidFill>
        </p:grpSpPr>
        <p:sp>
          <p:nvSpPr>
            <p:cNvPr id="1529" name="Google Shape;9682;p87">
              <a:extLst>
                <a:ext uri="{FF2B5EF4-FFF2-40B4-BE49-F238E27FC236}">
                  <a16:creationId xmlns:a16="http://schemas.microsoft.com/office/drawing/2014/main" id="{F1CEAE59-22B1-D6E2-D83D-B21A394D5D28}"/>
                </a:ext>
              </a:extLst>
            </p:cNvPr>
            <p:cNvSpPr/>
            <p:nvPr/>
          </p:nvSpPr>
          <p:spPr>
            <a:xfrm>
              <a:off x="3584280" y="3699191"/>
              <a:ext cx="358069" cy="317995"/>
            </a:xfrm>
            <a:custGeom>
              <a:avLst/>
              <a:gdLst/>
              <a:ahLst/>
              <a:cxnLst/>
              <a:rect l="l" t="t" r="r" b="b"/>
              <a:pathLst>
                <a:path w="11276" h="10014" extrusionOk="0">
                  <a:moveTo>
                    <a:pt x="5644" y="1"/>
                  </a:moveTo>
                  <a:cubicBezTo>
                    <a:pt x="5203" y="1"/>
                    <a:pt x="4810" y="227"/>
                    <a:pt x="4596" y="620"/>
                  </a:cubicBezTo>
                  <a:lnTo>
                    <a:pt x="822" y="7168"/>
                  </a:lnTo>
                  <a:cubicBezTo>
                    <a:pt x="774" y="7240"/>
                    <a:pt x="798" y="7347"/>
                    <a:pt x="881" y="7395"/>
                  </a:cubicBezTo>
                  <a:cubicBezTo>
                    <a:pt x="903" y="7406"/>
                    <a:pt x="929" y="7411"/>
                    <a:pt x="955" y="7411"/>
                  </a:cubicBezTo>
                  <a:cubicBezTo>
                    <a:pt x="1012" y="7411"/>
                    <a:pt x="1071" y="7384"/>
                    <a:pt x="1096" y="7335"/>
                  </a:cubicBezTo>
                  <a:lnTo>
                    <a:pt x="4882" y="787"/>
                  </a:lnTo>
                  <a:cubicBezTo>
                    <a:pt x="5049" y="513"/>
                    <a:pt x="5322" y="346"/>
                    <a:pt x="5644" y="346"/>
                  </a:cubicBezTo>
                  <a:cubicBezTo>
                    <a:pt x="5953" y="346"/>
                    <a:pt x="6239" y="513"/>
                    <a:pt x="6394" y="787"/>
                  </a:cubicBezTo>
                  <a:lnTo>
                    <a:pt x="10775" y="8359"/>
                  </a:lnTo>
                  <a:cubicBezTo>
                    <a:pt x="10942" y="8621"/>
                    <a:pt x="10942" y="8954"/>
                    <a:pt x="10775" y="9240"/>
                  </a:cubicBezTo>
                  <a:cubicBezTo>
                    <a:pt x="10609" y="9502"/>
                    <a:pt x="10323" y="9669"/>
                    <a:pt x="10013" y="9669"/>
                  </a:cubicBezTo>
                  <a:lnTo>
                    <a:pt x="1262" y="9669"/>
                  </a:lnTo>
                  <a:cubicBezTo>
                    <a:pt x="953" y="9669"/>
                    <a:pt x="667" y="9502"/>
                    <a:pt x="500" y="9240"/>
                  </a:cubicBezTo>
                  <a:cubicBezTo>
                    <a:pt x="346" y="8966"/>
                    <a:pt x="346" y="8645"/>
                    <a:pt x="500" y="8359"/>
                  </a:cubicBezTo>
                  <a:lnTo>
                    <a:pt x="774" y="7895"/>
                  </a:lnTo>
                  <a:cubicBezTo>
                    <a:pt x="822" y="7823"/>
                    <a:pt x="786" y="7716"/>
                    <a:pt x="715" y="7668"/>
                  </a:cubicBezTo>
                  <a:cubicBezTo>
                    <a:pt x="693" y="7657"/>
                    <a:pt x="667" y="7652"/>
                    <a:pt x="641" y="7652"/>
                  </a:cubicBezTo>
                  <a:cubicBezTo>
                    <a:pt x="583" y="7652"/>
                    <a:pt x="521" y="7679"/>
                    <a:pt x="488" y="7728"/>
                  </a:cubicBezTo>
                  <a:lnTo>
                    <a:pt x="227" y="8192"/>
                  </a:lnTo>
                  <a:cubicBezTo>
                    <a:pt x="0" y="8561"/>
                    <a:pt x="0" y="9026"/>
                    <a:pt x="227" y="9395"/>
                  </a:cubicBezTo>
                  <a:cubicBezTo>
                    <a:pt x="441" y="9776"/>
                    <a:pt x="834" y="10014"/>
                    <a:pt x="1262" y="10014"/>
                  </a:cubicBezTo>
                  <a:lnTo>
                    <a:pt x="10013" y="10014"/>
                  </a:lnTo>
                  <a:cubicBezTo>
                    <a:pt x="10442" y="10014"/>
                    <a:pt x="10847" y="9788"/>
                    <a:pt x="11061" y="9395"/>
                  </a:cubicBezTo>
                  <a:cubicBezTo>
                    <a:pt x="11276" y="9026"/>
                    <a:pt x="11276" y="8585"/>
                    <a:pt x="11061" y="8192"/>
                  </a:cubicBezTo>
                  <a:lnTo>
                    <a:pt x="6680" y="620"/>
                  </a:lnTo>
                  <a:cubicBezTo>
                    <a:pt x="6453" y="251"/>
                    <a:pt x="6072" y="1"/>
                    <a:pt x="56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9683;p87">
              <a:extLst>
                <a:ext uri="{FF2B5EF4-FFF2-40B4-BE49-F238E27FC236}">
                  <a16:creationId xmlns:a16="http://schemas.microsoft.com/office/drawing/2014/main" id="{3115B6C0-DD69-F5C3-E385-C7BD690B4177}"/>
                </a:ext>
              </a:extLst>
            </p:cNvPr>
            <p:cNvSpPr/>
            <p:nvPr/>
          </p:nvSpPr>
          <p:spPr>
            <a:xfrm>
              <a:off x="3613400" y="3727167"/>
              <a:ext cx="299831" cy="261661"/>
            </a:xfrm>
            <a:custGeom>
              <a:avLst/>
              <a:gdLst/>
              <a:ahLst/>
              <a:cxnLst/>
              <a:rect l="l" t="t" r="r" b="b"/>
              <a:pathLst>
                <a:path w="9442" h="8240" extrusionOk="0">
                  <a:moveTo>
                    <a:pt x="4727" y="358"/>
                  </a:moveTo>
                  <a:lnTo>
                    <a:pt x="9085" y="7907"/>
                  </a:lnTo>
                  <a:lnTo>
                    <a:pt x="381" y="7907"/>
                  </a:lnTo>
                  <a:lnTo>
                    <a:pt x="4727" y="358"/>
                  </a:lnTo>
                  <a:close/>
                  <a:moveTo>
                    <a:pt x="4727" y="1"/>
                  </a:moveTo>
                  <a:cubicBezTo>
                    <a:pt x="4608" y="1"/>
                    <a:pt x="4501" y="60"/>
                    <a:pt x="4441" y="168"/>
                  </a:cubicBezTo>
                  <a:lnTo>
                    <a:pt x="60" y="7740"/>
                  </a:lnTo>
                  <a:cubicBezTo>
                    <a:pt x="0" y="7847"/>
                    <a:pt x="0" y="7966"/>
                    <a:pt x="60" y="8073"/>
                  </a:cubicBezTo>
                  <a:cubicBezTo>
                    <a:pt x="119" y="8192"/>
                    <a:pt x="226" y="8240"/>
                    <a:pt x="345" y="8240"/>
                  </a:cubicBezTo>
                  <a:lnTo>
                    <a:pt x="9096" y="8240"/>
                  </a:lnTo>
                  <a:cubicBezTo>
                    <a:pt x="9216" y="8240"/>
                    <a:pt x="9323" y="8180"/>
                    <a:pt x="9382" y="8073"/>
                  </a:cubicBezTo>
                  <a:cubicBezTo>
                    <a:pt x="9442" y="7966"/>
                    <a:pt x="9442" y="7847"/>
                    <a:pt x="9382" y="7740"/>
                  </a:cubicBezTo>
                  <a:lnTo>
                    <a:pt x="5001" y="168"/>
                  </a:lnTo>
                  <a:cubicBezTo>
                    <a:pt x="4941" y="60"/>
                    <a:pt x="4846" y="1"/>
                    <a:pt x="47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9684;p87">
              <a:extLst>
                <a:ext uri="{FF2B5EF4-FFF2-40B4-BE49-F238E27FC236}">
                  <a16:creationId xmlns:a16="http://schemas.microsoft.com/office/drawing/2014/main" id="{0CE56D57-6C47-8FB0-2A1E-6B14C64FCCED}"/>
                </a:ext>
              </a:extLst>
            </p:cNvPr>
            <p:cNvSpPr/>
            <p:nvPr/>
          </p:nvSpPr>
          <p:spPr>
            <a:xfrm>
              <a:off x="3735879" y="3910171"/>
              <a:ext cx="54873" cy="54841"/>
            </a:xfrm>
            <a:custGeom>
              <a:avLst/>
              <a:gdLst/>
              <a:ahLst/>
              <a:cxnLst/>
              <a:rect l="l" t="t" r="r" b="b"/>
              <a:pathLst>
                <a:path w="1728" h="1727" extrusionOk="0">
                  <a:moveTo>
                    <a:pt x="870" y="322"/>
                  </a:moveTo>
                  <a:cubicBezTo>
                    <a:pt x="1168" y="322"/>
                    <a:pt x="1406" y="572"/>
                    <a:pt x="1406" y="870"/>
                  </a:cubicBezTo>
                  <a:cubicBezTo>
                    <a:pt x="1406" y="1167"/>
                    <a:pt x="1168" y="1405"/>
                    <a:pt x="870" y="1405"/>
                  </a:cubicBezTo>
                  <a:cubicBezTo>
                    <a:pt x="572" y="1405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0"/>
                  </a:moveTo>
                  <a:cubicBezTo>
                    <a:pt x="394" y="0"/>
                    <a:pt x="1" y="393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3"/>
                    <a:pt x="1346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9685;p87">
              <a:extLst>
                <a:ext uri="{FF2B5EF4-FFF2-40B4-BE49-F238E27FC236}">
                  <a16:creationId xmlns:a16="http://schemas.microsoft.com/office/drawing/2014/main" id="{0051DE69-0678-B7C0-F299-2F15DCC286E0}"/>
                </a:ext>
              </a:extLst>
            </p:cNvPr>
            <p:cNvSpPr/>
            <p:nvPr/>
          </p:nvSpPr>
          <p:spPr>
            <a:xfrm>
              <a:off x="3738896" y="3788422"/>
              <a:ext cx="49188" cy="114604"/>
            </a:xfrm>
            <a:custGeom>
              <a:avLst/>
              <a:gdLst/>
              <a:ahLst/>
              <a:cxnLst/>
              <a:rect l="l" t="t" r="r" b="b"/>
              <a:pathLst>
                <a:path w="1549" h="3609" extrusionOk="0">
                  <a:moveTo>
                    <a:pt x="572" y="1"/>
                  </a:moveTo>
                  <a:cubicBezTo>
                    <a:pt x="263" y="1"/>
                    <a:pt x="1" y="251"/>
                    <a:pt x="1" y="572"/>
                  </a:cubicBezTo>
                  <a:lnTo>
                    <a:pt x="1" y="3037"/>
                  </a:lnTo>
                  <a:cubicBezTo>
                    <a:pt x="1" y="3346"/>
                    <a:pt x="263" y="3608"/>
                    <a:pt x="572" y="3608"/>
                  </a:cubicBezTo>
                  <a:lnTo>
                    <a:pt x="965" y="3608"/>
                  </a:lnTo>
                  <a:cubicBezTo>
                    <a:pt x="1275" y="3608"/>
                    <a:pt x="1549" y="3358"/>
                    <a:pt x="1549" y="3037"/>
                  </a:cubicBezTo>
                  <a:lnTo>
                    <a:pt x="1549" y="1560"/>
                  </a:lnTo>
                  <a:cubicBezTo>
                    <a:pt x="1549" y="1465"/>
                    <a:pt x="1465" y="1394"/>
                    <a:pt x="1382" y="1394"/>
                  </a:cubicBezTo>
                  <a:cubicBezTo>
                    <a:pt x="1287" y="1394"/>
                    <a:pt x="1215" y="1465"/>
                    <a:pt x="1215" y="1560"/>
                  </a:cubicBezTo>
                  <a:lnTo>
                    <a:pt x="1215" y="3037"/>
                  </a:lnTo>
                  <a:cubicBezTo>
                    <a:pt x="1215" y="3168"/>
                    <a:pt x="1108" y="3275"/>
                    <a:pt x="977" y="3275"/>
                  </a:cubicBezTo>
                  <a:lnTo>
                    <a:pt x="584" y="3275"/>
                  </a:lnTo>
                  <a:cubicBezTo>
                    <a:pt x="453" y="3275"/>
                    <a:pt x="346" y="3168"/>
                    <a:pt x="346" y="3037"/>
                  </a:cubicBezTo>
                  <a:lnTo>
                    <a:pt x="346" y="572"/>
                  </a:lnTo>
                  <a:cubicBezTo>
                    <a:pt x="346" y="441"/>
                    <a:pt x="453" y="334"/>
                    <a:pt x="584" y="334"/>
                  </a:cubicBezTo>
                  <a:lnTo>
                    <a:pt x="977" y="334"/>
                  </a:lnTo>
                  <a:cubicBezTo>
                    <a:pt x="1108" y="334"/>
                    <a:pt x="1215" y="441"/>
                    <a:pt x="1215" y="572"/>
                  </a:cubicBezTo>
                  <a:lnTo>
                    <a:pt x="1215" y="906"/>
                  </a:lnTo>
                  <a:cubicBezTo>
                    <a:pt x="1215" y="989"/>
                    <a:pt x="1287" y="1072"/>
                    <a:pt x="1382" y="1072"/>
                  </a:cubicBezTo>
                  <a:cubicBezTo>
                    <a:pt x="1465" y="1072"/>
                    <a:pt x="1549" y="989"/>
                    <a:pt x="1549" y="906"/>
                  </a:cubicBezTo>
                  <a:lnTo>
                    <a:pt x="1549" y="572"/>
                  </a:lnTo>
                  <a:cubicBezTo>
                    <a:pt x="1549" y="263"/>
                    <a:pt x="1287" y="1"/>
                    <a:pt x="9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34" name="Graphic 1533" descr="Move outline">
            <a:extLst>
              <a:ext uri="{FF2B5EF4-FFF2-40B4-BE49-F238E27FC236}">
                <a16:creationId xmlns:a16="http://schemas.microsoft.com/office/drawing/2014/main" id="{5DE0014B-88D9-3708-4B07-80E20FCD0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1586" y="2685171"/>
            <a:ext cx="564690" cy="564690"/>
          </a:xfrm>
          <a:prstGeom prst="rect">
            <a:avLst/>
          </a:prstGeom>
        </p:spPr>
      </p:pic>
      <p:pic>
        <p:nvPicPr>
          <p:cNvPr id="1537" name="Graphic 1536" descr="Door Open outline">
            <a:extLst>
              <a:ext uri="{FF2B5EF4-FFF2-40B4-BE49-F238E27FC236}">
                <a16:creationId xmlns:a16="http://schemas.microsoft.com/office/drawing/2014/main" id="{87EAE96B-004E-DFC4-AB57-8C1949579D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39479" y="3101146"/>
            <a:ext cx="475646" cy="475646"/>
          </a:xfrm>
          <a:prstGeom prst="rect">
            <a:avLst/>
          </a:prstGeom>
        </p:spPr>
      </p:pic>
      <p:pic>
        <p:nvPicPr>
          <p:cNvPr id="1539" name="Graphic 1538" descr="Magnifying glass outline">
            <a:extLst>
              <a:ext uri="{FF2B5EF4-FFF2-40B4-BE49-F238E27FC236}">
                <a16:creationId xmlns:a16="http://schemas.microsoft.com/office/drawing/2014/main" id="{34C4B731-09D7-A0CD-F4D2-85A9BB450F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92867" y="2784873"/>
            <a:ext cx="420682" cy="420682"/>
          </a:xfrm>
          <a:prstGeom prst="rect">
            <a:avLst/>
          </a:prstGeom>
        </p:spPr>
      </p:pic>
      <p:pic>
        <p:nvPicPr>
          <p:cNvPr id="1541" name="Graphic 1540" descr="Cursor outline">
            <a:extLst>
              <a:ext uri="{FF2B5EF4-FFF2-40B4-BE49-F238E27FC236}">
                <a16:creationId xmlns:a16="http://schemas.microsoft.com/office/drawing/2014/main" id="{B38EF41D-F7E5-9999-D539-CB75A1F294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3775" y="3200781"/>
            <a:ext cx="428838" cy="428838"/>
          </a:xfrm>
          <a:prstGeom prst="rect">
            <a:avLst/>
          </a:prstGeom>
        </p:spPr>
      </p:pic>
      <p:pic>
        <p:nvPicPr>
          <p:cNvPr id="1543" name="Graphic 1542" descr="Wave Gesture outline">
            <a:extLst>
              <a:ext uri="{FF2B5EF4-FFF2-40B4-BE49-F238E27FC236}">
                <a16:creationId xmlns:a16="http://schemas.microsoft.com/office/drawing/2014/main" id="{BCC63947-B4CA-9F79-02D3-3E5A9EDBFAA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8183" y="3369262"/>
            <a:ext cx="432094" cy="4320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E55CD53-73CD-FE72-98CD-43D5C7DD1EF2}"/>
                  </a:ext>
                </a:extLst>
              </p14:cNvPr>
              <p14:cNvContentPartPr/>
              <p14:nvPr/>
            </p14:nvContentPartPr>
            <p14:xfrm>
              <a:off x="507999" y="1404937"/>
              <a:ext cx="1038561" cy="1089245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E55CD53-73CD-FE72-98CD-43D5C7DD1EF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0006" y="1386939"/>
                <a:ext cx="1074187" cy="11248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439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6" grpId="0" animBg="1"/>
      <p:bldP spid="1427" grpId="0" animBg="1"/>
      <p:bldP spid="1428" grpId="0" animBg="1"/>
      <p:bldP spid="1429" grpId="0" animBg="1"/>
      <p:bldP spid="57" grpId="0" animBg="1"/>
      <p:bldP spid="1493" grpId="0" animBg="1"/>
      <p:bldP spid="1509" grpId="0" animBg="1"/>
      <p:bldP spid="1513" grpId="0"/>
      <p:bldP spid="15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Map with pin with solid fill">
            <a:extLst>
              <a:ext uri="{FF2B5EF4-FFF2-40B4-BE49-F238E27FC236}">
                <a16:creationId xmlns:a16="http://schemas.microsoft.com/office/drawing/2014/main" id="{FE0D0AAC-8C0D-04AF-20F0-310388048D8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615" r="3615"/>
          <a:stretch>
            <a:fillRect/>
          </a:stretch>
        </p:blipFill>
        <p:spPr/>
      </p:pic>
      <p:sp>
        <p:nvSpPr>
          <p:cNvPr id="14" name="Google Shape;1123;p42">
            <a:extLst>
              <a:ext uri="{FF2B5EF4-FFF2-40B4-BE49-F238E27FC236}">
                <a16:creationId xmlns:a16="http://schemas.microsoft.com/office/drawing/2014/main" id="{1B82A0AF-62DB-F35B-BC36-24F017BCA668}"/>
              </a:ext>
            </a:extLst>
          </p:cNvPr>
          <p:cNvSpPr txBox="1">
            <a:spLocks noGrp="1"/>
          </p:cNvSpPr>
          <p:nvPr/>
        </p:nvSpPr>
        <p:spPr>
          <a:xfrm>
            <a:off x="144379" y="2382566"/>
            <a:ext cx="403056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60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" sz="4000">
                <a:solidFill>
                  <a:srgbClr val="ABAFFF"/>
                </a:solidFill>
              </a:rPr>
              <a:t>What </a:t>
            </a:r>
            <a:r>
              <a:rPr lang="en" sz="4000">
                <a:solidFill>
                  <a:schemeClr val="tx1"/>
                </a:solidFill>
              </a:rPr>
              <a:t>is Active Recon?</a:t>
            </a:r>
          </a:p>
        </p:txBody>
      </p:sp>
      <p:sp>
        <p:nvSpPr>
          <p:cNvPr id="15" name="Google Shape;1124;p42">
            <a:extLst>
              <a:ext uri="{FF2B5EF4-FFF2-40B4-BE49-F238E27FC236}">
                <a16:creationId xmlns:a16="http://schemas.microsoft.com/office/drawing/2014/main" id="{92F21D8D-7A8D-7DFA-A537-DEEAE363F2E0}"/>
              </a:ext>
            </a:extLst>
          </p:cNvPr>
          <p:cNvSpPr txBox="1">
            <a:spLocks noGrp="1"/>
          </p:cNvSpPr>
          <p:nvPr/>
        </p:nvSpPr>
        <p:spPr>
          <a:xfrm>
            <a:off x="548200" y="3303125"/>
            <a:ext cx="36267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6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</a:pPr>
            <a:r>
              <a:rPr lang="en-US"/>
              <a:t>What have we done </a:t>
            </a:r>
            <a:br>
              <a:rPr lang="en-US"/>
            </a:br>
            <a:r>
              <a:rPr lang="en-US"/>
              <a:t>What information have we found</a:t>
            </a:r>
            <a:br>
              <a:rPr lang="en-US"/>
            </a:br>
            <a:r>
              <a:rPr lang="en-US"/>
              <a:t>How can we use this to progress</a:t>
            </a:r>
            <a:endParaRPr/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A6F03883-4A20-80E7-3398-E894EE94AC5D}"/>
              </a:ext>
            </a:extLst>
          </p:cNvPr>
          <p:cNvSpPr txBox="1"/>
          <p:nvPr/>
        </p:nvSpPr>
        <p:spPr>
          <a:xfrm>
            <a:off x="3372426" y="1381382"/>
            <a:ext cx="8024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dk1"/>
                </a:solidFill>
                <a:latin typeface="Space Grotesk"/>
                <a:cs typeface="Space Grotesk"/>
                <a:sym typeface="Space Grotesk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>
          <a:extLst>
            <a:ext uri="{FF2B5EF4-FFF2-40B4-BE49-F238E27FC236}">
              <a16:creationId xmlns:a16="http://schemas.microsoft.com/office/drawing/2014/main" id="{566A4C35-7ACB-587F-6990-0F5F2333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43">
            <a:extLst>
              <a:ext uri="{FF2B5EF4-FFF2-40B4-BE49-F238E27FC236}">
                <a16:creationId xmlns:a16="http://schemas.microsoft.com/office/drawing/2014/main" id="{A8349B0D-02D2-B26B-E25E-BA404F9B77BD}"/>
              </a:ext>
            </a:extLst>
          </p:cNvPr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>
              <a:extLst>
                <a:ext uri="{FF2B5EF4-FFF2-40B4-BE49-F238E27FC236}">
                  <a16:creationId xmlns:a16="http://schemas.microsoft.com/office/drawing/2014/main" id="{6C4C9148-F625-A503-25AD-07945BB0F1E4}"/>
                </a:ext>
              </a:extLst>
            </p:cNvPr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>
              <a:extLst>
                <a:ext uri="{FF2B5EF4-FFF2-40B4-BE49-F238E27FC236}">
                  <a16:creationId xmlns:a16="http://schemas.microsoft.com/office/drawing/2014/main" id="{B4B7DBAA-CB73-3788-9BD3-4775E508F08F}"/>
                </a:ext>
              </a:extLst>
            </p:cNvPr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>
              <a:extLst>
                <a:ext uri="{FF2B5EF4-FFF2-40B4-BE49-F238E27FC236}">
                  <a16:creationId xmlns:a16="http://schemas.microsoft.com/office/drawing/2014/main" id="{9277722B-4ABE-6228-8076-BAA8D35FA275}"/>
                </a:ext>
              </a:extLst>
            </p:cNvPr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>
              <a:extLst>
                <a:ext uri="{FF2B5EF4-FFF2-40B4-BE49-F238E27FC236}">
                  <a16:creationId xmlns:a16="http://schemas.microsoft.com/office/drawing/2014/main" id="{4155EA06-64BF-A84E-D85D-EDBC52EA2E23}"/>
                </a:ext>
              </a:extLst>
            </p:cNvPr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>
              <a:extLst>
                <a:ext uri="{FF2B5EF4-FFF2-40B4-BE49-F238E27FC236}">
                  <a16:creationId xmlns:a16="http://schemas.microsoft.com/office/drawing/2014/main" id="{3CF52DCA-7387-C979-2F5B-25FA0872C582}"/>
                </a:ext>
              </a:extLst>
            </p:cNvPr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>
              <a:extLst>
                <a:ext uri="{FF2B5EF4-FFF2-40B4-BE49-F238E27FC236}">
                  <a16:creationId xmlns:a16="http://schemas.microsoft.com/office/drawing/2014/main" id="{78D9EE47-6109-3919-0AD5-650FE96127A4}"/>
                </a:ext>
              </a:extLst>
            </p:cNvPr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>
              <a:extLst>
                <a:ext uri="{FF2B5EF4-FFF2-40B4-BE49-F238E27FC236}">
                  <a16:creationId xmlns:a16="http://schemas.microsoft.com/office/drawing/2014/main" id="{6E004072-803E-47EA-37E9-FA2D5FCE5A3C}"/>
                </a:ext>
              </a:extLst>
            </p:cNvPr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>
              <a:extLst>
                <a:ext uri="{FF2B5EF4-FFF2-40B4-BE49-F238E27FC236}">
                  <a16:creationId xmlns:a16="http://schemas.microsoft.com/office/drawing/2014/main" id="{CD4B46DA-53A0-E112-2198-93972A615A63}"/>
                </a:ext>
              </a:extLst>
            </p:cNvPr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>
              <a:extLst>
                <a:ext uri="{FF2B5EF4-FFF2-40B4-BE49-F238E27FC236}">
                  <a16:creationId xmlns:a16="http://schemas.microsoft.com/office/drawing/2014/main" id="{644A852C-3961-E20B-7724-F74E5A3BA7A9}"/>
                </a:ext>
              </a:extLst>
            </p:cNvPr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>
              <a:extLst>
                <a:ext uri="{FF2B5EF4-FFF2-40B4-BE49-F238E27FC236}">
                  <a16:creationId xmlns:a16="http://schemas.microsoft.com/office/drawing/2014/main" id="{082B32A3-001A-025D-E172-15A85314C9E4}"/>
                </a:ext>
              </a:extLst>
            </p:cNvPr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134;p43">
            <a:extLst>
              <a:ext uri="{FF2B5EF4-FFF2-40B4-BE49-F238E27FC236}">
                <a16:creationId xmlns:a16="http://schemas.microsoft.com/office/drawing/2014/main" id="{BEF61538-A4E5-C390-DAFA-2B31AC7934AC}"/>
              </a:ext>
            </a:extLst>
          </p:cNvPr>
          <p:cNvGrpSpPr/>
          <p:nvPr/>
        </p:nvGrpSpPr>
        <p:grpSpPr>
          <a:xfrm rot="-5400000">
            <a:off x="53352" y="518873"/>
            <a:ext cx="518768" cy="291386"/>
            <a:chOff x="53350" y="518871"/>
            <a:chExt cx="518768" cy="291386"/>
          </a:xfrm>
        </p:grpSpPr>
        <p:sp>
          <p:nvSpPr>
            <p:cNvPr id="10" name="Google Shape;1135;p43">
              <a:extLst>
                <a:ext uri="{FF2B5EF4-FFF2-40B4-BE49-F238E27FC236}">
                  <a16:creationId xmlns:a16="http://schemas.microsoft.com/office/drawing/2014/main" id="{14A8CD68-1086-7F49-D105-08C60C29FD40}"/>
                </a:ext>
              </a:extLst>
            </p:cNvPr>
            <p:cNvSpPr/>
            <p:nvPr/>
          </p:nvSpPr>
          <p:spPr>
            <a:xfrm>
              <a:off x="53350" y="7207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36;p43">
              <a:extLst>
                <a:ext uri="{FF2B5EF4-FFF2-40B4-BE49-F238E27FC236}">
                  <a16:creationId xmlns:a16="http://schemas.microsoft.com/office/drawing/2014/main" id="{02D62442-A9A0-3249-35DB-8EF618AEF846}"/>
                </a:ext>
              </a:extLst>
            </p:cNvPr>
            <p:cNvSpPr/>
            <p:nvPr/>
          </p:nvSpPr>
          <p:spPr>
            <a:xfrm>
              <a:off x="159349" y="7207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37;p43">
              <a:extLst>
                <a:ext uri="{FF2B5EF4-FFF2-40B4-BE49-F238E27FC236}">
                  <a16:creationId xmlns:a16="http://schemas.microsoft.com/office/drawing/2014/main" id="{358860A3-125F-FB61-778C-DA06B9D5BC87}"/>
                </a:ext>
              </a:extLst>
            </p:cNvPr>
            <p:cNvSpPr/>
            <p:nvPr/>
          </p:nvSpPr>
          <p:spPr>
            <a:xfrm>
              <a:off x="264967" y="7203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38;p43">
              <a:extLst>
                <a:ext uri="{FF2B5EF4-FFF2-40B4-BE49-F238E27FC236}">
                  <a16:creationId xmlns:a16="http://schemas.microsoft.com/office/drawing/2014/main" id="{C3A10C05-224A-D649-837D-AC16D4FCABFC}"/>
                </a:ext>
              </a:extLst>
            </p:cNvPr>
            <p:cNvSpPr/>
            <p:nvPr/>
          </p:nvSpPr>
          <p:spPr>
            <a:xfrm>
              <a:off x="370989" y="7203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39;p43">
              <a:extLst>
                <a:ext uri="{FF2B5EF4-FFF2-40B4-BE49-F238E27FC236}">
                  <a16:creationId xmlns:a16="http://schemas.microsoft.com/office/drawing/2014/main" id="{BEDDC76F-BC9B-A358-AFE1-25A69C4CDB4B}"/>
                </a:ext>
              </a:extLst>
            </p:cNvPr>
            <p:cNvSpPr/>
            <p:nvPr/>
          </p:nvSpPr>
          <p:spPr>
            <a:xfrm>
              <a:off x="482625" y="7203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40;p43">
              <a:extLst>
                <a:ext uri="{FF2B5EF4-FFF2-40B4-BE49-F238E27FC236}">
                  <a16:creationId xmlns:a16="http://schemas.microsoft.com/office/drawing/2014/main" id="{8F4AE344-2A2D-AF88-2DF1-0B95B1A20FA8}"/>
                </a:ext>
              </a:extLst>
            </p:cNvPr>
            <p:cNvSpPr/>
            <p:nvPr/>
          </p:nvSpPr>
          <p:spPr>
            <a:xfrm>
              <a:off x="98445" y="5188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41;p43">
              <a:extLst>
                <a:ext uri="{FF2B5EF4-FFF2-40B4-BE49-F238E27FC236}">
                  <a16:creationId xmlns:a16="http://schemas.microsoft.com/office/drawing/2014/main" id="{8A6A5075-303E-18FE-EDA3-8E63D7F21504}"/>
                </a:ext>
              </a:extLst>
            </p:cNvPr>
            <p:cNvSpPr/>
            <p:nvPr/>
          </p:nvSpPr>
          <p:spPr>
            <a:xfrm>
              <a:off x="204444" y="5188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42;p43">
              <a:extLst>
                <a:ext uri="{FF2B5EF4-FFF2-40B4-BE49-F238E27FC236}">
                  <a16:creationId xmlns:a16="http://schemas.microsoft.com/office/drawing/2014/main" id="{2F1D895B-D455-1632-BC55-AD235E0188CE}"/>
                </a:ext>
              </a:extLst>
            </p:cNvPr>
            <p:cNvSpPr/>
            <p:nvPr/>
          </p:nvSpPr>
          <p:spPr>
            <a:xfrm>
              <a:off x="309693" y="5188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43;p43">
              <a:extLst>
                <a:ext uri="{FF2B5EF4-FFF2-40B4-BE49-F238E27FC236}">
                  <a16:creationId xmlns:a16="http://schemas.microsoft.com/office/drawing/2014/main" id="{0252495A-FA63-B3A4-4125-D1AA218C0641}"/>
                </a:ext>
              </a:extLst>
            </p:cNvPr>
            <p:cNvSpPr/>
            <p:nvPr/>
          </p:nvSpPr>
          <p:spPr>
            <a:xfrm>
              <a:off x="415702" y="5188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44;p43">
              <a:extLst>
                <a:ext uri="{FF2B5EF4-FFF2-40B4-BE49-F238E27FC236}">
                  <a16:creationId xmlns:a16="http://schemas.microsoft.com/office/drawing/2014/main" id="{FC7992FC-4DCC-0E01-5F22-7F54AF199595}"/>
                </a:ext>
              </a:extLst>
            </p:cNvPr>
            <p:cNvSpPr/>
            <p:nvPr/>
          </p:nvSpPr>
          <p:spPr>
            <a:xfrm>
              <a:off x="527371" y="5188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160;p45">
            <a:extLst>
              <a:ext uri="{FF2B5EF4-FFF2-40B4-BE49-F238E27FC236}">
                <a16:creationId xmlns:a16="http://schemas.microsoft.com/office/drawing/2014/main" id="{F0C7E536-D52B-B1E1-2ECC-276EB14BF9E2}"/>
              </a:ext>
            </a:extLst>
          </p:cNvPr>
          <p:cNvSpPr txBox="1">
            <a:spLocks/>
          </p:cNvSpPr>
          <p:nvPr/>
        </p:nvSpPr>
        <p:spPr>
          <a:xfrm>
            <a:off x="593751" y="456641"/>
            <a:ext cx="77261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01 </a:t>
            </a:r>
            <a:r>
              <a:rPr lang="en-US">
                <a:solidFill>
                  <a:srgbClr val="FFFFFF"/>
                </a:solidFill>
              </a:rPr>
              <a:t>– Active Reconnaissance</a:t>
            </a:r>
          </a:p>
        </p:txBody>
      </p:sp>
      <p:sp>
        <p:nvSpPr>
          <p:cNvPr id="6" name="Google Shape;1168;p46">
            <a:extLst>
              <a:ext uri="{FF2B5EF4-FFF2-40B4-BE49-F238E27FC236}">
                <a16:creationId xmlns:a16="http://schemas.microsoft.com/office/drawing/2014/main" id="{B4DA9C71-A623-3830-D0E9-AA3B9C0C5A5D}"/>
              </a:ext>
            </a:extLst>
          </p:cNvPr>
          <p:cNvSpPr/>
          <p:nvPr/>
        </p:nvSpPr>
        <p:spPr>
          <a:xfrm>
            <a:off x="475253" y="1380907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0;p46">
            <a:extLst>
              <a:ext uri="{FF2B5EF4-FFF2-40B4-BE49-F238E27FC236}">
                <a16:creationId xmlns:a16="http://schemas.microsoft.com/office/drawing/2014/main" id="{36E95D78-1671-FDD9-641B-1351F2B771E4}"/>
              </a:ext>
            </a:extLst>
          </p:cNvPr>
          <p:cNvSpPr txBox="1">
            <a:spLocks noGrp="1"/>
          </p:cNvSpPr>
          <p:nvPr/>
        </p:nvSpPr>
        <p:spPr>
          <a:xfrm>
            <a:off x="1185689" y="1380907"/>
            <a:ext cx="55626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tx1"/>
                </a:solidFill>
              </a:rPr>
              <a:t>Active</a:t>
            </a:r>
            <a:r>
              <a:rPr lang="en" sz="2400" b="1">
                <a:solidFill>
                  <a:srgbClr val="ABAFFF"/>
                </a:solidFill>
              </a:rPr>
              <a:t> Reconnaissance</a:t>
            </a:r>
            <a:r>
              <a:rPr lang="en" sz="2400" b="1"/>
              <a:t>:</a:t>
            </a:r>
            <a:endParaRPr sz="2400" b="1"/>
          </a:p>
        </p:txBody>
      </p:sp>
      <p:sp>
        <p:nvSpPr>
          <p:cNvPr id="8" name="Google Shape;1172;p46">
            <a:extLst>
              <a:ext uri="{FF2B5EF4-FFF2-40B4-BE49-F238E27FC236}">
                <a16:creationId xmlns:a16="http://schemas.microsoft.com/office/drawing/2014/main" id="{BB47028A-A041-FB79-2AC7-01C1F801D6C3}"/>
              </a:ext>
            </a:extLst>
          </p:cNvPr>
          <p:cNvSpPr txBox="1">
            <a:spLocks/>
          </p:cNvSpPr>
          <p:nvPr/>
        </p:nvSpPr>
        <p:spPr>
          <a:xfrm>
            <a:off x="1185713" y="1743557"/>
            <a:ext cx="5562600" cy="1125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</a:pPr>
            <a:r>
              <a:rPr lang="en-US" sz="1800">
                <a:solidFill>
                  <a:schemeClr val="tx1"/>
                </a:solidFill>
              </a:rPr>
              <a:t>The process of directly interacting with a target system to gather information, often by sending packets or making requests.</a:t>
            </a:r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9" name="Graphic 15" descr="Network diagram outline">
            <a:extLst>
              <a:ext uri="{FF2B5EF4-FFF2-40B4-BE49-F238E27FC236}">
                <a16:creationId xmlns:a16="http://schemas.microsoft.com/office/drawing/2014/main" id="{0878055C-E757-2457-0D92-63A3C42F8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877" y="1433847"/>
            <a:ext cx="487771" cy="487771"/>
          </a:xfrm>
          <a:prstGeom prst="rect">
            <a:avLst/>
          </a:prstGeom>
        </p:spPr>
      </p:pic>
      <p:sp>
        <p:nvSpPr>
          <p:cNvPr id="20" name="Google Shape;1168;p46">
            <a:extLst>
              <a:ext uri="{FF2B5EF4-FFF2-40B4-BE49-F238E27FC236}">
                <a16:creationId xmlns:a16="http://schemas.microsoft.com/office/drawing/2014/main" id="{9EB9AC52-9F45-5AAC-D42A-2339DFB5F53A}"/>
              </a:ext>
            </a:extLst>
          </p:cNvPr>
          <p:cNvSpPr/>
          <p:nvPr/>
        </p:nvSpPr>
        <p:spPr>
          <a:xfrm>
            <a:off x="445174" y="3102927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170;p46">
            <a:extLst>
              <a:ext uri="{FF2B5EF4-FFF2-40B4-BE49-F238E27FC236}">
                <a16:creationId xmlns:a16="http://schemas.microsoft.com/office/drawing/2014/main" id="{1B461AA4-F164-BE48-B00B-B7C16E02E72C}"/>
              </a:ext>
            </a:extLst>
          </p:cNvPr>
          <p:cNvSpPr txBox="1">
            <a:spLocks noGrp="1"/>
          </p:cNvSpPr>
          <p:nvPr/>
        </p:nvSpPr>
        <p:spPr>
          <a:xfrm>
            <a:off x="1155610" y="3102927"/>
            <a:ext cx="55626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" sz="2400" b="1">
                <a:solidFill>
                  <a:schemeClr val="tx1"/>
                </a:solidFill>
              </a:rPr>
              <a:t>Concepts in </a:t>
            </a:r>
            <a:r>
              <a:rPr lang="en" sz="2400" b="1">
                <a:solidFill>
                  <a:srgbClr val="FF0000"/>
                </a:solidFill>
              </a:rPr>
              <a:t>Active Recon</a:t>
            </a:r>
            <a:r>
              <a:rPr lang="en" sz="2400" b="1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22" name="Google Shape;1172;p46">
            <a:extLst>
              <a:ext uri="{FF2B5EF4-FFF2-40B4-BE49-F238E27FC236}">
                <a16:creationId xmlns:a16="http://schemas.microsoft.com/office/drawing/2014/main" id="{8B223CEF-FF4A-3261-C427-159816B46EFD}"/>
              </a:ext>
            </a:extLst>
          </p:cNvPr>
          <p:cNvSpPr txBox="1">
            <a:spLocks/>
          </p:cNvSpPr>
          <p:nvPr/>
        </p:nvSpPr>
        <p:spPr>
          <a:xfrm>
            <a:off x="1155634" y="3541318"/>
            <a:ext cx="5562600" cy="1125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</a:pPr>
            <a:r>
              <a:rPr lang="en-US" sz="1800">
                <a:solidFill>
                  <a:schemeClr val="tx1"/>
                </a:solidFill>
              </a:rPr>
              <a:t>- Phishing for Victim Info</a:t>
            </a:r>
            <a:endParaRPr lang="en-US">
              <a:solidFill>
                <a:schemeClr val="tx1"/>
              </a:solidFill>
            </a:endParaRPr>
          </a:p>
          <a:p>
            <a:pPr>
              <a:buClrTx/>
            </a:pPr>
            <a:r>
              <a:rPr lang="en-US" sz="1800">
                <a:solidFill>
                  <a:schemeClr val="tx1"/>
                </a:solidFill>
              </a:rPr>
              <a:t>- Scanning for Open Web Subdirectories/Domains</a:t>
            </a:r>
          </a:p>
          <a:p>
            <a:pPr>
              <a:buClrTx/>
            </a:pPr>
            <a:r>
              <a:rPr lang="en-US" sz="1800">
                <a:solidFill>
                  <a:schemeClr val="tx1"/>
                </a:solidFill>
              </a:rPr>
              <a:t>- Scanning for Network Information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23" name="Graphic 15" descr="Network diagram outline">
            <a:extLst>
              <a:ext uri="{FF2B5EF4-FFF2-40B4-BE49-F238E27FC236}">
                <a16:creationId xmlns:a16="http://schemas.microsoft.com/office/drawing/2014/main" id="{465E2167-3560-A19E-5306-6BE85040D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798" y="3155867"/>
            <a:ext cx="487771" cy="48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42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>
          <a:extLst>
            <a:ext uri="{FF2B5EF4-FFF2-40B4-BE49-F238E27FC236}">
              <a16:creationId xmlns:a16="http://schemas.microsoft.com/office/drawing/2014/main" id="{A92ABF71-7165-EAB9-4943-D4F8E89E7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43">
            <a:extLst>
              <a:ext uri="{FF2B5EF4-FFF2-40B4-BE49-F238E27FC236}">
                <a16:creationId xmlns:a16="http://schemas.microsoft.com/office/drawing/2014/main" id="{47F5389D-B5C7-955C-4EF1-02203F7D98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9870" y="2202568"/>
            <a:ext cx="5424260" cy="7383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AFFF"/>
                </a:solidFill>
              </a:rPr>
              <a:t>Active</a:t>
            </a:r>
            <a:r>
              <a:rPr lang="en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rgbClr val="FF0000"/>
                </a:solidFill>
              </a:rPr>
              <a:t>Recon</a:t>
            </a:r>
            <a:r>
              <a:rPr lang="en-US">
                <a:solidFill>
                  <a:schemeClr val="tx1"/>
                </a:solidFill>
              </a:rPr>
              <a:t>naissance</a:t>
            </a:r>
            <a:endParaRPr i="1">
              <a:solidFill>
                <a:schemeClr val="tx1"/>
              </a:solidFill>
            </a:endParaRPr>
          </a:p>
        </p:txBody>
      </p:sp>
      <p:grpSp>
        <p:nvGrpSpPr>
          <p:cNvPr id="1134" name="Google Shape;1134;p43">
            <a:extLst>
              <a:ext uri="{FF2B5EF4-FFF2-40B4-BE49-F238E27FC236}">
                <a16:creationId xmlns:a16="http://schemas.microsoft.com/office/drawing/2014/main" id="{6BC97FCC-9866-040A-D058-A3008942FEC6}"/>
              </a:ext>
            </a:extLst>
          </p:cNvPr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>
              <a:extLst>
                <a:ext uri="{FF2B5EF4-FFF2-40B4-BE49-F238E27FC236}">
                  <a16:creationId xmlns:a16="http://schemas.microsoft.com/office/drawing/2014/main" id="{A6A28C4A-1321-F190-E262-AAADA856BCB6}"/>
                </a:ext>
              </a:extLst>
            </p:cNvPr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>
              <a:extLst>
                <a:ext uri="{FF2B5EF4-FFF2-40B4-BE49-F238E27FC236}">
                  <a16:creationId xmlns:a16="http://schemas.microsoft.com/office/drawing/2014/main" id="{A5C2AE43-514A-A46E-7E9D-C12568B11244}"/>
                </a:ext>
              </a:extLst>
            </p:cNvPr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>
              <a:extLst>
                <a:ext uri="{FF2B5EF4-FFF2-40B4-BE49-F238E27FC236}">
                  <a16:creationId xmlns:a16="http://schemas.microsoft.com/office/drawing/2014/main" id="{EE419831-B42D-7973-6598-7E29B03510E6}"/>
                </a:ext>
              </a:extLst>
            </p:cNvPr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>
              <a:extLst>
                <a:ext uri="{FF2B5EF4-FFF2-40B4-BE49-F238E27FC236}">
                  <a16:creationId xmlns:a16="http://schemas.microsoft.com/office/drawing/2014/main" id="{3BE4097D-5265-F68A-E1A8-E8A7C954CA39}"/>
                </a:ext>
              </a:extLst>
            </p:cNvPr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>
              <a:extLst>
                <a:ext uri="{FF2B5EF4-FFF2-40B4-BE49-F238E27FC236}">
                  <a16:creationId xmlns:a16="http://schemas.microsoft.com/office/drawing/2014/main" id="{8560720F-2E71-7E4C-7079-28CD3A0ED206}"/>
                </a:ext>
              </a:extLst>
            </p:cNvPr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>
              <a:extLst>
                <a:ext uri="{FF2B5EF4-FFF2-40B4-BE49-F238E27FC236}">
                  <a16:creationId xmlns:a16="http://schemas.microsoft.com/office/drawing/2014/main" id="{75772A20-9FDB-DB45-1003-EC5728550835}"/>
                </a:ext>
              </a:extLst>
            </p:cNvPr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>
              <a:extLst>
                <a:ext uri="{FF2B5EF4-FFF2-40B4-BE49-F238E27FC236}">
                  <a16:creationId xmlns:a16="http://schemas.microsoft.com/office/drawing/2014/main" id="{FFF259E2-E482-6D93-9698-DD771D4BE1F3}"/>
                </a:ext>
              </a:extLst>
            </p:cNvPr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>
              <a:extLst>
                <a:ext uri="{FF2B5EF4-FFF2-40B4-BE49-F238E27FC236}">
                  <a16:creationId xmlns:a16="http://schemas.microsoft.com/office/drawing/2014/main" id="{71CBA9E6-C710-CDE7-2407-335AA46E972C}"/>
                </a:ext>
              </a:extLst>
            </p:cNvPr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>
              <a:extLst>
                <a:ext uri="{FF2B5EF4-FFF2-40B4-BE49-F238E27FC236}">
                  <a16:creationId xmlns:a16="http://schemas.microsoft.com/office/drawing/2014/main" id="{8D50948D-38DE-65B0-5D42-A413B6874EC2}"/>
                </a:ext>
              </a:extLst>
            </p:cNvPr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>
              <a:extLst>
                <a:ext uri="{FF2B5EF4-FFF2-40B4-BE49-F238E27FC236}">
                  <a16:creationId xmlns:a16="http://schemas.microsoft.com/office/drawing/2014/main" id="{69EE24A5-981F-6385-7236-1CF5D1FC0D24}"/>
                </a:ext>
              </a:extLst>
            </p:cNvPr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9710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43"/>
          <p:cNvSpPr txBox="1">
            <a:spLocks noGrp="1"/>
          </p:cNvSpPr>
          <p:nvPr>
            <p:ph type="title"/>
          </p:nvPr>
        </p:nvSpPr>
        <p:spPr>
          <a:xfrm>
            <a:off x="5315276" y="2415276"/>
            <a:ext cx="3447374" cy="124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>
                <a:solidFill>
                  <a:schemeClr val="tx1"/>
                </a:solidFill>
              </a:rPr>
              <a:t>Passive vs. Active Recon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32" name="Google Shape;1132;p43"/>
          <p:cNvSpPr txBox="1">
            <a:spLocks noGrp="1"/>
          </p:cNvSpPr>
          <p:nvPr>
            <p:ph type="title" idx="2"/>
          </p:nvPr>
        </p:nvSpPr>
        <p:spPr>
          <a:xfrm>
            <a:off x="5315276" y="1265125"/>
            <a:ext cx="3111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1133" name="Google Shape;1133;p4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/>
          <a:srcRect l="24846" r="24846"/>
          <a:stretch/>
        </p:blipFill>
        <p:spPr>
          <a:xfrm>
            <a:off x="381350" y="474300"/>
            <a:ext cx="4451100" cy="4194900"/>
          </a:xfrm>
          <a:prstGeom prst="snip2DiagRect">
            <a:avLst>
              <a:gd name="adj1" fmla="val 0"/>
              <a:gd name="adj2" fmla="val 16667"/>
            </a:avLst>
          </a:prstGeom>
        </p:spPr>
      </p:pic>
      <p:grpSp>
        <p:nvGrpSpPr>
          <p:cNvPr id="1134" name="Google Shape;1134;p43"/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/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/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/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/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/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/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/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/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/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/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167;p46">
            <a:extLst>
              <a:ext uri="{FF2B5EF4-FFF2-40B4-BE49-F238E27FC236}">
                <a16:creationId xmlns:a16="http://schemas.microsoft.com/office/drawing/2014/main" id="{6A6B7CAF-4AAE-F788-CDFA-A2F54E09AAB7}"/>
              </a:ext>
            </a:extLst>
          </p:cNvPr>
          <p:cNvSpPr/>
          <p:nvPr/>
        </p:nvSpPr>
        <p:spPr>
          <a:xfrm>
            <a:off x="1738570" y="3302763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169;p46">
            <a:extLst>
              <a:ext uri="{FF2B5EF4-FFF2-40B4-BE49-F238E27FC236}">
                <a16:creationId xmlns:a16="http://schemas.microsoft.com/office/drawing/2014/main" id="{11618940-9BD1-9D8E-AAF5-D0C7A4C54342}"/>
              </a:ext>
            </a:extLst>
          </p:cNvPr>
          <p:cNvSpPr txBox="1">
            <a:spLocks noGrp="1"/>
          </p:cNvSpPr>
          <p:nvPr/>
        </p:nvSpPr>
        <p:spPr>
          <a:xfrm>
            <a:off x="720000" y="445025"/>
            <a:ext cx="4872300" cy="595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define it</a:t>
            </a:r>
            <a:endParaRPr/>
          </a:p>
        </p:txBody>
      </p:sp>
      <p:sp>
        <p:nvSpPr>
          <p:cNvPr id="16" name="Google Shape;1171;p46">
            <a:extLst>
              <a:ext uri="{FF2B5EF4-FFF2-40B4-BE49-F238E27FC236}">
                <a16:creationId xmlns:a16="http://schemas.microsoft.com/office/drawing/2014/main" id="{38DEE92B-3DDF-A213-368B-A6756BAB057D}"/>
              </a:ext>
            </a:extLst>
          </p:cNvPr>
          <p:cNvSpPr txBox="1">
            <a:spLocks noGrp="1"/>
          </p:cNvSpPr>
          <p:nvPr/>
        </p:nvSpPr>
        <p:spPr>
          <a:xfrm>
            <a:off x="2449006" y="3305864"/>
            <a:ext cx="6253162" cy="42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How does it differ?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" name="Google Shape;1173;p46">
            <a:extLst>
              <a:ext uri="{FF2B5EF4-FFF2-40B4-BE49-F238E27FC236}">
                <a16:creationId xmlns:a16="http://schemas.microsoft.com/office/drawing/2014/main" id="{C7AC3C83-4DFE-665B-1252-1896AEDCD633}"/>
              </a:ext>
            </a:extLst>
          </p:cNvPr>
          <p:cNvSpPr txBox="1">
            <a:spLocks noGrp="1"/>
          </p:cNvSpPr>
          <p:nvPr/>
        </p:nvSpPr>
        <p:spPr>
          <a:xfrm>
            <a:off x="2449030" y="3732014"/>
            <a:ext cx="5562600" cy="103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-US"/>
              <a:t>Active Scans for open ports, services, and possibly for vulnerabilities using tools like Nmap, Nikto, SQLMap, etc.</a:t>
            </a:r>
          </a:p>
          <a:p>
            <a:pPr marL="0" lvl="0" indent="0"/>
            <a:endParaRPr lang="en-US"/>
          </a:p>
          <a:p>
            <a:pPr marL="0" lvl="0" indent="0"/>
            <a:r>
              <a:rPr lang="en-US"/>
              <a:t>Unlike passive recon, it </a:t>
            </a:r>
            <a:r>
              <a:rPr lang="en-US">
                <a:solidFill>
                  <a:srgbClr val="FF0000"/>
                </a:solidFill>
              </a:rPr>
              <a:t>risks</a:t>
            </a:r>
            <a:r>
              <a:rPr lang="en-US"/>
              <a:t> being </a:t>
            </a:r>
            <a:r>
              <a:rPr lang="en-US">
                <a:solidFill>
                  <a:srgbClr val="FF0000"/>
                </a:solidFill>
              </a:rPr>
              <a:t>detected</a:t>
            </a:r>
            <a:r>
              <a:rPr lang="en-US"/>
              <a:t> by </a:t>
            </a:r>
            <a:r>
              <a:rPr lang="en-US">
                <a:solidFill>
                  <a:srgbClr val="ABAFFF"/>
                </a:solidFill>
              </a:rPr>
              <a:t>defenders</a:t>
            </a:r>
            <a:r>
              <a:rPr lang="en-US"/>
              <a:t>.</a:t>
            </a:r>
          </a:p>
        </p:txBody>
      </p:sp>
      <p:pic>
        <p:nvPicPr>
          <p:cNvPr id="18" name="Graphic 4" descr="Venn diagram outline">
            <a:extLst>
              <a:ext uri="{FF2B5EF4-FFF2-40B4-BE49-F238E27FC236}">
                <a16:creationId xmlns:a16="http://schemas.microsoft.com/office/drawing/2014/main" id="{3B99BB41-229E-B329-47CC-30082DFF0E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2639" y="3346832"/>
            <a:ext cx="507061" cy="507061"/>
          </a:xfrm>
          <a:prstGeom prst="rect">
            <a:avLst/>
          </a:prstGeom>
        </p:spPr>
      </p:pic>
      <p:sp>
        <p:nvSpPr>
          <p:cNvPr id="19" name="Google Shape;1168;p46">
            <a:extLst>
              <a:ext uri="{FF2B5EF4-FFF2-40B4-BE49-F238E27FC236}">
                <a16:creationId xmlns:a16="http://schemas.microsoft.com/office/drawing/2014/main" id="{5C1096FA-9D19-7087-8491-DC2B9104E990}"/>
              </a:ext>
            </a:extLst>
          </p:cNvPr>
          <p:cNvSpPr/>
          <p:nvPr/>
        </p:nvSpPr>
        <p:spPr>
          <a:xfrm>
            <a:off x="460214" y="1388427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170;p46">
            <a:extLst>
              <a:ext uri="{FF2B5EF4-FFF2-40B4-BE49-F238E27FC236}">
                <a16:creationId xmlns:a16="http://schemas.microsoft.com/office/drawing/2014/main" id="{82AB846C-095B-4562-6BFF-8F3B878D5CB3}"/>
              </a:ext>
            </a:extLst>
          </p:cNvPr>
          <p:cNvSpPr txBox="1">
            <a:spLocks noGrp="1"/>
          </p:cNvSpPr>
          <p:nvPr/>
        </p:nvSpPr>
        <p:spPr>
          <a:xfrm>
            <a:off x="1072893" y="1583940"/>
            <a:ext cx="3472114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tx1"/>
                </a:solidFill>
              </a:rPr>
              <a:t>Active</a:t>
            </a:r>
            <a:r>
              <a:rPr lang="en" sz="2400" b="1">
                <a:solidFill>
                  <a:srgbClr val="ABAFFF"/>
                </a:solidFill>
              </a:rPr>
              <a:t> </a:t>
            </a:r>
            <a:r>
              <a:rPr lang="en">
                <a:solidFill>
                  <a:srgbClr val="ABAFFF"/>
                </a:solidFill>
              </a:rPr>
              <a:t>Reconnaissance</a:t>
            </a:r>
            <a:r>
              <a:rPr lang="en" sz="2400" b="1"/>
              <a:t>:</a:t>
            </a:r>
            <a:endParaRPr sz="2400" b="1"/>
          </a:p>
        </p:txBody>
      </p:sp>
      <p:sp>
        <p:nvSpPr>
          <p:cNvPr id="21" name="Google Shape;1172;p46">
            <a:extLst>
              <a:ext uri="{FF2B5EF4-FFF2-40B4-BE49-F238E27FC236}">
                <a16:creationId xmlns:a16="http://schemas.microsoft.com/office/drawing/2014/main" id="{3C4C1ACF-9617-936D-9136-E6EE31B96C70}"/>
              </a:ext>
            </a:extLst>
          </p:cNvPr>
          <p:cNvSpPr txBox="1">
            <a:spLocks/>
          </p:cNvSpPr>
          <p:nvPr/>
        </p:nvSpPr>
        <p:spPr>
          <a:xfrm>
            <a:off x="1072917" y="1946590"/>
            <a:ext cx="3472114" cy="1125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Tx/>
              <a:buFontTx/>
            </a:pPr>
            <a:r>
              <a:rPr lang="en-US" sz="1600">
                <a:solidFill>
                  <a:schemeClr val="tx1"/>
                </a:solidFill>
              </a:rPr>
              <a:t>The process of directly interacting with a target system to gather information, often by sending packets or making requests.</a:t>
            </a:r>
          </a:p>
        </p:txBody>
      </p:sp>
      <p:pic>
        <p:nvPicPr>
          <p:cNvPr id="22" name="Graphic 30" descr="Network diagram outline">
            <a:extLst>
              <a:ext uri="{FF2B5EF4-FFF2-40B4-BE49-F238E27FC236}">
                <a16:creationId xmlns:a16="http://schemas.microsoft.com/office/drawing/2014/main" id="{69E7B629-4E50-AEA4-B4FB-9B3F9AD195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6838" y="1441367"/>
            <a:ext cx="487771" cy="487771"/>
          </a:xfrm>
          <a:prstGeom prst="rect">
            <a:avLst/>
          </a:prstGeom>
        </p:spPr>
      </p:pic>
      <p:sp>
        <p:nvSpPr>
          <p:cNvPr id="23" name="Google Shape;1168;p46">
            <a:extLst>
              <a:ext uri="{FF2B5EF4-FFF2-40B4-BE49-F238E27FC236}">
                <a16:creationId xmlns:a16="http://schemas.microsoft.com/office/drawing/2014/main" id="{5F51C823-5196-F19B-3AD0-A82116054EA5}"/>
              </a:ext>
            </a:extLst>
          </p:cNvPr>
          <p:cNvSpPr/>
          <p:nvPr/>
        </p:nvSpPr>
        <p:spPr>
          <a:xfrm>
            <a:off x="4507838" y="1428031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170;p46">
            <a:extLst>
              <a:ext uri="{FF2B5EF4-FFF2-40B4-BE49-F238E27FC236}">
                <a16:creationId xmlns:a16="http://schemas.microsoft.com/office/drawing/2014/main" id="{B25F823B-4113-0C8F-12C8-A44D1645484C}"/>
              </a:ext>
            </a:extLst>
          </p:cNvPr>
          <p:cNvSpPr txBox="1">
            <a:spLocks/>
          </p:cNvSpPr>
          <p:nvPr/>
        </p:nvSpPr>
        <p:spPr>
          <a:xfrm>
            <a:off x="5120517" y="1623544"/>
            <a:ext cx="3472114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solidFill>
                  <a:schemeClr val="tx1"/>
                </a:solidFill>
              </a:rPr>
              <a:t>Passive </a:t>
            </a:r>
            <a:r>
              <a:rPr lang="en-US">
                <a:solidFill>
                  <a:srgbClr val="ABAFFF"/>
                </a:solidFill>
              </a:rPr>
              <a:t>Reconnaissance</a:t>
            </a:r>
            <a:r>
              <a:rPr lang="en-US"/>
              <a:t>:</a:t>
            </a:r>
          </a:p>
        </p:txBody>
      </p:sp>
      <p:sp>
        <p:nvSpPr>
          <p:cNvPr id="25" name="Google Shape;1172;p46">
            <a:extLst>
              <a:ext uri="{FF2B5EF4-FFF2-40B4-BE49-F238E27FC236}">
                <a16:creationId xmlns:a16="http://schemas.microsoft.com/office/drawing/2014/main" id="{6F892E95-29F9-C31A-0F39-82FAB3E4833D}"/>
              </a:ext>
            </a:extLst>
          </p:cNvPr>
          <p:cNvSpPr txBox="1">
            <a:spLocks/>
          </p:cNvSpPr>
          <p:nvPr/>
        </p:nvSpPr>
        <p:spPr>
          <a:xfrm>
            <a:off x="5120541" y="1986194"/>
            <a:ext cx="3472114" cy="1125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>
                <a:solidFill>
                  <a:schemeClr val="tx1"/>
                </a:solidFill>
              </a:rPr>
              <a:t>The process of gaining information about targeted computers and networks without actively engaging with the systems.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26" name="Graphic 40" descr="Network diagram outline">
            <a:extLst>
              <a:ext uri="{FF2B5EF4-FFF2-40B4-BE49-F238E27FC236}">
                <a16:creationId xmlns:a16="http://schemas.microsoft.com/office/drawing/2014/main" id="{1D268D14-4E45-0164-171E-E487AB949C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4462" y="1480971"/>
            <a:ext cx="487771" cy="48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4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>
          <a:extLst>
            <a:ext uri="{FF2B5EF4-FFF2-40B4-BE49-F238E27FC236}">
              <a16:creationId xmlns:a16="http://schemas.microsoft.com/office/drawing/2014/main" id="{1C6C32DE-73B7-41CB-9E2D-601188B8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43">
            <a:extLst>
              <a:ext uri="{FF2B5EF4-FFF2-40B4-BE49-F238E27FC236}">
                <a16:creationId xmlns:a16="http://schemas.microsoft.com/office/drawing/2014/main" id="{FDC32EC2-A40D-7092-34A6-DFAB30D20FD2}"/>
              </a:ext>
            </a:extLst>
          </p:cNvPr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>
              <a:extLst>
                <a:ext uri="{FF2B5EF4-FFF2-40B4-BE49-F238E27FC236}">
                  <a16:creationId xmlns:a16="http://schemas.microsoft.com/office/drawing/2014/main" id="{EC1D857D-3BE2-899F-7FC4-F5411A679BAD}"/>
                </a:ext>
              </a:extLst>
            </p:cNvPr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>
              <a:extLst>
                <a:ext uri="{FF2B5EF4-FFF2-40B4-BE49-F238E27FC236}">
                  <a16:creationId xmlns:a16="http://schemas.microsoft.com/office/drawing/2014/main" id="{EBCB1EB4-B711-3B89-ED63-BCAAEE0AC467}"/>
                </a:ext>
              </a:extLst>
            </p:cNvPr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>
              <a:extLst>
                <a:ext uri="{FF2B5EF4-FFF2-40B4-BE49-F238E27FC236}">
                  <a16:creationId xmlns:a16="http://schemas.microsoft.com/office/drawing/2014/main" id="{84AAB998-A4EE-C5EF-C3FE-0D1C3066AD0F}"/>
                </a:ext>
              </a:extLst>
            </p:cNvPr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>
              <a:extLst>
                <a:ext uri="{FF2B5EF4-FFF2-40B4-BE49-F238E27FC236}">
                  <a16:creationId xmlns:a16="http://schemas.microsoft.com/office/drawing/2014/main" id="{70BDD0E9-469F-1CE6-B3E3-B0F3892FBA72}"/>
                </a:ext>
              </a:extLst>
            </p:cNvPr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>
              <a:extLst>
                <a:ext uri="{FF2B5EF4-FFF2-40B4-BE49-F238E27FC236}">
                  <a16:creationId xmlns:a16="http://schemas.microsoft.com/office/drawing/2014/main" id="{5B30BE94-F840-2185-5AA6-AB7B83A7913B}"/>
                </a:ext>
              </a:extLst>
            </p:cNvPr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>
              <a:extLst>
                <a:ext uri="{FF2B5EF4-FFF2-40B4-BE49-F238E27FC236}">
                  <a16:creationId xmlns:a16="http://schemas.microsoft.com/office/drawing/2014/main" id="{5D69C7E0-4F63-F970-DCAE-89BD9D9A638F}"/>
                </a:ext>
              </a:extLst>
            </p:cNvPr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>
              <a:extLst>
                <a:ext uri="{FF2B5EF4-FFF2-40B4-BE49-F238E27FC236}">
                  <a16:creationId xmlns:a16="http://schemas.microsoft.com/office/drawing/2014/main" id="{88378E9A-A41F-FAFE-5C3D-77C98877D30B}"/>
                </a:ext>
              </a:extLst>
            </p:cNvPr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>
              <a:extLst>
                <a:ext uri="{FF2B5EF4-FFF2-40B4-BE49-F238E27FC236}">
                  <a16:creationId xmlns:a16="http://schemas.microsoft.com/office/drawing/2014/main" id="{879F1C32-37CB-A697-70C3-285CBF5EC651}"/>
                </a:ext>
              </a:extLst>
            </p:cNvPr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>
              <a:extLst>
                <a:ext uri="{FF2B5EF4-FFF2-40B4-BE49-F238E27FC236}">
                  <a16:creationId xmlns:a16="http://schemas.microsoft.com/office/drawing/2014/main" id="{0E36CF08-80A2-04B6-48AC-7C442977FA80}"/>
                </a:ext>
              </a:extLst>
            </p:cNvPr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>
              <a:extLst>
                <a:ext uri="{FF2B5EF4-FFF2-40B4-BE49-F238E27FC236}">
                  <a16:creationId xmlns:a16="http://schemas.microsoft.com/office/drawing/2014/main" id="{BFD95647-E80D-C8D2-BF8C-984D02740FB7}"/>
                </a:ext>
              </a:extLst>
            </p:cNvPr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131;p43">
            <a:extLst>
              <a:ext uri="{FF2B5EF4-FFF2-40B4-BE49-F238E27FC236}">
                <a16:creationId xmlns:a16="http://schemas.microsoft.com/office/drawing/2014/main" id="{777281EC-549F-E727-77F9-39C85284E2CB}"/>
              </a:ext>
            </a:extLst>
          </p:cNvPr>
          <p:cNvSpPr txBox="1">
            <a:spLocks/>
          </p:cNvSpPr>
          <p:nvPr/>
        </p:nvSpPr>
        <p:spPr>
          <a:xfrm>
            <a:off x="2159712" y="1762476"/>
            <a:ext cx="4824576" cy="887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Now that we know </a:t>
            </a:r>
            <a:r>
              <a:rPr lang="en-US">
                <a:solidFill>
                  <a:srgbClr val="FF0000"/>
                </a:solidFill>
              </a:rPr>
              <a:t>what</a:t>
            </a:r>
            <a:r>
              <a:rPr lang="en-US">
                <a:solidFill>
                  <a:schemeClr val="tx1"/>
                </a:solidFill>
              </a:rPr>
              <a:t> it is</a:t>
            </a:r>
          </a:p>
        </p:txBody>
      </p:sp>
      <p:sp>
        <p:nvSpPr>
          <p:cNvPr id="2" name="Google Shape;1131;p43">
            <a:extLst>
              <a:ext uri="{FF2B5EF4-FFF2-40B4-BE49-F238E27FC236}">
                <a16:creationId xmlns:a16="http://schemas.microsoft.com/office/drawing/2014/main" id="{53D7910E-19A1-4AC4-99BF-021EBD0D406B}"/>
              </a:ext>
            </a:extLst>
          </p:cNvPr>
          <p:cNvSpPr txBox="1">
            <a:spLocks/>
          </p:cNvSpPr>
          <p:nvPr/>
        </p:nvSpPr>
        <p:spPr>
          <a:xfrm>
            <a:off x="2159712" y="3409621"/>
            <a:ext cx="4824576" cy="887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Let’ understand what it “</a:t>
            </a:r>
            <a:r>
              <a:rPr lang="en-US">
                <a:solidFill>
                  <a:srgbClr val="ABAFFF"/>
                </a:solidFill>
              </a:rPr>
              <a:t>looks like</a:t>
            </a:r>
            <a:r>
              <a:rPr lang="en-US">
                <a:solidFill>
                  <a:schemeClr val="tx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199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>
          <a:extLst>
            <a:ext uri="{FF2B5EF4-FFF2-40B4-BE49-F238E27FC236}">
              <a16:creationId xmlns:a16="http://schemas.microsoft.com/office/drawing/2014/main" id="{338AC6E5-102E-5682-F348-C1E97FD83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46">
            <a:extLst>
              <a:ext uri="{FF2B5EF4-FFF2-40B4-BE49-F238E27FC236}">
                <a16:creationId xmlns:a16="http://schemas.microsoft.com/office/drawing/2014/main" id="{C6076741-C186-5B74-F816-C18C8AFA333B}"/>
              </a:ext>
            </a:extLst>
          </p:cNvPr>
          <p:cNvSpPr/>
          <p:nvPr/>
        </p:nvSpPr>
        <p:spPr>
          <a:xfrm>
            <a:off x="4803049" y="1545370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46">
            <a:extLst>
              <a:ext uri="{FF2B5EF4-FFF2-40B4-BE49-F238E27FC236}">
                <a16:creationId xmlns:a16="http://schemas.microsoft.com/office/drawing/2014/main" id="{290BDF12-5DD0-FB28-AC1E-D605D69A4D37}"/>
              </a:ext>
            </a:extLst>
          </p:cNvPr>
          <p:cNvSpPr/>
          <p:nvPr/>
        </p:nvSpPr>
        <p:spPr>
          <a:xfrm>
            <a:off x="572039" y="1550775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46">
            <a:extLst>
              <a:ext uri="{FF2B5EF4-FFF2-40B4-BE49-F238E27FC236}">
                <a16:creationId xmlns:a16="http://schemas.microsoft.com/office/drawing/2014/main" id="{73955809-E646-DCCC-E8A3-2CE1513E54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187" y="397400"/>
            <a:ext cx="6662933" cy="12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 of it like this…</a:t>
            </a:r>
            <a:endParaRPr/>
          </a:p>
        </p:txBody>
      </p:sp>
      <p:sp>
        <p:nvSpPr>
          <p:cNvPr id="1170" name="Google Shape;1170;p46">
            <a:extLst>
              <a:ext uri="{FF2B5EF4-FFF2-40B4-BE49-F238E27FC236}">
                <a16:creationId xmlns:a16="http://schemas.microsoft.com/office/drawing/2014/main" id="{39BA64FE-025F-ECB4-A121-44528BA0F88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2475" y="1611970"/>
            <a:ext cx="2558806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AFFF"/>
                </a:solidFill>
              </a:rPr>
              <a:t>Passive </a:t>
            </a:r>
            <a:r>
              <a:rPr lang="en">
                <a:solidFill>
                  <a:schemeClr val="tx1"/>
                </a:solidFill>
              </a:rPr>
              <a:t>Recon</a:t>
            </a:r>
            <a:r>
              <a:rPr lang="en"/>
              <a:t>:</a:t>
            </a:r>
            <a:endParaRPr/>
          </a:p>
        </p:txBody>
      </p:sp>
      <p:sp>
        <p:nvSpPr>
          <p:cNvPr id="1171" name="Google Shape;1171;p46">
            <a:extLst>
              <a:ext uri="{FF2B5EF4-FFF2-40B4-BE49-F238E27FC236}">
                <a16:creationId xmlns:a16="http://schemas.microsoft.com/office/drawing/2014/main" id="{87BE2E04-7FDD-6418-9462-E3E92B7C6BE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513485" y="1611970"/>
            <a:ext cx="2220139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Active</a:t>
            </a:r>
            <a:r>
              <a:rPr lang="en">
                <a:solidFill>
                  <a:schemeClr val="tx1"/>
                </a:solidFill>
              </a:rPr>
              <a:t> Recon: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9" name="Graphic 8" descr="Eye outline">
            <a:extLst>
              <a:ext uri="{FF2B5EF4-FFF2-40B4-BE49-F238E27FC236}">
                <a16:creationId xmlns:a16="http://schemas.microsoft.com/office/drawing/2014/main" id="{E58346F9-8888-2968-2490-EF3A65B04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039" y="1550170"/>
            <a:ext cx="595200" cy="595200"/>
          </a:xfrm>
          <a:prstGeom prst="rect">
            <a:avLst/>
          </a:prstGeom>
        </p:spPr>
      </p:pic>
      <p:pic>
        <p:nvPicPr>
          <p:cNvPr id="14" name="Graphic 13" descr="Cursor outline">
            <a:extLst>
              <a:ext uri="{FF2B5EF4-FFF2-40B4-BE49-F238E27FC236}">
                <a16:creationId xmlns:a16="http://schemas.microsoft.com/office/drawing/2014/main" id="{8F24B2D5-1308-E3D3-8D6E-653DF599FB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2049" y="1611970"/>
            <a:ext cx="457200" cy="457200"/>
          </a:xfrm>
          <a:prstGeom prst="rect">
            <a:avLst/>
          </a:prstGeom>
        </p:spPr>
      </p:pic>
      <p:pic>
        <p:nvPicPr>
          <p:cNvPr id="4" name="Picture 3" descr="Cartoon a cartoon of a round object&#10;&#10;AI-generated content may be incorrect.">
            <a:extLst>
              <a:ext uri="{FF2B5EF4-FFF2-40B4-BE49-F238E27FC236}">
                <a16:creationId xmlns:a16="http://schemas.microsoft.com/office/drawing/2014/main" id="{8B190574-3D2E-7942-EA44-7EC18B06CD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755" y="2296478"/>
            <a:ext cx="3387090" cy="1800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0FD899-069C-886F-CFF7-8B10DA1F59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7780" y="2297430"/>
            <a:ext cx="2781300" cy="212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" grpId="0" animBg="1"/>
      <p:bldP spid="1168" grpId="0" animBg="1"/>
      <p:bldP spid="1170" grpId="0" build="p"/>
      <p:bldP spid="1171" grpId="0" build="p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>
          <a:extLst>
            <a:ext uri="{FF2B5EF4-FFF2-40B4-BE49-F238E27FC236}">
              <a16:creationId xmlns:a16="http://schemas.microsoft.com/office/drawing/2014/main" id="{4DC84062-ED26-E2C7-3C4B-A9F8ACF6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43">
            <a:extLst>
              <a:ext uri="{FF2B5EF4-FFF2-40B4-BE49-F238E27FC236}">
                <a16:creationId xmlns:a16="http://schemas.microsoft.com/office/drawing/2014/main" id="{EB2FA1A5-C405-B3A3-D963-CF60167BBA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5572" y="2571750"/>
            <a:ext cx="2832028" cy="7043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Nmap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32" name="Google Shape;1132;p43">
            <a:extLst>
              <a:ext uri="{FF2B5EF4-FFF2-40B4-BE49-F238E27FC236}">
                <a16:creationId xmlns:a16="http://schemas.microsoft.com/office/drawing/2014/main" id="{9E6E8AA4-8FB4-82A1-6659-FBDB9AC09ED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5572" y="1455630"/>
            <a:ext cx="3111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1133" name="Google Shape;1133;p43" descr="Eye Scan outline">
            <a:extLst>
              <a:ext uri="{FF2B5EF4-FFF2-40B4-BE49-F238E27FC236}">
                <a16:creationId xmlns:a16="http://schemas.microsoft.com/office/drawing/2014/main" id="{4123F61E-DAFE-D439-72C9-2206CF7F3F5E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878" b="2878"/>
          <a:stretch/>
        </p:blipFill>
        <p:spPr>
          <a:xfrm>
            <a:off x="4324011" y="474300"/>
            <a:ext cx="4451100" cy="4194900"/>
          </a:xfrm>
          <a:prstGeom prst="snip2DiagRect">
            <a:avLst>
              <a:gd name="adj1" fmla="val 0"/>
              <a:gd name="adj2" fmla="val 16667"/>
            </a:avLst>
          </a:prstGeom>
        </p:spPr>
      </p:pic>
      <p:grpSp>
        <p:nvGrpSpPr>
          <p:cNvPr id="1134" name="Google Shape;1134;p43">
            <a:extLst>
              <a:ext uri="{FF2B5EF4-FFF2-40B4-BE49-F238E27FC236}">
                <a16:creationId xmlns:a16="http://schemas.microsoft.com/office/drawing/2014/main" id="{767E193A-A3E8-B95A-B019-C55463B80B8B}"/>
              </a:ext>
            </a:extLst>
          </p:cNvPr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>
              <a:extLst>
                <a:ext uri="{FF2B5EF4-FFF2-40B4-BE49-F238E27FC236}">
                  <a16:creationId xmlns:a16="http://schemas.microsoft.com/office/drawing/2014/main" id="{6A2A1E1A-2469-DE12-BB22-B740C011652A}"/>
                </a:ext>
              </a:extLst>
            </p:cNvPr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>
              <a:extLst>
                <a:ext uri="{FF2B5EF4-FFF2-40B4-BE49-F238E27FC236}">
                  <a16:creationId xmlns:a16="http://schemas.microsoft.com/office/drawing/2014/main" id="{BB378F01-AF54-049F-F8F2-F9A70CFF076F}"/>
                </a:ext>
              </a:extLst>
            </p:cNvPr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>
              <a:extLst>
                <a:ext uri="{FF2B5EF4-FFF2-40B4-BE49-F238E27FC236}">
                  <a16:creationId xmlns:a16="http://schemas.microsoft.com/office/drawing/2014/main" id="{E608FC30-4ACE-7C61-918A-6A5EAFE46C73}"/>
                </a:ext>
              </a:extLst>
            </p:cNvPr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>
              <a:extLst>
                <a:ext uri="{FF2B5EF4-FFF2-40B4-BE49-F238E27FC236}">
                  <a16:creationId xmlns:a16="http://schemas.microsoft.com/office/drawing/2014/main" id="{42478879-06C9-A761-D192-251625E19222}"/>
                </a:ext>
              </a:extLst>
            </p:cNvPr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>
              <a:extLst>
                <a:ext uri="{FF2B5EF4-FFF2-40B4-BE49-F238E27FC236}">
                  <a16:creationId xmlns:a16="http://schemas.microsoft.com/office/drawing/2014/main" id="{0EE13546-05AB-3C33-E895-C64A9BB5B4CA}"/>
                </a:ext>
              </a:extLst>
            </p:cNvPr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>
              <a:extLst>
                <a:ext uri="{FF2B5EF4-FFF2-40B4-BE49-F238E27FC236}">
                  <a16:creationId xmlns:a16="http://schemas.microsoft.com/office/drawing/2014/main" id="{7BD15F9E-2A3D-496D-B8C0-3AE56CC0A41F}"/>
                </a:ext>
              </a:extLst>
            </p:cNvPr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>
              <a:extLst>
                <a:ext uri="{FF2B5EF4-FFF2-40B4-BE49-F238E27FC236}">
                  <a16:creationId xmlns:a16="http://schemas.microsoft.com/office/drawing/2014/main" id="{5EF0EECB-4373-0F76-30BA-22ADA48A6423}"/>
                </a:ext>
              </a:extLst>
            </p:cNvPr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>
              <a:extLst>
                <a:ext uri="{FF2B5EF4-FFF2-40B4-BE49-F238E27FC236}">
                  <a16:creationId xmlns:a16="http://schemas.microsoft.com/office/drawing/2014/main" id="{7DBF6D56-5EF9-7128-DDCE-1ACCEAFB9009}"/>
                </a:ext>
              </a:extLst>
            </p:cNvPr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>
              <a:extLst>
                <a:ext uri="{FF2B5EF4-FFF2-40B4-BE49-F238E27FC236}">
                  <a16:creationId xmlns:a16="http://schemas.microsoft.com/office/drawing/2014/main" id="{BD4CD8D9-FFA9-CE76-5052-88DEF54968BC}"/>
                </a:ext>
              </a:extLst>
            </p:cNvPr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>
              <a:extLst>
                <a:ext uri="{FF2B5EF4-FFF2-40B4-BE49-F238E27FC236}">
                  <a16:creationId xmlns:a16="http://schemas.microsoft.com/office/drawing/2014/main" id="{73A67863-0915-4A95-01A0-D9E0497637D7}"/>
                </a:ext>
              </a:extLst>
            </p:cNvPr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6695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>
          <a:extLst>
            <a:ext uri="{FF2B5EF4-FFF2-40B4-BE49-F238E27FC236}">
              <a16:creationId xmlns:a16="http://schemas.microsoft.com/office/drawing/2014/main" id="{DA155765-7943-458F-F967-D74FB892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43">
            <a:extLst>
              <a:ext uri="{FF2B5EF4-FFF2-40B4-BE49-F238E27FC236}">
                <a16:creationId xmlns:a16="http://schemas.microsoft.com/office/drawing/2014/main" id="{5BDBE5C6-C531-225C-5D47-521B43484B61}"/>
              </a:ext>
            </a:extLst>
          </p:cNvPr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>
              <a:extLst>
                <a:ext uri="{FF2B5EF4-FFF2-40B4-BE49-F238E27FC236}">
                  <a16:creationId xmlns:a16="http://schemas.microsoft.com/office/drawing/2014/main" id="{5FA28B81-040D-DA0A-5DD7-0283B77DA89B}"/>
                </a:ext>
              </a:extLst>
            </p:cNvPr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>
              <a:extLst>
                <a:ext uri="{FF2B5EF4-FFF2-40B4-BE49-F238E27FC236}">
                  <a16:creationId xmlns:a16="http://schemas.microsoft.com/office/drawing/2014/main" id="{5B95BCC0-5627-E1B0-4AFF-AFFAC4EF086D}"/>
                </a:ext>
              </a:extLst>
            </p:cNvPr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>
              <a:extLst>
                <a:ext uri="{FF2B5EF4-FFF2-40B4-BE49-F238E27FC236}">
                  <a16:creationId xmlns:a16="http://schemas.microsoft.com/office/drawing/2014/main" id="{5D860164-3136-562A-24B2-37698358F656}"/>
                </a:ext>
              </a:extLst>
            </p:cNvPr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>
              <a:extLst>
                <a:ext uri="{FF2B5EF4-FFF2-40B4-BE49-F238E27FC236}">
                  <a16:creationId xmlns:a16="http://schemas.microsoft.com/office/drawing/2014/main" id="{39BCCD56-BD5A-0B61-1628-70188AB4699F}"/>
                </a:ext>
              </a:extLst>
            </p:cNvPr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>
              <a:extLst>
                <a:ext uri="{FF2B5EF4-FFF2-40B4-BE49-F238E27FC236}">
                  <a16:creationId xmlns:a16="http://schemas.microsoft.com/office/drawing/2014/main" id="{899780B7-82CA-EE7E-B8DD-127DB39BBD87}"/>
                </a:ext>
              </a:extLst>
            </p:cNvPr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>
              <a:extLst>
                <a:ext uri="{FF2B5EF4-FFF2-40B4-BE49-F238E27FC236}">
                  <a16:creationId xmlns:a16="http://schemas.microsoft.com/office/drawing/2014/main" id="{66E905AD-BDFD-43D7-73FD-604B253A75EC}"/>
                </a:ext>
              </a:extLst>
            </p:cNvPr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>
              <a:extLst>
                <a:ext uri="{FF2B5EF4-FFF2-40B4-BE49-F238E27FC236}">
                  <a16:creationId xmlns:a16="http://schemas.microsoft.com/office/drawing/2014/main" id="{4E214CD7-241F-CA91-0823-EABAA048A658}"/>
                </a:ext>
              </a:extLst>
            </p:cNvPr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>
              <a:extLst>
                <a:ext uri="{FF2B5EF4-FFF2-40B4-BE49-F238E27FC236}">
                  <a16:creationId xmlns:a16="http://schemas.microsoft.com/office/drawing/2014/main" id="{FDC79507-1747-429C-1420-9BBF29DC5C1A}"/>
                </a:ext>
              </a:extLst>
            </p:cNvPr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>
              <a:extLst>
                <a:ext uri="{FF2B5EF4-FFF2-40B4-BE49-F238E27FC236}">
                  <a16:creationId xmlns:a16="http://schemas.microsoft.com/office/drawing/2014/main" id="{63E2CEA4-47AA-6F7C-2A10-B8D254DC3780}"/>
                </a:ext>
              </a:extLst>
            </p:cNvPr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>
              <a:extLst>
                <a:ext uri="{FF2B5EF4-FFF2-40B4-BE49-F238E27FC236}">
                  <a16:creationId xmlns:a16="http://schemas.microsoft.com/office/drawing/2014/main" id="{AF2A84AB-E394-8E16-0981-3B40DA856E84}"/>
                </a:ext>
              </a:extLst>
            </p:cNvPr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160;p45">
            <a:extLst>
              <a:ext uri="{FF2B5EF4-FFF2-40B4-BE49-F238E27FC236}">
                <a16:creationId xmlns:a16="http://schemas.microsoft.com/office/drawing/2014/main" id="{4D026FF0-CBDA-9603-491D-030299CAC17F}"/>
              </a:ext>
            </a:extLst>
          </p:cNvPr>
          <p:cNvSpPr txBox="1">
            <a:spLocks/>
          </p:cNvSpPr>
          <p:nvPr/>
        </p:nvSpPr>
        <p:spPr>
          <a:xfrm>
            <a:off x="593751" y="764950"/>
            <a:ext cx="77261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03 </a:t>
            </a:r>
            <a:r>
              <a:rPr lang="en-US">
                <a:solidFill>
                  <a:srgbClr val="FF0000"/>
                </a:solidFill>
              </a:rPr>
              <a:t>Nmap </a:t>
            </a:r>
            <a:r>
              <a:rPr lang="en-US">
                <a:solidFill>
                  <a:schemeClr val="tx1"/>
                </a:solidFill>
              </a:rPr>
              <a:t>–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Building the Command</a:t>
            </a:r>
          </a:p>
        </p:txBody>
      </p:sp>
      <p:sp>
        <p:nvSpPr>
          <p:cNvPr id="9" name="Google Shape;1161;p45">
            <a:extLst>
              <a:ext uri="{FF2B5EF4-FFF2-40B4-BE49-F238E27FC236}">
                <a16:creationId xmlns:a16="http://schemas.microsoft.com/office/drawing/2014/main" id="{A9D9C345-9B2D-23D9-177D-D84CD0A9D30F}"/>
              </a:ext>
            </a:extLst>
          </p:cNvPr>
          <p:cNvSpPr txBox="1">
            <a:spLocks/>
          </p:cNvSpPr>
          <p:nvPr/>
        </p:nvSpPr>
        <p:spPr>
          <a:xfrm>
            <a:off x="552907" y="1404082"/>
            <a:ext cx="3351581" cy="44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-US" sz="1800"/>
              <a:t>Basic Syntax for </a:t>
            </a:r>
            <a:r>
              <a:rPr lang="en-US" sz="1800">
                <a:solidFill>
                  <a:schemeClr val="tx1"/>
                </a:solidFill>
              </a:rPr>
              <a:t>Nmap</a:t>
            </a:r>
            <a:r>
              <a:rPr lang="en-US" sz="1800"/>
              <a:t> scan: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04000-313C-46FD-9E31-E3AD5F45835C}"/>
              </a:ext>
            </a:extLst>
          </p:cNvPr>
          <p:cNvSpPr txBox="1"/>
          <p:nvPr/>
        </p:nvSpPr>
        <p:spPr>
          <a:xfrm>
            <a:off x="552907" y="1913520"/>
            <a:ext cx="7969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1800" err="1">
                <a:solidFill>
                  <a:schemeClr val="tx1"/>
                </a:solidFill>
              </a:rPr>
              <a:t>kali@desktop</a:t>
            </a:r>
            <a:r>
              <a:rPr lang="en-US" sz="1800">
                <a:solidFill>
                  <a:schemeClr val="tx1"/>
                </a:solidFill>
              </a:rPr>
              <a:t>:</a:t>
            </a:r>
            <a:r>
              <a:rPr lang="en-US" sz="1800"/>
              <a:t>: </a:t>
            </a:r>
            <a:r>
              <a:rPr lang="en-US" sz="1800" err="1">
                <a:solidFill>
                  <a:srgbClr val="00B0F0"/>
                </a:solidFill>
              </a:rPr>
              <a:t>nmap</a:t>
            </a:r>
            <a:r>
              <a:rPr lang="en-US" sz="1800"/>
              <a:t> </a:t>
            </a:r>
            <a:r>
              <a:rPr lang="en-US" sz="1800">
                <a:solidFill>
                  <a:srgbClr val="FF0000"/>
                </a:solidFill>
              </a:rPr>
              <a:t>{Target IP(s)} </a:t>
            </a:r>
            <a:r>
              <a:rPr lang="en-US" sz="1800">
                <a:solidFill>
                  <a:srgbClr val="ABAFFF"/>
                </a:solidFill>
              </a:rPr>
              <a:t>[scan type] </a:t>
            </a:r>
            <a:r>
              <a:rPr lang="en-US" sz="1800">
                <a:solidFill>
                  <a:srgbClr val="00B050"/>
                </a:solidFill>
              </a:rPr>
              <a:t>[options]</a:t>
            </a:r>
          </a:p>
          <a:p>
            <a:pPr marL="0" indent="0"/>
            <a:endParaRPr lang="en-US" sz="180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38254-C6DA-AD3C-50FE-B48F09972F6D}"/>
              </a:ext>
            </a:extLst>
          </p:cNvPr>
          <p:cNvSpPr txBox="1"/>
          <p:nvPr/>
        </p:nvSpPr>
        <p:spPr>
          <a:xfrm>
            <a:off x="552906" y="2495320"/>
            <a:ext cx="81613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1800">
                <a:solidFill>
                  <a:srgbClr val="FF0000"/>
                </a:solidFill>
              </a:rPr>
              <a:t>Target IP(s):  127.0.0.1 </a:t>
            </a:r>
            <a:r>
              <a:rPr lang="en-US" sz="1800">
                <a:solidFill>
                  <a:schemeClr val="tx1"/>
                </a:solidFill>
              </a:rPr>
              <a:t>|</a:t>
            </a:r>
            <a:r>
              <a:rPr lang="en-US" sz="1800">
                <a:solidFill>
                  <a:srgbClr val="FF0000"/>
                </a:solidFill>
              </a:rPr>
              <a:t> 127.0.0.1 192.168.1.5 192.168.1.3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sz="1800">
                <a:solidFill>
                  <a:srgbClr val="FF0000"/>
                </a:solidFill>
              </a:rPr>
              <a:t>192.168.1.0/24</a:t>
            </a:r>
            <a:r>
              <a:rPr lang="en-US" sz="1800">
                <a:solidFill>
                  <a:schemeClr val="tx1"/>
                </a:solidFill>
              </a:rPr>
              <a:t> |</a:t>
            </a:r>
          </a:p>
          <a:p>
            <a:pPr marL="0" indent="0"/>
            <a:endParaRPr lang="en-US" sz="1400">
              <a:solidFill>
                <a:srgbClr val="ABA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62F926-8C65-726A-1809-F6EB328ED15D}"/>
              </a:ext>
            </a:extLst>
          </p:cNvPr>
          <p:cNvSpPr txBox="1"/>
          <p:nvPr/>
        </p:nvSpPr>
        <p:spPr>
          <a:xfrm>
            <a:off x="552906" y="3081028"/>
            <a:ext cx="33515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1800">
                <a:solidFill>
                  <a:srgbClr val="ABAFFF"/>
                </a:solidFill>
              </a:rPr>
              <a:t>Scan Type(s):  </a:t>
            </a:r>
            <a:r>
              <a:rPr lang="en-US" sz="1800">
                <a:solidFill>
                  <a:schemeClr val="tx1"/>
                </a:solidFill>
              </a:rPr>
              <a:t>-</a:t>
            </a:r>
            <a:r>
              <a:rPr lang="en-US" sz="1800" err="1">
                <a:solidFill>
                  <a:srgbClr val="ABAFFF"/>
                </a:solidFill>
              </a:rPr>
              <a:t>sX</a:t>
            </a:r>
            <a:r>
              <a:rPr lang="en-US" sz="1800">
                <a:solidFill>
                  <a:srgbClr val="ABAFFF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-</a:t>
            </a:r>
            <a:r>
              <a:rPr lang="en-US" sz="1800" err="1">
                <a:solidFill>
                  <a:srgbClr val="ABAFFF"/>
                </a:solidFill>
              </a:rPr>
              <a:t>sU</a:t>
            </a:r>
            <a:r>
              <a:rPr lang="en-US" sz="1800">
                <a:solidFill>
                  <a:srgbClr val="ABAFFF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-</a:t>
            </a:r>
            <a:r>
              <a:rPr lang="en-US" sz="1800" err="1">
                <a:solidFill>
                  <a:srgbClr val="ABAFFF"/>
                </a:solidFill>
              </a:rPr>
              <a:t>sS</a:t>
            </a:r>
            <a:r>
              <a:rPr lang="en-US" sz="1800">
                <a:solidFill>
                  <a:schemeClr val="tx1"/>
                </a:solidFill>
              </a:rPr>
              <a:t> |</a:t>
            </a:r>
          </a:p>
          <a:p>
            <a:pPr marL="0" indent="0"/>
            <a:endParaRPr lang="en-US" sz="1800">
              <a:solidFill>
                <a:srgbClr val="00B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D5BAC4-99EF-41CF-F14B-BE406476711D}"/>
              </a:ext>
            </a:extLst>
          </p:cNvPr>
          <p:cNvSpPr txBox="1"/>
          <p:nvPr/>
        </p:nvSpPr>
        <p:spPr>
          <a:xfrm>
            <a:off x="552906" y="3640512"/>
            <a:ext cx="796930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/>
            <a:r>
              <a:rPr lang="en-US" sz="1800">
                <a:solidFill>
                  <a:srgbClr val="00B050"/>
                </a:solidFill>
              </a:rPr>
              <a:t>Options:</a:t>
            </a:r>
            <a:r>
              <a:rPr lang="en-US" sz="1800">
                <a:solidFill>
                  <a:srgbClr val="FF0000"/>
                </a:solidFill>
              </a:rPr>
              <a:t> </a:t>
            </a:r>
            <a:r>
              <a:rPr lang="en-US" sz="1800">
                <a:solidFill>
                  <a:srgbClr val="00B050"/>
                </a:solidFill>
              </a:rPr>
              <a:t>--script=“&lt;</a:t>
            </a:r>
            <a:r>
              <a:rPr lang="en-US" sz="1800" err="1">
                <a:solidFill>
                  <a:srgbClr val="00B050"/>
                </a:solidFill>
              </a:rPr>
              <a:t>scriptName</a:t>
            </a:r>
            <a:r>
              <a:rPr lang="en-US" sz="1800">
                <a:solidFill>
                  <a:srgbClr val="00B050"/>
                </a:solidFill>
              </a:rPr>
              <a:t>&gt;” </a:t>
            </a:r>
            <a:r>
              <a:rPr lang="en-US" sz="1800">
                <a:solidFill>
                  <a:schemeClr val="tx1"/>
                </a:solidFill>
              </a:rPr>
              <a:t>|</a:t>
            </a:r>
            <a:r>
              <a:rPr lang="en-US" sz="1800">
                <a:solidFill>
                  <a:srgbClr val="00B050"/>
                </a:solidFill>
              </a:rPr>
              <a:t> -vv </a:t>
            </a:r>
            <a:r>
              <a:rPr lang="en-US" sz="1800">
                <a:solidFill>
                  <a:schemeClr val="tx1"/>
                </a:solidFill>
              </a:rPr>
              <a:t>|</a:t>
            </a:r>
            <a:r>
              <a:rPr lang="en-US" sz="1800">
                <a:solidFill>
                  <a:srgbClr val="00B050"/>
                </a:solidFill>
              </a:rPr>
              <a:t> -O </a:t>
            </a:r>
            <a:r>
              <a:rPr lang="en-US" sz="1800">
                <a:solidFill>
                  <a:schemeClr val="tx1"/>
                </a:solidFill>
              </a:rPr>
              <a:t>|</a:t>
            </a:r>
            <a:r>
              <a:rPr lang="en-US" sz="1800">
                <a:solidFill>
                  <a:srgbClr val="00B050"/>
                </a:solidFill>
              </a:rPr>
              <a:t> -T1-4 </a:t>
            </a:r>
            <a:r>
              <a:rPr lang="en-US" sz="1800">
                <a:solidFill>
                  <a:schemeClr val="tx1"/>
                </a:solidFill>
              </a:rPr>
              <a:t>|</a:t>
            </a:r>
            <a:r>
              <a:rPr lang="en-US" sz="1800">
                <a:solidFill>
                  <a:srgbClr val="00B050"/>
                </a:solidFill>
              </a:rPr>
              <a:t> -A </a:t>
            </a:r>
            <a:r>
              <a:rPr lang="en-US" sz="1800">
                <a:solidFill>
                  <a:schemeClr val="tx1"/>
                </a:solidFill>
              </a:rPr>
              <a:t>|</a:t>
            </a:r>
            <a:r>
              <a:rPr lang="en-US" sz="1800">
                <a:solidFill>
                  <a:srgbClr val="00B050"/>
                </a:solidFill>
              </a:rPr>
              <a:t> -</a:t>
            </a:r>
            <a:r>
              <a:rPr lang="en-US" sz="1800" err="1">
                <a:solidFill>
                  <a:srgbClr val="00B050"/>
                </a:solidFill>
              </a:rPr>
              <a:t>sV</a:t>
            </a:r>
            <a:r>
              <a:rPr lang="en-US" sz="1800">
                <a:solidFill>
                  <a:srgbClr val="00B050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</a:t>
            </a:r>
            <a:r>
              <a:rPr lang="en-US" sz="1800">
                <a:solidFill>
                  <a:srgbClr val="00B050"/>
                </a:solidFill>
              </a:rPr>
              <a:t> -</a:t>
            </a:r>
            <a:r>
              <a:rPr lang="en-US" sz="1800" err="1">
                <a:solidFill>
                  <a:srgbClr val="00B050"/>
                </a:solidFill>
              </a:rPr>
              <a:t>sC</a:t>
            </a:r>
            <a:r>
              <a:rPr lang="en-US" sz="1800">
                <a:solidFill>
                  <a:srgbClr val="00B050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</a:t>
            </a:r>
            <a:r>
              <a:rPr lang="en-US" sz="1800">
                <a:solidFill>
                  <a:srgbClr val="00B050"/>
                </a:solidFill>
              </a:rPr>
              <a:t> -p-</a:t>
            </a:r>
            <a:r>
              <a:rPr lang="en-US" sz="1800">
                <a:solidFill>
                  <a:schemeClr val="tx1"/>
                </a:solidFill>
              </a:rPr>
              <a:t> |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3CDA2B-730F-9EC7-CA9A-0C728786C3E8}"/>
              </a:ext>
            </a:extLst>
          </p:cNvPr>
          <p:cNvSpPr txBox="1"/>
          <p:nvPr/>
        </p:nvSpPr>
        <p:spPr>
          <a:xfrm>
            <a:off x="1281576" y="4392523"/>
            <a:ext cx="635050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Nmap.org/book/man.html - Full documentation </a:t>
            </a:r>
          </a:p>
        </p:txBody>
      </p:sp>
    </p:spTree>
    <p:extLst>
      <p:ext uri="{BB962C8B-B14F-4D97-AF65-F5344CB8AC3E}">
        <p14:creationId xmlns:p14="http://schemas.microsoft.com/office/powerpoint/2010/main" val="377727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>
          <a:extLst>
            <a:ext uri="{FF2B5EF4-FFF2-40B4-BE49-F238E27FC236}">
              <a16:creationId xmlns:a16="http://schemas.microsoft.com/office/drawing/2014/main" id="{369FA4ED-338A-83D8-67B8-7BCC03BF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43">
            <a:extLst>
              <a:ext uri="{FF2B5EF4-FFF2-40B4-BE49-F238E27FC236}">
                <a16:creationId xmlns:a16="http://schemas.microsoft.com/office/drawing/2014/main" id="{27E36AB3-1D70-2FAA-2C62-7C1380137B8F}"/>
              </a:ext>
            </a:extLst>
          </p:cNvPr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>
              <a:extLst>
                <a:ext uri="{FF2B5EF4-FFF2-40B4-BE49-F238E27FC236}">
                  <a16:creationId xmlns:a16="http://schemas.microsoft.com/office/drawing/2014/main" id="{3D24D0DF-B1B0-5B2A-D292-00C31FE5C2C6}"/>
                </a:ext>
              </a:extLst>
            </p:cNvPr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>
              <a:extLst>
                <a:ext uri="{FF2B5EF4-FFF2-40B4-BE49-F238E27FC236}">
                  <a16:creationId xmlns:a16="http://schemas.microsoft.com/office/drawing/2014/main" id="{AC96AC00-CC29-9319-F768-622361E59D19}"/>
                </a:ext>
              </a:extLst>
            </p:cNvPr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>
              <a:extLst>
                <a:ext uri="{FF2B5EF4-FFF2-40B4-BE49-F238E27FC236}">
                  <a16:creationId xmlns:a16="http://schemas.microsoft.com/office/drawing/2014/main" id="{564D17DF-8184-C895-CD4C-CCC29BD05B2C}"/>
                </a:ext>
              </a:extLst>
            </p:cNvPr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>
              <a:extLst>
                <a:ext uri="{FF2B5EF4-FFF2-40B4-BE49-F238E27FC236}">
                  <a16:creationId xmlns:a16="http://schemas.microsoft.com/office/drawing/2014/main" id="{630F049A-34FA-5224-1513-7E7DD45C13E1}"/>
                </a:ext>
              </a:extLst>
            </p:cNvPr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>
              <a:extLst>
                <a:ext uri="{FF2B5EF4-FFF2-40B4-BE49-F238E27FC236}">
                  <a16:creationId xmlns:a16="http://schemas.microsoft.com/office/drawing/2014/main" id="{BC465917-4E4E-C43F-51F5-1D294689C196}"/>
                </a:ext>
              </a:extLst>
            </p:cNvPr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>
              <a:extLst>
                <a:ext uri="{FF2B5EF4-FFF2-40B4-BE49-F238E27FC236}">
                  <a16:creationId xmlns:a16="http://schemas.microsoft.com/office/drawing/2014/main" id="{B596EEEC-1682-E95E-0B9B-3B0E27B935F2}"/>
                </a:ext>
              </a:extLst>
            </p:cNvPr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>
              <a:extLst>
                <a:ext uri="{FF2B5EF4-FFF2-40B4-BE49-F238E27FC236}">
                  <a16:creationId xmlns:a16="http://schemas.microsoft.com/office/drawing/2014/main" id="{F6573852-5BD4-C88D-2F0B-B8E4BAB29A4B}"/>
                </a:ext>
              </a:extLst>
            </p:cNvPr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>
              <a:extLst>
                <a:ext uri="{FF2B5EF4-FFF2-40B4-BE49-F238E27FC236}">
                  <a16:creationId xmlns:a16="http://schemas.microsoft.com/office/drawing/2014/main" id="{231DCE98-7C1F-B4D9-B20B-2ED94522947E}"/>
                </a:ext>
              </a:extLst>
            </p:cNvPr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>
              <a:extLst>
                <a:ext uri="{FF2B5EF4-FFF2-40B4-BE49-F238E27FC236}">
                  <a16:creationId xmlns:a16="http://schemas.microsoft.com/office/drawing/2014/main" id="{CFA4C30F-4FFA-6974-108F-03C57596299B}"/>
                </a:ext>
              </a:extLst>
            </p:cNvPr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>
              <a:extLst>
                <a:ext uri="{FF2B5EF4-FFF2-40B4-BE49-F238E27FC236}">
                  <a16:creationId xmlns:a16="http://schemas.microsoft.com/office/drawing/2014/main" id="{45B2450D-3614-80E8-3138-B88E5FE83DBE}"/>
                </a:ext>
              </a:extLst>
            </p:cNvPr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 descr="How To Use Nmap To Scan For Open Ports | Blumira">
            <a:extLst>
              <a:ext uri="{FF2B5EF4-FFF2-40B4-BE49-F238E27FC236}">
                <a16:creationId xmlns:a16="http://schemas.microsoft.com/office/drawing/2014/main" id="{0C9B007B-F2F7-5048-A180-58785C6CC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332" y="561574"/>
            <a:ext cx="7389336" cy="387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85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>
          <a:extLst>
            <a:ext uri="{FF2B5EF4-FFF2-40B4-BE49-F238E27FC236}">
              <a16:creationId xmlns:a16="http://schemas.microsoft.com/office/drawing/2014/main" id="{9549784A-BD39-1F14-ED39-A2A452C9D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43">
            <a:extLst>
              <a:ext uri="{FF2B5EF4-FFF2-40B4-BE49-F238E27FC236}">
                <a16:creationId xmlns:a16="http://schemas.microsoft.com/office/drawing/2014/main" id="{FEA71BE0-4DBC-AF5F-AEE7-63DE056426C3}"/>
              </a:ext>
            </a:extLst>
          </p:cNvPr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>
              <a:extLst>
                <a:ext uri="{FF2B5EF4-FFF2-40B4-BE49-F238E27FC236}">
                  <a16:creationId xmlns:a16="http://schemas.microsoft.com/office/drawing/2014/main" id="{4352D744-EE4C-7670-378F-C018C04F9235}"/>
                </a:ext>
              </a:extLst>
            </p:cNvPr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>
              <a:extLst>
                <a:ext uri="{FF2B5EF4-FFF2-40B4-BE49-F238E27FC236}">
                  <a16:creationId xmlns:a16="http://schemas.microsoft.com/office/drawing/2014/main" id="{1E95BB38-2755-6AB7-5459-CA8B5043664D}"/>
                </a:ext>
              </a:extLst>
            </p:cNvPr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>
              <a:extLst>
                <a:ext uri="{FF2B5EF4-FFF2-40B4-BE49-F238E27FC236}">
                  <a16:creationId xmlns:a16="http://schemas.microsoft.com/office/drawing/2014/main" id="{EA4770EF-9A01-01D0-DE66-5F7A04CCC498}"/>
                </a:ext>
              </a:extLst>
            </p:cNvPr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>
              <a:extLst>
                <a:ext uri="{FF2B5EF4-FFF2-40B4-BE49-F238E27FC236}">
                  <a16:creationId xmlns:a16="http://schemas.microsoft.com/office/drawing/2014/main" id="{AD2C6C77-EB19-5275-EB4D-F90AA3EFE794}"/>
                </a:ext>
              </a:extLst>
            </p:cNvPr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>
              <a:extLst>
                <a:ext uri="{FF2B5EF4-FFF2-40B4-BE49-F238E27FC236}">
                  <a16:creationId xmlns:a16="http://schemas.microsoft.com/office/drawing/2014/main" id="{F68AF513-7046-EF32-2EB6-E1EF62156C60}"/>
                </a:ext>
              </a:extLst>
            </p:cNvPr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>
              <a:extLst>
                <a:ext uri="{FF2B5EF4-FFF2-40B4-BE49-F238E27FC236}">
                  <a16:creationId xmlns:a16="http://schemas.microsoft.com/office/drawing/2014/main" id="{5A3DC82C-8383-EEAC-D590-A6DE521ED82D}"/>
                </a:ext>
              </a:extLst>
            </p:cNvPr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>
              <a:extLst>
                <a:ext uri="{FF2B5EF4-FFF2-40B4-BE49-F238E27FC236}">
                  <a16:creationId xmlns:a16="http://schemas.microsoft.com/office/drawing/2014/main" id="{BC19910F-2EA6-441D-EEF1-6615FB6EFFCA}"/>
                </a:ext>
              </a:extLst>
            </p:cNvPr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>
              <a:extLst>
                <a:ext uri="{FF2B5EF4-FFF2-40B4-BE49-F238E27FC236}">
                  <a16:creationId xmlns:a16="http://schemas.microsoft.com/office/drawing/2014/main" id="{0A87A985-4A57-15E5-BEA2-A8692CB56AAB}"/>
                </a:ext>
              </a:extLst>
            </p:cNvPr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>
              <a:extLst>
                <a:ext uri="{FF2B5EF4-FFF2-40B4-BE49-F238E27FC236}">
                  <a16:creationId xmlns:a16="http://schemas.microsoft.com/office/drawing/2014/main" id="{378076DA-F02A-5A58-D9EA-AD9C9BFDE2DD}"/>
                </a:ext>
              </a:extLst>
            </p:cNvPr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>
              <a:extLst>
                <a:ext uri="{FF2B5EF4-FFF2-40B4-BE49-F238E27FC236}">
                  <a16:creationId xmlns:a16="http://schemas.microsoft.com/office/drawing/2014/main" id="{B71BA6F7-339E-7A2E-1C67-E51EA1C75F8F}"/>
                </a:ext>
              </a:extLst>
            </p:cNvPr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160;p45">
            <a:extLst>
              <a:ext uri="{FF2B5EF4-FFF2-40B4-BE49-F238E27FC236}">
                <a16:creationId xmlns:a16="http://schemas.microsoft.com/office/drawing/2014/main" id="{A15ECF96-76D4-2959-D16C-BF2125EE4A00}"/>
              </a:ext>
            </a:extLst>
          </p:cNvPr>
          <p:cNvSpPr txBox="1">
            <a:spLocks/>
          </p:cNvSpPr>
          <p:nvPr/>
        </p:nvSpPr>
        <p:spPr>
          <a:xfrm>
            <a:off x="593751" y="764950"/>
            <a:ext cx="77261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03 </a:t>
            </a:r>
            <a:r>
              <a:rPr lang="en-US">
                <a:solidFill>
                  <a:srgbClr val="FF0000"/>
                </a:solidFill>
              </a:rPr>
              <a:t>Nmap </a:t>
            </a:r>
            <a:r>
              <a:rPr lang="en-US">
                <a:solidFill>
                  <a:schemeClr val="tx1"/>
                </a:solidFill>
              </a:rPr>
              <a:t>–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Test Your Knowledge</a:t>
            </a:r>
          </a:p>
        </p:txBody>
      </p:sp>
      <p:sp>
        <p:nvSpPr>
          <p:cNvPr id="9" name="Google Shape;1161;p45">
            <a:extLst>
              <a:ext uri="{FF2B5EF4-FFF2-40B4-BE49-F238E27FC236}">
                <a16:creationId xmlns:a16="http://schemas.microsoft.com/office/drawing/2014/main" id="{BC71095B-1A66-907D-1301-1AD526C513FF}"/>
              </a:ext>
            </a:extLst>
          </p:cNvPr>
          <p:cNvSpPr txBox="1">
            <a:spLocks/>
          </p:cNvSpPr>
          <p:nvPr/>
        </p:nvSpPr>
        <p:spPr>
          <a:xfrm>
            <a:off x="552907" y="1404082"/>
            <a:ext cx="3516173" cy="44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-US" sz="1800"/>
              <a:t>Tell me what these scans do: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8F6A52-1725-6CA0-19A4-8546F3234052}"/>
              </a:ext>
            </a:extLst>
          </p:cNvPr>
          <p:cNvSpPr txBox="1"/>
          <p:nvPr/>
        </p:nvSpPr>
        <p:spPr>
          <a:xfrm>
            <a:off x="552907" y="1913520"/>
            <a:ext cx="796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1800" err="1">
                <a:solidFill>
                  <a:schemeClr val="tx1"/>
                </a:solidFill>
              </a:rPr>
              <a:t>kali@desktop</a:t>
            </a:r>
            <a:r>
              <a:rPr lang="en-US" sz="1800">
                <a:solidFill>
                  <a:schemeClr val="tx1"/>
                </a:solidFill>
              </a:rPr>
              <a:t>: </a:t>
            </a:r>
            <a:r>
              <a:rPr lang="en-US" sz="1800" err="1">
                <a:solidFill>
                  <a:schemeClr val="tx1"/>
                </a:solidFill>
              </a:rPr>
              <a:t>nmap</a:t>
            </a:r>
            <a:r>
              <a:rPr lang="en-US" sz="1800">
                <a:solidFill>
                  <a:schemeClr val="tx1"/>
                </a:solidFill>
              </a:rPr>
              <a:t> 192.168.1.20 -p 80,443,22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0C88A-7B51-2A44-165C-EBEA6F5408E6}"/>
              </a:ext>
            </a:extLst>
          </p:cNvPr>
          <p:cNvSpPr txBox="1"/>
          <p:nvPr/>
        </p:nvSpPr>
        <p:spPr>
          <a:xfrm>
            <a:off x="552906" y="3081028"/>
            <a:ext cx="69726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1800" err="1">
                <a:solidFill>
                  <a:schemeClr val="tx1"/>
                </a:solidFill>
              </a:rPr>
              <a:t>kali@desktop</a:t>
            </a:r>
            <a:r>
              <a:rPr lang="en-US" sz="1800">
                <a:solidFill>
                  <a:schemeClr val="tx1"/>
                </a:solidFill>
              </a:rPr>
              <a:t>: </a:t>
            </a:r>
            <a:r>
              <a:rPr lang="en-US" sz="1800" err="1">
                <a:solidFill>
                  <a:schemeClr val="tx1"/>
                </a:solidFill>
              </a:rPr>
              <a:t>nmap</a:t>
            </a:r>
            <a:r>
              <a:rPr lang="en-US" sz="1800">
                <a:solidFill>
                  <a:schemeClr val="tx1"/>
                </a:solidFill>
              </a:rPr>
              <a:t> 192.168.1.0/24 –</a:t>
            </a:r>
            <a:r>
              <a:rPr lang="en-US" sz="1800" err="1">
                <a:solidFill>
                  <a:schemeClr val="tx1"/>
                </a:solidFill>
              </a:rPr>
              <a:t>sn</a:t>
            </a:r>
            <a:r>
              <a:rPr lang="en-US" sz="1800">
                <a:solidFill>
                  <a:schemeClr val="tx1"/>
                </a:solidFill>
              </a:rPr>
              <a:t> –T4 -n</a:t>
            </a:r>
          </a:p>
          <a:p>
            <a:pPr marL="0" indent="0"/>
            <a:endParaRPr lang="en-US" sz="180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04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>
          <a:extLst>
            <a:ext uri="{FF2B5EF4-FFF2-40B4-BE49-F238E27FC236}">
              <a16:creationId xmlns:a16="http://schemas.microsoft.com/office/drawing/2014/main" id="{6ADB37B6-82E8-309E-41F2-B0542F21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43">
            <a:extLst>
              <a:ext uri="{FF2B5EF4-FFF2-40B4-BE49-F238E27FC236}">
                <a16:creationId xmlns:a16="http://schemas.microsoft.com/office/drawing/2014/main" id="{3B91AA08-F849-4F73-D628-A37363D43749}"/>
              </a:ext>
            </a:extLst>
          </p:cNvPr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>
              <a:extLst>
                <a:ext uri="{FF2B5EF4-FFF2-40B4-BE49-F238E27FC236}">
                  <a16:creationId xmlns:a16="http://schemas.microsoft.com/office/drawing/2014/main" id="{83E29121-E92A-CB67-C756-96C56172D7C6}"/>
                </a:ext>
              </a:extLst>
            </p:cNvPr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>
              <a:extLst>
                <a:ext uri="{FF2B5EF4-FFF2-40B4-BE49-F238E27FC236}">
                  <a16:creationId xmlns:a16="http://schemas.microsoft.com/office/drawing/2014/main" id="{5BD32D6F-0A9E-7E7C-81AB-CDED1AF6D34B}"/>
                </a:ext>
              </a:extLst>
            </p:cNvPr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>
              <a:extLst>
                <a:ext uri="{FF2B5EF4-FFF2-40B4-BE49-F238E27FC236}">
                  <a16:creationId xmlns:a16="http://schemas.microsoft.com/office/drawing/2014/main" id="{6DE40713-7F15-8E81-553D-8469D89688C5}"/>
                </a:ext>
              </a:extLst>
            </p:cNvPr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>
              <a:extLst>
                <a:ext uri="{FF2B5EF4-FFF2-40B4-BE49-F238E27FC236}">
                  <a16:creationId xmlns:a16="http://schemas.microsoft.com/office/drawing/2014/main" id="{7C406113-9123-9729-AE52-8E1A9D283FA0}"/>
                </a:ext>
              </a:extLst>
            </p:cNvPr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>
              <a:extLst>
                <a:ext uri="{FF2B5EF4-FFF2-40B4-BE49-F238E27FC236}">
                  <a16:creationId xmlns:a16="http://schemas.microsoft.com/office/drawing/2014/main" id="{520A4565-E9EC-18FF-CF7F-AB14F414293D}"/>
                </a:ext>
              </a:extLst>
            </p:cNvPr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>
              <a:extLst>
                <a:ext uri="{FF2B5EF4-FFF2-40B4-BE49-F238E27FC236}">
                  <a16:creationId xmlns:a16="http://schemas.microsoft.com/office/drawing/2014/main" id="{EA273A94-0A60-AF31-9E6D-9B4549562D7D}"/>
                </a:ext>
              </a:extLst>
            </p:cNvPr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>
              <a:extLst>
                <a:ext uri="{FF2B5EF4-FFF2-40B4-BE49-F238E27FC236}">
                  <a16:creationId xmlns:a16="http://schemas.microsoft.com/office/drawing/2014/main" id="{F11544B4-D1AA-F21B-0DBF-E72F8FFC717D}"/>
                </a:ext>
              </a:extLst>
            </p:cNvPr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>
              <a:extLst>
                <a:ext uri="{FF2B5EF4-FFF2-40B4-BE49-F238E27FC236}">
                  <a16:creationId xmlns:a16="http://schemas.microsoft.com/office/drawing/2014/main" id="{C517C899-360D-7D70-2C39-0B79E29D6BEA}"/>
                </a:ext>
              </a:extLst>
            </p:cNvPr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>
              <a:extLst>
                <a:ext uri="{FF2B5EF4-FFF2-40B4-BE49-F238E27FC236}">
                  <a16:creationId xmlns:a16="http://schemas.microsoft.com/office/drawing/2014/main" id="{CB39B64B-1801-172B-7E81-4CB24DF52AA5}"/>
                </a:ext>
              </a:extLst>
            </p:cNvPr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>
              <a:extLst>
                <a:ext uri="{FF2B5EF4-FFF2-40B4-BE49-F238E27FC236}">
                  <a16:creationId xmlns:a16="http://schemas.microsoft.com/office/drawing/2014/main" id="{C869CF5F-2A76-F498-1107-DCCDBD5F0940}"/>
                </a:ext>
              </a:extLst>
            </p:cNvPr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160;p45">
            <a:extLst>
              <a:ext uri="{FF2B5EF4-FFF2-40B4-BE49-F238E27FC236}">
                <a16:creationId xmlns:a16="http://schemas.microsoft.com/office/drawing/2014/main" id="{3F0D1EB7-AE00-2285-E29C-29C216A0BD6E}"/>
              </a:ext>
            </a:extLst>
          </p:cNvPr>
          <p:cNvSpPr txBox="1">
            <a:spLocks/>
          </p:cNvSpPr>
          <p:nvPr/>
        </p:nvSpPr>
        <p:spPr>
          <a:xfrm>
            <a:off x="593751" y="764950"/>
            <a:ext cx="77261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ace Grotesk"/>
              <a:buNone/>
              <a:defRPr sz="35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/>
              <a:t>03 </a:t>
            </a:r>
            <a:r>
              <a:rPr lang="en-US">
                <a:solidFill>
                  <a:srgbClr val="FF0000"/>
                </a:solidFill>
              </a:rPr>
              <a:t>Nmap </a:t>
            </a:r>
            <a:r>
              <a:rPr lang="en-US">
                <a:solidFill>
                  <a:schemeClr val="tx1"/>
                </a:solidFill>
              </a:rPr>
              <a:t>–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Test Your Knowledge 2</a:t>
            </a:r>
          </a:p>
        </p:txBody>
      </p:sp>
      <p:sp>
        <p:nvSpPr>
          <p:cNvPr id="9" name="Google Shape;1161;p45">
            <a:extLst>
              <a:ext uri="{FF2B5EF4-FFF2-40B4-BE49-F238E27FC236}">
                <a16:creationId xmlns:a16="http://schemas.microsoft.com/office/drawing/2014/main" id="{8E9CB789-4301-E4FD-3179-47AFED937F0C}"/>
              </a:ext>
            </a:extLst>
          </p:cNvPr>
          <p:cNvSpPr txBox="1">
            <a:spLocks/>
          </p:cNvSpPr>
          <p:nvPr/>
        </p:nvSpPr>
        <p:spPr>
          <a:xfrm>
            <a:off x="552907" y="1404082"/>
            <a:ext cx="3516173" cy="44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-US" sz="1800"/>
              <a:t>Tell me what these scans do: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637254-AC43-2B7E-CB9E-FC340DCDB78E}"/>
              </a:ext>
            </a:extLst>
          </p:cNvPr>
          <p:cNvSpPr txBox="1"/>
          <p:nvPr/>
        </p:nvSpPr>
        <p:spPr>
          <a:xfrm>
            <a:off x="552907" y="1913520"/>
            <a:ext cx="796930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/>
            <a:r>
              <a:rPr lang="en-US" sz="1800" err="1">
                <a:solidFill>
                  <a:schemeClr val="tx1"/>
                </a:solidFill>
              </a:rPr>
              <a:t>kali@desktop</a:t>
            </a:r>
            <a:r>
              <a:rPr lang="en-US" sz="1800">
                <a:solidFill>
                  <a:schemeClr val="tx1"/>
                </a:solidFill>
              </a:rPr>
              <a:t>: </a:t>
            </a:r>
            <a:r>
              <a:rPr lang="en-US" sz="1800" err="1">
                <a:solidFill>
                  <a:schemeClr val="tx1"/>
                </a:solidFill>
              </a:rPr>
              <a:t>nmap</a:t>
            </a:r>
            <a:r>
              <a:rPr lang="en-US" sz="1800">
                <a:solidFill>
                  <a:schemeClr val="tx1"/>
                </a:solidFill>
              </a:rPr>
              <a:t> 192.168.1.5-150 –v –</a:t>
            </a:r>
            <a:r>
              <a:rPr lang="en-US" sz="1800" err="1">
                <a:solidFill>
                  <a:schemeClr val="tx1"/>
                </a:solidFill>
              </a:rPr>
              <a:t>sV</a:t>
            </a:r>
            <a:r>
              <a:rPr lang="en-US" sz="1800">
                <a:solidFill>
                  <a:schemeClr val="tx1"/>
                </a:solidFill>
              </a:rPr>
              <a:t> –F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79AA5E-DD6C-6BCB-DB17-A18DACAFB6E6}"/>
              </a:ext>
            </a:extLst>
          </p:cNvPr>
          <p:cNvSpPr txBox="1"/>
          <p:nvPr/>
        </p:nvSpPr>
        <p:spPr>
          <a:xfrm>
            <a:off x="552906" y="3110981"/>
            <a:ext cx="697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1800" err="1">
                <a:solidFill>
                  <a:schemeClr val="tx1"/>
                </a:solidFill>
              </a:rPr>
              <a:t>kali@desktop</a:t>
            </a:r>
            <a:r>
              <a:rPr lang="en-US" sz="1800">
                <a:solidFill>
                  <a:schemeClr val="tx1"/>
                </a:solidFill>
              </a:rPr>
              <a:t>: </a:t>
            </a:r>
            <a:r>
              <a:rPr lang="en-US" sz="1800" err="1">
                <a:solidFill>
                  <a:schemeClr val="tx1"/>
                </a:solidFill>
              </a:rPr>
              <a:t>nmap</a:t>
            </a:r>
            <a:r>
              <a:rPr lang="en-US" sz="1800">
                <a:solidFill>
                  <a:schemeClr val="tx1"/>
                </a:solidFill>
              </a:rPr>
              <a:t> 127.0.0.1 -</a:t>
            </a:r>
            <a:r>
              <a:rPr lang="en-US" sz="1800" err="1">
                <a:solidFill>
                  <a:schemeClr val="tx1"/>
                </a:solidFill>
              </a:rPr>
              <a:t>sV</a:t>
            </a:r>
            <a:r>
              <a:rPr lang="en-US" sz="1800">
                <a:solidFill>
                  <a:schemeClr val="tx1"/>
                </a:solidFill>
              </a:rPr>
              <a:t> -O -</a:t>
            </a:r>
            <a:r>
              <a:rPr lang="en-US" sz="1800" err="1">
                <a:solidFill>
                  <a:schemeClr val="tx1"/>
                </a:solidFill>
              </a:rPr>
              <a:t>vV</a:t>
            </a:r>
            <a:r>
              <a:rPr lang="en-US" sz="1800">
                <a:solidFill>
                  <a:schemeClr val="tx1"/>
                </a:solidFill>
              </a:rPr>
              <a:t> -A -F --script=vuln</a:t>
            </a:r>
          </a:p>
        </p:txBody>
      </p:sp>
    </p:spTree>
    <p:extLst>
      <p:ext uri="{BB962C8B-B14F-4D97-AF65-F5344CB8AC3E}">
        <p14:creationId xmlns:p14="http://schemas.microsoft.com/office/powerpoint/2010/main" val="213003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>
          <a:extLst>
            <a:ext uri="{FF2B5EF4-FFF2-40B4-BE49-F238E27FC236}">
              <a16:creationId xmlns:a16="http://schemas.microsoft.com/office/drawing/2014/main" id="{034B4E9E-949B-6104-074F-A2BA4ED9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43">
            <a:extLst>
              <a:ext uri="{FF2B5EF4-FFF2-40B4-BE49-F238E27FC236}">
                <a16:creationId xmlns:a16="http://schemas.microsoft.com/office/drawing/2014/main" id="{614F18F0-8CBA-49CC-6A4F-CFC13AF5B2CD}"/>
              </a:ext>
            </a:extLst>
          </p:cNvPr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>
              <a:extLst>
                <a:ext uri="{FF2B5EF4-FFF2-40B4-BE49-F238E27FC236}">
                  <a16:creationId xmlns:a16="http://schemas.microsoft.com/office/drawing/2014/main" id="{1C9B5689-715B-D8F6-4941-125382FBCDBE}"/>
                </a:ext>
              </a:extLst>
            </p:cNvPr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>
              <a:extLst>
                <a:ext uri="{FF2B5EF4-FFF2-40B4-BE49-F238E27FC236}">
                  <a16:creationId xmlns:a16="http://schemas.microsoft.com/office/drawing/2014/main" id="{AF3184DA-F987-D038-DCE6-D5A44D84EB3A}"/>
                </a:ext>
              </a:extLst>
            </p:cNvPr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>
              <a:extLst>
                <a:ext uri="{FF2B5EF4-FFF2-40B4-BE49-F238E27FC236}">
                  <a16:creationId xmlns:a16="http://schemas.microsoft.com/office/drawing/2014/main" id="{FB01087F-319A-4C5C-94B4-2925621AB634}"/>
                </a:ext>
              </a:extLst>
            </p:cNvPr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>
              <a:extLst>
                <a:ext uri="{FF2B5EF4-FFF2-40B4-BE49-F238E27FC236}">
                  <a16:creationId xmlns:a16="http://schemas.microsoft.com/office/drawing/2014/main" id="{E8F38C50-664A-5200-F1D9-A032326F58BC}"/>
                </a:ext>
              </a:extLst>
            </p:cNvPr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>
              <a:extLst>
                <a:ext uri="{FF2B5EF4-FFF2-40B4-BE49-F238E27FC236}">
                  <a16:creationId xmlns:a16="http://schemas.microsoft.com/office/drawing/2014/main" id="{A6EA2537-617A-61E1-D11F-F8E3F18598AF}"/>
                </a:ext>
              </a:extLst>
            </p:cNvPr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>
              <a:extLst>
                <a:ext uri="{FF2B5EF4-FFF2-40B4-BE49-F238E27FC236}">
                  <a16:creationId xmlns:a16="http://schemas.microsoft.com/office/drawing/2014/main" id="{458268A5-736D-9324-63D6-78AEA1E42B49}"/>
                </a:ext>
              </a:extLst>
            </p:cNvPr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>
              <a:extLst>
                <a:ext uri="{FF2B5EF4-FFF2-40B4-BE49-F238E27FC236}">
                  <a16:creationId xmlns:a16="http://schemas.microsoft.com/office/drawing/2014/main" id="{C2503CBC-47C5-E42B-78B7-21BBC0D0ABB1}"/>
                </a:ext>
              </a:extLst>
            </p:cNvPr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>
              <a:extLst>
                <a:ext uri="{FF2B5EF4-FFF2-40B4-BE49-F238E27FC236}">
                  <a16:creationId xmlns:a16="http://schemas.microsoft.com/office/drawing/2014/main" id="{22E66884-FBEA-71FE-20D2-76C978F49341}"/>
                </a:ext>
              </a:extLst>
            </p:cNvPr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>
              <a:extLst>
                <a:ext uri="{FF2B5EF4-FFF2-40B4-BE49-F238E27FC236}">
                  <a16:creationId xmlns:a16="http://schemas.microsoft.com/office/drawing/2014/main" id="{CD6A9713-8A4A-D29B-B047-6A33231D8820}"/>
                </a:ext>
              </a:extLst>
            </p:cNvPr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>
              <a:extLst>
                <a:ext uri="{FF2B5EF4-FFF2-40B4-BE49-F238E27FC236}">
                  <a16:creationId xmlns:a16="http://schemas.microsoft.com/office/drawing/2014/main" id="{88D7F6F6-A484-C0AE-2DAC-FE5102C07674}"/>
                </a:ext>
              </a:extLst>
            </p:cNvPr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131;p43">
            <a:extLst>
              <a:ext uri="{FF2B5EF4-FFF2-40B4-BE49-F238E27FC236}">
                <a16:creationId xmlns:a16="http://schemas.microsoft.com/office/drawing/2014/main" id="{A24152AD-3E3C-6343-9027-AE48A131E7CF}"/>
              </a:ext>
            </a:extLst>
          </p:cNvPr>
          <p:cNvSpPr txBox="1">
            <a:spLocks/>
          </p:cNvSpPr>
          <p:nvPr/>
        </p:nvSpPr>
        <p:spPr>
          <a:xfrm>
            <a:off x="1307592" y="1591836"/>
            <a:ext cx="6528816" cy="887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We know the services that are </a:t>
            </a:r>
            <a:r>
              <a:rPr lang="en-US">
                <a:solidFill>
                  <a:srgbClr val="00B050"/>
                </a:solidFill>
              </a:rPr>
              <a:t>running</a:t>
            </a:r>
          </a:p>
        </p:txBody>
      </p:sp>
      <p:sp>
        <p:nvSpPr>
          <p:cNvPr id="2" name="Google Shape;1131;p43">
            <a:extLst>
              <a:ext uri="{FF2B5EF4-FFF2-40B4-BE49-F238E27FC236}">
                <a16:creationId xmlns:a16="http://schemas.microsoft.com/office/drawing/2014/main" id="{AAA6AB63-3F69-CDE6-62CF-9820D922902F}"/>
              </a:ext>
            </a:extLst>
          </p:cNvPr>
          <p:cNvSpPr txBox="1">
            <a:spLocks/>
          </p:cNvSpPr>
          <p:nvPr/>
        </p:nvSpPr>
        <p:spPr>
          <a:xfrm>
            <a:off x="978408" y="3409621"/>
            <a:ext cx="7187184" cy="887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Lets take continue </a:t>
            </a:r>
            <a:r>
              <a:rPr lang="en-US">
                <a:solidFill>
                  <a:srgbClr val="FF0000"/>
                </a:solidFill>
              </a:rPr>
              <a:t>scanning </a:t>
            </a:r>
            <a:r>
              <a:rPr lang="en-US">
                <a:solidFill>
                  <a:schemeClr val="tx1"/>
                </a:solidFill>
              </a:rPr>
              <a:t>but with the </a:t>
            </a:r>
            <a:r>
              <a:rPr lang="en-US">
                <a:solidFill>
                  <a:srgbClr val="ABAFFF"/>
                </a:solidFill>
              </a:rPr>
              <a:t>right tools</a:t>
            </a:r>
          </a:p>
        </p:txBody>
      </p:sp>
    </p:spTree>
    <p:extLst>
      <p:ext uri="{BB962C8B-B14F-4D97-AF65-F5344CB8AC3E}">
        <p14:creationId xmlns:p14="http://schemas.microsoft.com/office/powerpoint/2010/main" val="157810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>
          <a:extLst>
            <a:ext uri="{FF2B5EF4-FFF2-40B4-BE49-F238E27FC236}">
              <a16:creationId xmlns:a16="http://schemas.microsoft.com/office/drawing/2014/main" id="{5D2D2F6E-53B7-EA6E-FF3E-480531D25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43">
            <a:extLst>
              <a:ext uri="{FF2B5EF4-FFF2-40B4-BE49-F238E27FC236}">
                <a16:creationId xmlns:a16="http://schemas.microsoft.com/office/drawing/2014/main" id="{41162E31-B0E9-952A-20F6-530113FEAD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5571" y="2571750"/>
            <a:ext cx="3498439" cy="7043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Common</a:t>
            </a:r>
            <a:r>
              <a:rPr lang="en">
                <a:solidFill>
                  <a:srgbClr val="FF0000"/>
                </a:solidFill>
              </a:rPr>
              <a:t> Tools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32" name="Google Shape;1132;p43">
            <a:extLst>
              <a:ext uri="{FF2B5EF4-FFF2-40B4-BE49-F238E27FC236}">
                <a16:creationId xmlns:a16="http://schemas.microsoft.com/office/drawing/2014/main" id="{7BA93742-BB62-6E30-2A3D-C2694A83D61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5572" y="1455630"/>
            <a:ext cx="3111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1133" name="Google Shape;1133;p43" descr="Wrench outline">
            <a:extLst>
              <a:ext uri="{FF2B5EF4-FFF2-40B4-BE49-F238E27FC236}">
                <a16:creationId xmlns:a16="http://schemas.microsoft.com/office/drawing/2014/main" id="{6914BDE4-5B38-9B0D-772A-1E1EAC9C90B0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878" b="2878"/>
          <a:stretch/>
        </p:blipFill>
        <p:spPr>
          <a:xfrm>
            <a:off x="4324011" y="474300"/>
            <a:ext cx="4451100" cy="4194900"/>
          </a:xfrm>
          <a:prstGeom prst="snip2DiagRect">
            <a:avLst>
              <a:gd name="adj1" fmla="val 0"/>
              <a:gd name="adj2" fmla="val 16667"/>
            </a:avLst>
          </a:prstGeom>
        </p:spPr>
      </p:pic>
      <p:grpSp>
        <p:nvGrpSpPr>
          <p:cNvPr id="1134" name="Google Shape;1134;p43">
            <a:extLst>
              <a:ext uri="{FF2B5EF4-FFF2-40B4-BE49-F238E27FC236}">
                <a16:creationId xmlns:a16="http://schemas.microsoft.com/office/drawing/2014/main" id="{38D0CC53-C9DC-1285-2B2F-B57315598CD6}"/>
              </a:ext>
            </a:extLst>
          </p:cNvPr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>
              <a:extLst>
                <a:ext uri="{FF2B5EF4-FFF2-40B4-BE49-F238E27FC236}">
                  <a16:creationId xmlns:a16="http://schemas.microsoft.com/office/drawing/2014/main" id="{C20F4A93-74D9-D32E-1FFA-1FDA4215F7C2}"/>
                </a:ext>
              </a:extLst>
            </p:cNvPr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>
              <a:extLst>
                <a:ext uri="{FF2B5EF4-FFF2-40B4-BE49-F238E27FC236}">
                  <a16:creationId xmlns:a16="http://schemas.microsoft.com/office/drawing/2014/main" id="{A85E0AB9-094B-7D41-4175-78790D87DF22}"/>
                </a:ext>
              </a:extLst>
            </p:cNvPr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>
              <a:extLst>
                <a:ext uri="{FF2B5EF4-FFF2-40B4-BE49-F238E27FC236}">
                  <a16:creationId xmlns:a16="http://schemas.microsoft.com/office/drawing/2014/main" id="{9134FC07-E5E0-E0D0-CDBF-F987177AF638}"/>
                </a:ext>
              </a:extLst>
            </p:cNvPr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>
              <a:extLst>
                <a:ext uri="{FF2B5EF4-FFF2-40B4-BE49-F238E27FC236}">
                  <a16:creationId xmlns:a16="http://schemas.microsoft.com/office/drawing/2014/main" id="{3193550A-741C-A917-F08F-B24C05C70DCB}"/>
                </a:ext>
              </a:extLst>
            </p:cNvPr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>
              <a:extLst>
                <a:ext uri="{FF2B5EF4-FFF2-40B4-BE49-F238E27FC236}">
                  <a16:creationId xmlns:a16="http://schemas.microsoft.com/office/drawing/2014/main" id="{23BEF6CE-FC76-95DA-E268-AC9A64160BE2}"/>
                </a:ext>
              </a:extLst>
            </p:cNvPr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>
              <a:extLst>
                <a:ext uri="{FF2B5EF4-FFF2-40B4-BE49-F238E27FC236}">
                  <a16:creationId xmlns:a16="http://schemas.microsoft.com/office/drawing/2014/main" id="{D9DAF6FB-58AB-50E9-2118-16E42A566A32}"/>
                </a:ext>
              </a:extLst>
            </p:cNvPr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>
              <a:extLst>
                <a:ext uri="{FF2B5EF4-FFF2-40B4-BE49-F238E27FC236}">
                  <a16:creationId xmlns:a16="http://schemas.microsoft.com/office/drawing/2014/main" id="{257290E4-8D7F-00B1-C363-835FF81FF6EB}"/>
                </a:ext>
              </a:extLst>
            </p:cNvPr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>
              <a:extLst>
                <a:ext uri="{FF2B5EF4-FFF2-40B4-BE49-F238E27FC236}">
                  <a16:creationId xmlns:a16="http://schemas.microsoft.com/office/drawing/2014/main" id="{7902B481-F60F-D121-A8F8-44BA0F180C99}"/>
                </a:ext>
              </a:extLst>
            </p:cNvPr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>
              <a:extLst>
                <a:ext uri="{FF2B5EF4-FFF2-40B4-BE49-F238E27FC236}">
                  <a16:creationId xmlns:a16="http://schemas.microsoft.com/office/drawing/2014/main" id="{DF413467-CF71-0644-FD4B-1193BF58889C}"/>
                </a:ext>
              </a:extLst>
            </p:cNvPr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>
              <a:extLst>
                <a:ext uri="{FF2B5EF4-FFF2-40B4-BE49-F238E27FC236}">
                  <a16:creationId xmlns:a16="http://schemas.microsoft.com/office/drawing/2014/main" id="{40C6A933-27A2-7FAC-121A-91DD1F32278B}"/>
                </a:ext>
              </a:extLst>
            </p:cNvPr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174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>
          <a:extLst>
            <a:ext uri="{FF2B5EF4-FFF2-40B4-BE49-F238E27FC236}">
              <a16:creationId xmlns:a16="http://schemas.microsoft.com/office/drawing/2014/main" id="{420093B7-6E76-3CA6-E430-693FCBA2A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46">
            <a:extLst>
              <a:ext uri="{FF2B5EF4-FFF2-40B4-BE49-F238E27FC236}">
                <a16:creationId xmlns:a16="http://schemas.microsoft.com/office/drawing/2014/main" id="{C32CDB5E-DD52-7038-10A7-E718B90CDA50}"/>
              </a:ext>
            </a:extLst>
          </p:cNvPr>
          <p:cNvSpPr/>
          <p:nvPr/>
        </p:nvSpPr>
        <p:spPr>
          <a:xfrm>
            <a:off x="538310" y="1357170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46">
            <a:extLst>
              <a:ext uri="{FF2B5EF4-FFF2-40B4-BE49-F238E27FC236}">
                <a16:creationId xmlns:a16="http://schemas.microsoft.com/office/drawing/2014/main" id="{4B1DB893-A297-3BCB-E8A0-CB553E68E4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001348" cy="12027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Useful Scanning Tools</a:t>
            </a:r>
          </a:p>
        </p:txBody>
      </p:sp>
      <p:sp>
        <p:nvSpPr>
          <p:cNvPr id="1170" name="Google Shape;1170;p46">
            <a:extLst>
              <a:ext uri="{FF2B5EF4-FFF2-40B4-BE49-F238E27FC236}">
                <a16:creationId xmlns:a16="http://schemas.microsoft.com/office/drawing/2014/main" id="{12A4812A-0898-C377-5027-64F7F5231F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48746" y="1357170"/>
            <a:ext cx="3021835" cy="4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>
                <a:solidFill>
                  <a:schemeClr val="tx1"/>
                </a:solidFill>
              </a:rPr>
              <a:t>Nikto</a:t>
            </a:r>
            <a:r>
              <a:rPr lang="en"/>
              <a:t>:</a:t>
            </a:r>
            <a:endParaRPr/>
          </a:p>
        </p:txBody>
      </p:sp>
      <p:sp>
        <p:nvSpPr>
          <p:cNvPr id="1172" name="Google Shape;1172;p46">
            <a:extLst>
              <a:ext uri="{FF2B5EF4-FFF2-40B4-BE49-F238E27FC236}">
                <a16:creationId xmlns:a16="http://schemas.microsoft.com/office/drawing/2014/main" id="{CA3EE135-7646-4E04-3E01-2EE7FB77952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48770" y="1719820"/>
            <a:ext cx="3021835" cy="11050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/>
              <a:t>Web server vulnerability scanner that checks for outdated software, malicious files, and misconfigurations.</a:t>
            </a:r>
          </a:p>
        </p:txBody>
      </p:sp>
      <p:pic>
        <p:nvPicPr>
          <p:cNvPr id="3" name="Graphic 2" descr="Network diagram outline">
            <a:extLst>
              <a:ext uri="{FF2B5EF4-FFF2-40B4-BE49-F238E27FC236}">
                <a16:creationId xmlns:a16="http://schemas.microsoft.com/office/drawing/2014/main" id="{0F0B4986-A7AE-8425-F794-2A343FEF7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934" y="1410110"/>
            <a:ext cx="487771" cy="487771"/>
          </a:xfrm>
          <a:prstGeom prst="rect">
            <a:avLst/>
          </a:prstGeom>
        </p:spPr>
      </p:pic>
      <p:sp>
        <p:nvSpPr>
          <p:cNvPr id="10" name="Google Shape;1168;p46">
            <a:extLst>
              <a:ext uri="{FF2B5EF4-FFF2-40B4-BE49-F238E27FC236}">
                <a16:creationId xmlns:a16="http://schemas.microsoft.com/office/drawing/2014/main" id="{B509E57A-BAF1-B9E6-55F2-BB5725C20366}"/>
              </a:ext>
            </a:extLst>
          </p:cNvPr>
          <p:cNvSpPr/>
          <p:nvPr/>
        </p:nvSpPr>
        <p:spPr>
          <a:xfrm>
            <a:off x="2231882" y="3167161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170;p46">
            <a:extLst>
              <a:ext uri="{FF2B5EF4-FFF2-40B4-BE49-F238E27FC236}">
                <a16:creationId xmlns:a16="http://schemas.microsoft.com/office/drawing/2014/main" id="{098B1E49-44D1-ED57-7B09-745123B1B4D3}"/>
              </a:ext>
            </a:extLst>
          </p:cNvPr>
          <p:cNvSpPr txBox="1">
            <a:spLocks/>
          </p:cNvSpPr>
          <p:nvPr/>
        </p:nvSpPr>
        <p:spPr>
          <a:xfrm>
            <a:off x="2942318" y="3174046"/>
            <a:ext cx="3269715" cy="45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err="1">
                <a:solidFill>
                  <a:schemeClr val="tx1"/>
                </a:solidFill>
              </a:rPr>
              <a:t>SQLMap</a:t>
            </a:r>
            <a:r>
              <a:rPr lang="en-US"/>
              <a:t>:</a:t>
            </a:r>
          </a:p>
        </p:txBody>
      </p:sp>
      <p:sp>
        <p:nvSpPr>
          <p:cNvPr id="14" name="Google Shape;1172;p46">
            <a:extLst>
              <a:ext uri="{FF2B5EF4-FFF2-40B4-BE49-F238E27FC236}">
                <a16:creationId xmlns:a16="http://schemas.microsoft.com/office/drawing/2014/main" id="{81DA1C42-D82B-8E46-F78E-9DDC589575F3}"/>
              </a:ext>
            </a:extLst>
          </p:cNvPr>
          <p:cNvSpPr txBox="1">
            <a:spLocks/>
          </p:cNvSpPr>
          <p:nvPr/>
        </p:nvSpPr>
        <p:spPr>
          <a:xfrm>
            <a:off x="2942342" y="3529811"/>
            <a:ext cx="3269715" cy="1125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-US"/>
              <a:t>Detecting and exploiting SQL injection vulnerabilities in web applications to gain database information.</a:t>
            </a:r>
          </a:p>
        </p:txBody>
      </p:sp>
      <p:pic>
        <p:nvPicPr>
          <p:cNvPr id="16" name="Graphic 15" descr="Network diagram outline">
            <a:extLst>
              <a:ext uri="{FF2B5EF4-FFF2-40B4-BE49-F238E27FC236}">
                <a16:creationId xmlns:a16="http://schemas.microsoft.com/office/drawing/2014/main" id="{17D9D1F5-3651-C1ED-7E1C-C911C170C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8506" y="3220101"/>
            <a:ext cx="487771" cy="487771"/>
          </a:xfrm>
          <a:prstGeom prst="rect">
            <a:avLst/>
          </a:prstGeom>
        </p:spPr>
      </p:pic>
      <p:sp>
        <p:nvSpPr>
          <p:cNvPr id="4" name="Google Shape;1168;p46">
            <a:extLst>
              <a:ext uri="{FF2B5EF4-FFF2-40B4-BE49-F238E27FC236}">
                <a16:creationId xmlns:a16="http://schemas.microsoft.com/office/drawing/2014/main" id="{1A211973-44B8-B903-739F-2AFD00EBBDA0}"/>
              </a:ext>
            </a:extLst>
          </p:cNvPr>
          <p:cNvSpPr/>
          <p:nvPr/>
        </p:nvSpPr>
        <p:spPr>
          <a:xfrm>
            <a:off x="4649625" y="1357182"/>
            <a:ext cx="595200" cy="595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46">
            <a:extLst>
              <a:ext uri="{FF2B5EF4-FFF2-40B4-BE49-F238E27FC236}">
                <a16:creationId xmlns:a16="http://schemas.microsoft.com/office/drawing/2014/main" id="{88C16AD8-BF60-FE41-E4AD-2D78DFF62BC3}"/>
              </a:ext>
            </a:extLst>
          </p:cNvPr>
          <p:cNvSpPr txBox="1">
            <a:spLocks/>
          </p:cNvSpPr>
          <p:nvPr/>
        </p:nvSpPr>
        <p:spPr>
          <a:xfrm>
            <a:off x="5360061" y="1364067"/>
            <a:ext cx="3269715" cy="45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err="1"/>
              <a:t>Dirbuster</a:t>
            </a:r>
            <a:r>
              <a:rPr lang="en-US"/>
              <a:t>:</a:t>
            </a:r>
          </a:p>
        </p:txBody>
      </p:sp>
      <p:sp>
        <p:nvSpPr>
          <p:cNvPr id="8" name="Google Shape;1172;p46">
            <a:extLst>
              <a:ext uri="{FF2B5EF4-FFF2-40B4-BE49-F238E27FC236}">
                <a16:creationId xmlns:a16="http://schemas.microsoft.com/office/drawing/2014/main" id="{CD6E6C9E-A810-89E6-2EBB-62F4D85507F6}"/>
              </a:ext>
            </a:extLst>
          </p:cNvPr>
          <p:cNvSpPr txBox="1">
            <a:spLocks/>
          </p:cNvSpPr>
          <p:nvPr/>
        </p:nvSpPr>
        <p:spPr>
          <a:xfrm>
            <a:off x="5360085" y="1719832"/>
            <a:ext cx="3269715" cy="1125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None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-US"/>
              <a:t>Brute-force tool used to discover hidden directories and files on web servers by crawling URL paths.</a:t>
            </a:r>
          </a:p>
        </p:txBody>
      </p:sp>
      <p:pic>
        <p:nvPicPr>
          <p:cNvPr id="11" name="Graphic 10" descr="Network diagram outline">
            <a:extLst>
              <a:ext uri="{FF2B5EF4-FFF2-40B4-BE49-F238E27FC236}">
                <a16:creationId xmlns:a16="http://schemas.microsoft.com/office/drawing/2014/main" id="{DE825A0D-8918-9820-CCA1-5C9F7A051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6249" y="1410122"/>
            <a:ext cx="487771" cy="48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8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" grpId="0" animBg="1"/>
      <p:bldP spid="1170" grpId="0" build="p"/>
      <p:bldP spid="1172" grpId="0" build="p"/>
      <p:bldP spid="10" grpId="0" animBg="1"/>
      <p:bldP spid="12" grpId="0" build="p"/>
      <p:bldP spid="14" grpId="0" build="p"/>
      <p:bldP spid="4" grpId="0" animBg="1"/>
      <p:bldP spid="6" grpId="0" build="p"/>
      <p:bldP spid="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>
          <a:extLst>
            <a:ext uri="{FF2B5EF4-FFF2-40B4-BE49-F238E27FC236}">
              <a16:creationId xmlns:a16="http://schemas.microsoft.com/office/drawing/2014/main" id="{63441865-D747-D3F5-7FC5-D6DD00D6B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43">
            <a:extLst>
              <a:ext uri="{FF2B5EF4-FFF2-40B4-BE49-F238E27FC236}">
                <a16:creationId xmlns:a16="http://schemas.microsoft.com/office/drawing/2014/main" id="{00BAC485-8CBD-F9AB-6DE5-A1E9F633005F}"/>
              </a:ext>
            </a:extLst>
          </p:cNvPr>
          <p:cNvGrpSpPr/>
          <p:nvPr/>
        </p:nvGrpSpPr>
        <p:grpSpPr>
          <a:xfrm rot="-5400000">
            <a:off x="53350" y="518871"/>
            <a:ext cx="518768" cy="291386"/>
            <a:chOff x="3654925" y="3123571"/>
            <a:chExt cx="518768" cy="291386"/>
          </a:xfrm>
        </p:grpSpPr>
        <p:sp>
          <p:nvSpPr>
            <p:cNvPr id="1135" name="Google Shape;1135;p43">
              <a:extLst>
                <a:ext uri="{FF2B5EF4-FFF2-40B4-BE49-F238E27FC236}">
                  <a16:creationId xmlns:a16="http://schemas.microsoft.com/office/drawing/2014/main" id="{34B7122D-F3AD-F85B-7884-782D463E10C3}"/>
                </a:ext>
              </a:extLst>
            </p:cNvPr>
            <p:cNvSpPr/>
            <p:nvPr/>
          </p:nvSpPr>
          <p:spPr>
            <a:xfrm>
              <a:off x="3654925" y="3325419"/>
              <a:ext cx="104787" cy="89538"/>
            </a:xfrm>
            <a:custGeom>
              <a:avLst/>
              <a:gdLst/>
              <a:ahLst/>
              <a:cxnLst/>
              <a:rect l="l" t="t" r="r" b="b"/>
              <a:pathLst>
                <a:path w="4666" h="3987" extrusionOk="0">
                  <a:moveTo>
                    <a:pt x="2029" y="1"/>
                  </a:moveTo>
                  <a:cubicBezTo>
                    <a:pt x="2022" y="1"/>
                    <a:pt x="2016" y="1"/>
                    <a:pt x="2009" y="1"/>
                  </a:cubicBezTo>
                  <a:cubicBezTo>
                    <a:pt x="904" y="1"/>
                    <a:pt x="0" y="88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8" y="3805"/>
                    <a:pt x="3415" y="3399"/>
                  </a:cubicBezTo>
                  <a:cubicBezTo>
                    <a:pt x="4665" y="2148"/>
                    <a:pt x="3790" y="1"/>
                    <a:pt x="2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3">
              <a:extLst>
                <a:ext uri="{FF2B5EF4-FFF2-40B4-BE49-F238E27FC236}">
                  <a16:creationId xmlns:a16="http://schemas.microsoft.com/office/drawing/2014/main" id="{84FCEB43-BDA7-6B5A-FE16-D6B61A4E191F}"/>
                </a:ext>
              </a:extLst>
            </p:cNvPr>
            <p:cNvSpPr/>
            <p:nvPr/>
          </p:nvSpPr>
          <p:spPr>
            <a:xfrm>
              <a:off x="3760924" y="3325419"/>
              <a:ext cx="104899" cy="89538"/>
            </a:xfrm>
            <a:custGeom>
              <a:avLst/>
              <a:gdLst/>
              <a:ahLst/>
              <a:cxnLst/>
              <a:rect l="l" t="t" r="r" b="b"/>
              <a:pathLst>
                <a:path w="4671" h="3987" extrusionOk="0">
                  <a:moveTo>
                    <a:pt x="1979" y="1"/>
                  </a:moveTo>
                  <a:cubicBezTo>
                    <a:pt x="888" y="1"/>
                    <a:pt x="0" y="898"/>
                    <a:pt x="17" y="1993"/>
                  </a:cubicBezTo>
                  <a:cubicBezTo>
                    <a:pt x="17" y="3193"/>
                    <a:pt x="997" y="3987"/>
                    <a:pt x="2020" y="3987"/>
                  </a:cubicBezTo>
                  <a:cubicBezTo>
                    <a:pt x="2509" y="3987"/>
                    <a:pt x="3009" y="3805"/>
                    <a:pt x="3415" y="3399"/>
                  </a:cubicBezTo>
                  <a:cubicBezTo>
                    <a:pt x="4670" y="2143"/>
                    <a:pt x="3783" y="1"/>
                    <a:pt x="2009" y="1"/>
                  </a:cubicBezTo>
                  <a:cubicBezTo>
                    <a:pt x="1999" y="1"/>
                    <a:pt x="1989" y="1"/>
                    <a:pt x="19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3">
              <a:extLst>
                <a:ext uri="{FF2B5EF4-FFF2-40B4-BE49-F238E27FC236}">
                  <a16:creationId xmlns:a16="http://schemas.microsoft.com/office/drawing/2014/main" id="{02954B76-C828-87CE-8FE2-E30A1B66BE82}"/>
                </a:ext>
              </a:extLst>
            </p:cNvPr>
            <p:cNvSpPr/>
            <p:nvPr/>
          </p:nvSpPr>
          <p:spPr>
            <a:xfrm>
              <a:off x="3866542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3" y="0"/>
                  </a:moveTo>
                  <a:cubicBezTo>
                    <a:pt x="888" y="0"/>
                    <a:pt x="1" y="904"/>
                    <a:pt x="1" y="2009"/>
                  </a:cubicBezTo>
                  <a:cubicBezTo>
                    <a:pt x="1" y="3097"/>
                    <a:pt x="888" y="4001"/>
                    <a:pt x="1993" y="4001"/>
                  </a:cubicBezTo>
                  <a:cubicBezTo>
                    <a:pt x="3097" y="4001"/>
                    <a:pt x="3985" y="3097"/>
                    <a:pt x="3985" y="2009"/>
                  </a:cubicBezTo>
                  <a:cubicBezTo>
                    <a:pt x="3985" y="904"/>
                    <a:pt x="3097" y="0"/>
                    <a:pt x="1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3">
              <a:extLst>
                <a:ext uri="{FF2B5EF4-FFF2-40B4-BE49-F238E27FC236}">
                  <a16:creationId xmlns:a16="http://schemas.microsoft.com/office/drawing/2014/main" id="{9EAB00A3-360A-E81D-5563-FF8D9B4B7C0A}"/>
                </a:ext>
              </a:extLst>
            </p:cNvPr>
            <p:cNvSpPr/>
            <p:nvPr/>
          </p:nvSpPr>
          <p:spPr>
            <a:xfrm>
              <a:off x="3972564" y="3325060"/>
              <a:ext cx="89471" cy="89852"/>
            </a:xfrm>
            <a:custGeom>
              <a:avLst/>
              <a:gdLst/>
              <a:ahLst/>
              <a:cxnLst/>
              <a:rect l="l" t="t" r="r" b="b"/>
              <a:pathLst>
                <a:path w="3984" h="4001" extrusionOk="0">
                  <a:moveTo>
                    <a:pt x="1992" y="0"/>
                  </a:moveTo>
                  <a:cubicBezTo>
                    <a:pt x="887" y="0"/>
                    <a:pt x="0" y="904"/>
                    <a:pt x="0" y="2009"/>
                  </a:cubicBezTo>
                  <a:cubicBezTo>
                    <a:pt x="0" y="3097"/>
                    <a:pt x="887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3">
              <a:extLst>
                <a:ext uri="{FF2B5EF4-FFF2-40B4-BE49-F238E27FC236}">
                  <a16:creationId xmlns:a16="http://schemas.microsoft.com/office/drawing/2014/main" id="{409E69C7-18EC-22CF-61CD-BF81D31C706B}"/>
                </a:ext>
              </a:extLst>
            </p:cNvPr>
            <p:cNvSpPr/>
            <p:nvPr/>
          </p:nvSpPr>
          <p:spPr>
            <a:xfrm>
              <a:off x="4084200" y="3325060"/>
              <a:ext cx="89493" cy="89852"/>
            </a:xfrm>
            <a:custGeom>
              <a:avLst/>
              <a:gdLst/>
              <a:ahLst/>
              <a:cxnLst/>
              <a:rect l="l" t="t" r="r" b="b"/>
              <a:pathLst>
                <a:path w="3985" h="4001" extrusionOk="0">
                  <a:moveTo>
                    <a:pt x="1992" y="0"/>
                  </a:moveTo>
                  <a:cubicBezTo>
                    <a:pt x="888" y="0"/>
                    <a:pt x="0" y="904"/>
                    <a:pt x="0" y="2009"/>
                  </a:cubicBezTo>
                  <a:cubicBezTo>
                    <a:pt x="0" y="3097"/>
                    <a:pt x="888" y="4001"/>
                    <a:pt x="1992" y="4001"/>
                  </a:cubicBezTo>
                  <a:cubicBezTo>
                    <a:pt x="3097" y="4001"/>
                    <a:pt x="3984" y="3097"/>
                    <a:pt x="3984" y="2009"/>
                  </a:cubicBezTo>
                  <a:cubicBezTo>
                    <a:pt x="3984" y="904"/>
                    <a:pt x="3097" y="0"/>
                    <a:pt x="1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3">
              <a:extLst>
                <a:ext uri="{FF2B5EF4-FFF2-40B4-BE49-F238E27FC236}">
                  <a16:creationId xmlns:a16="http://schemas.microsoft.com/office/drawing/2014/main" id="{D9FD6000-E454-BC29-1CA1-76571B3315DC}"/>
                </a:ext>
              </a:extLst>
            </p:cNvPr>
            <p:cNvSpPr/>
            <p:nvPr/>
          </p:nvSpPr>
          <p:spPr>
            <a:xfrm>
              <a:off x="3700020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3">
              <a:extLst>
                <a:ext uri="{FF2B5EF4-FFF2-40B4-BE49-F238E27FC236}">
                  <a16:creationId xmlns:a16="http://schemas.microsoft.com/office/drawing/2014/main" id="{842EA4A0-9AF1-AFF9-5469-B157DF92B6B3}"/>
                </a:ext>
              </a:extLst>
            </p:cNvPr>
            <p:cNvSpPr/>
            <p:nvPr/>
          </p:nvSpPr>
          <p:spPr>
            <a:xfrm>
              <a:off x="3806019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3">
              <a:extLst>
                <a:ext uri="{FF2B5EF4-FFF2-40B4-BE49-F238E27FC236}">
                  <a16:creationId xmlns:a16="http://schemas.microsoft.com/office/drawing/2014/main" id="{DD9EC0A8-D6C2-5B10-26FB-FA11801B9AF4}"/>
                </a:ext>
              </a:extLst>
            </p:cNvPr>
            <p:cNvSpPr/>
            <p:nvPr/>
          </p:nvSpPr>
          <p:spPr>
            <a:xfrm>
              <a:off x="3911268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1" y="857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3">
              <a:extLst>
                <a:ext uri="{FF2B5EF4-FFF2-40B4-BE49-F238E27FC236}">
                  <a16:creationId xmlns:a16="http://schemas.microsoft.com/office/drawing/2014/main" id="{76456ABA-CA20-3AA9-AFA3-C18990FDADB8}"/>
                </a:ext>
              </a:extLst>
            </p:cNvPr>
            <p:cNvSpPr/>
            <p:nvPr/>
          </p:nvSpPr>
          <p:spPr>
            <a:xfrm>
              <a:off x="4017277" y="3123571"/>
              <a:ext cx="22" cy="201511"/>
            </a:xfrm>
            <a:custGeom>
              <a:avLst/>
              <a:gdLst/>
              <a:ahLst/>
              <a:cxnLst/>
              <a:rect l="l" t="t" r="r" b="b"/>
              <a:pathLst>
                <a:path w="1" h="8973" extrusionOk="0">
                  <a:moveTo>
                    <a:pt x="1" y="8972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3">
              <a:extLst>
                <a:ext uri="{FF2B5EF4-FFF2-40B4-BE49-F238E27FC236}">
                  <a16:creationId xmlns:a16="http://schemas.microsoft.com/office/drawing/2014/main" id="{3E2642E6-B95A-41A8-DACA-FFBD4545E599}"/>
                </a:ext>
              </a:extLst>
            </p:cNvPr>
            <p:cNvSpPr/>
            <p:nvPr/>
          </p:nvSpPr>
          <p:spPr>
            <a:xfrm>
              <a:off x="4128946" y="3123578"/>
              <a:ext cx="22" cy="201506"/>
            </a:xfrm>
            <a:custGeom>
              <a:avLst/>
              <a:gdLst/>
              <a:ahLst/>
              <a:cxnLst/>
              <a:rect l="l" t="t" r="r" b="b"/>
              <a:pathLst>
                <a:path w="1" h="8572" extrusionOk="0">
                  <a:moveTo>
                    <a:pt x="0" y="857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131;p43">
            <a:extLst>
              <a:ext uri="{FF2B5EF4-FFF2-40B4-BE49-F238E27FC236}">
                <a16:creationId xmlns:a16="http://schemas.microsoft.com/office/drawing/2014/main" id="{FFF371EE-F017-EBFB-5A48-3FE320E1DAE4}"/>
              </a:ext>
            </a:extLst>
          </p:cNvPr>
          <p:cNvSpPr txBox="1">
            <a:spLocks/>
          </p:cNvSpPr>
          <p:nvPr/>
        </p:nvSpPr>
        <p:spPr>
          <a:xfrm>
            <a:off x="1307592" y="206547"/>
            <a:ext cx="6528816" cy="887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</a:rPr>
              <a:t>Key</a:t>
            </a:r>
            <a:r>
              <a:rPr lang="en-US">
                <a:solidFill>
                  <a:schemeClr val="tx1"/>
                </a:solidFill>
              </a:rPr>
              <a:t> Takeaway:</a:t>
            </a:r>
            <a:endParaRPr lang="en-US">
              <a:solidFill>
                <a:srgbClr val="00B050"/>
              </a:solidFill>
            </a:endParaRPr>
          </a:p>
        </p:txBody>
      </p:sp>
      <p:sp>
        <p:nvSpPr>
          <p:cNvPr id="2" name="Google Shape;1131;p43">
            <a:extLst>
              <a:ext uri="{FF2B5EF4-FFF2-40B4-BE49-F238E27FC236}">
                <a16:creationId xmlns:a16="http://schemas.microsoft.com/office/drawing/2014/main" id="{476CCF89-38D1-6DCF-CC5A-A691F3364A98}"/>
              </a:ext>
            </a:extLst>
          </p:cNvPr>
          <p:cNvSpPr txBox="1">
            <a:spLocks/>
          </p:cNvSpPr>
          <p:nvPr/>
        </p:nvSpPr>
        <p:spPr>
          <a:xfrm>
            <a:off x="978408" y="1036128"/>
            <a:ext cx="7187184" cy="3569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algn="ctr"/>
            <a:r>
              <a:rPr lang="en-US" sz="2400">
                <a:solidFill>
                  <a:schemeClr val="tx1"/>
                </a:solidFill>
              </a:rPr>
              <a:t>Nmap is a tool to be used to see what </a:t>
            </a:r>
            <a:r>
              <a:rPr lang="en-US" sz="2400">
                <a:solidFill>
                  <a:srgbClr val="FF0000"/>
                </a:solidFill>
              </a:rPr>
              <a:t>attack vectors</a:t>
            </a:r>
            <a:r>
              <a:rPr lang="en-US" sz="2400">
                <a:solidFill>
                  <a:schemeClr val="tx1"/>
                </a:solidFill>
              </a:rPr>
              <a:t> there are</a:t>
            </a:r>
          </a:p>
          <a:p>
            <a:pPr algn="ctr"/>
            <a:endParaRPr lang="en-US" sz="2400">
              <a:solidFill>
                <a:schemeClr val="tx1"/>
              </a:solidFill>
            </a:endParaRPr>
          </a:p>
          <a:p>
            <a:pPr algn="ctr"/>
            <a:r>
              <a:rPr lang="en-US" sz="2400">
                <a:solidFill>
                  <a:schemeClr val="tx1"/>
                </a:solidFill>
              </a:rPr>
              <a:t>To begin </a:t>
            </a:r>
            <a:r>
              <a:rPr lang="en-US" sz="2400">
                <a:solidFill>
                  <a:srgbClr val="FF0000"/>
                </a:solidFill>
              </a:rPr>
              <a:t>exploiting</a:t>
            </a:r>
            <a:r>
              <a:rPr lang="en-US" sz="2400">
                <a:solidFill>
                  <a:schemeClr val="tx1"/>
                </a:solidFill>
              </a:rPr>
              <a:t> vulnerabilities you have to first </a:t>
            </a:r>
            <a:r>
              <a:rPr lang="en-US" sz="2400" u="sng">
                <a:solidFill>
                  <a:schemeClr val="tx1"/>
                </a:solidFill>
              </a:rPr>
              <a:t>understand</a:t>
            </a:r>
            <a:r>
              <a:rPr lang="en-US" sz="2400">
                <a:solidFill>
                  <a:schemeClr val="tx1"/>
                </a:solidFill>
              </a:rPr>
              <a:t> each service works to find the flaw or exploit</a:t>
            </a:r>
          </a:p>
          <a:p>
            <a:pPr algn="ctr"/>
            <a:endParaRPr lang="en-US" sz="2400">
              <a:solidFill>
                <a:schemeClr val="tx1"/>
              </a:solidFill>
            </a:endParaRPr>
          </a:p>
          <a:p>
            <a:pPr algn="ctr"/>
            <a:r>
              <a:rPr lang="en-US" sz="2400">
                <a:solidFill>
                  <a:schemeClr val="tx1"/>
                </a:solidFill>
              </a:rPr>
              <a:t>This is something </a:t>
            </a:r>
            <a:r>
              <a:rPr lang="en-US" sz="2400">
                <a:solidFill>
                  <a:srgbClr val="ABAFFF"/>
                </a:solidFill>
              </a:rPr>
              <a:t>you</a:t>
            </a:r>
            <a:r>
              <a:rPr lang="en-US" sz="2400">
                <a:solidFill>
                  <a:schemeClr val="tx1"/>
                </a:solidFill>
              </a:rPr>
              <a:t> learn through </a:t>
            </a:r>
            <a:r>
              <a:rPr lang="en-US" sz="2400">
                <a:solidFill>
                  <a:srgbClr val="ABAFFF"/>
                </a:solidFill>
              </a:rPr>
              <a:t>self teaching</a:t>
            </a:r>
            <a:r>
              <a:rPr lang="en-US" sz="2400">
                <a:solidFill>
                  <a:schemeClr val="tx1"/>
                </a:solidFill>
              </a:rPr>
              <a:t> and </a:t>
            </a:r>
            <a:r>
              <a:rPr lang="en-US" sz="2400">
                <a:solidFill>
                  <a:srgbClr val="ABA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42104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91;p39">
            <a:extLst>
              <a:ext uri="{FF2B5EF4-FFF2-40B4-BE49-F238E27FC236}">
                <a16:creationId xmlns:a16="http://schemas.microsoft.com/office/drawing/2014/main" id="{2F890456-3376-9267-D14A-CC9333B6DA3A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13145" r="13145"/>
          <a:stretch/>
        </p:blipFill>
        <p:spPr>
          <a:xfrm>
            <a:off x="564721" y="980113"/>
            <a:ext cx="2379859" cy="3228639"/>
          </a:xfrm>
          <a:prstGeom prst="snip2DiagRect">
            <a:avLst>
              <a:gd name="adj1" fmla="val 13881"/>
              <a:gd name="adj2" fmla="val 16667"/>
            </a:avLst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144097-6180-AFC0-7D85-F49846E2C726}"/>
              </a:ext>
            </a:extLst>
          </p:cNvPr>
          <p:cNvSpPr txBox="1"/>
          <p:nvPr/>
        </p:nvSpPr>
        <p:spPr>
          <a:xfrm>
            <a:off x="3374994" y="1526548"/>
            <a:ext cx="4510467" cy="741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725"/>
              </a:lnSpc>
            </a:pPr>
            <a:r>
              <a:rPr lang="en-US" dirty="0">
                <a:solidFill>
                  <a:srgbClr val="FFFFFF"/>
                </a:solidFill>
                <a:latin typeface="Space Grotesk"/>
              </a:rPr>
              <a:t>Meret W</a:t>
            </a:r>
            <a:r>
              <a:rPr lang="en-US" dirty="0">
                <a:solidFill>
                  <a:srgbClr val="FFFFFF"/>
                </a:solidFill>
              </a:rPr>
              <a:t>ilfurth</a:t>
            </a:r>
            <a:r>
              <a:rPr lang="en-US" dirty="0">
                <a:solidFill>
                  <a:srgbClr val="FFFFFF"/>
                </a:solidFill>
                <a:latin typeface="Space Grotesk"/>
              </a:rPr>
              <a:t> is a UAlbany Alum with a M.S. in Digital Forensics and Cybersecurity. She will be discussing OSINT and Social engineering.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3E49AF-6CA7-DFF0-4C3F-B59C864F0F4A}"/>
              </a:ext>
            </a:extLst>
          </p:cNvPr>
          <p:cNvSpPr txBox="1"/>
          <p:nvPr/>
        </p:nvSpPr>
        <p:spPr>
          <a:xfrm>
            <a:off x="2944580" y="673138"/>
            <a:ext cx="1571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0" u="none" strike="noStrike">
                <a:solidFill>
                  <a:srgbClr val="FFFFFF"/>
                </a:solidFill>
                <a:effectLst/>
                <a:latin typeface="Space Grotesk" pitchFamily="2" charset="77"/>
              </a:rPr>
              <a:t>Next </a:t>
            </a:r>
            <a:r>
              <a:rPr lang="en-US" sz="2800" b="1" i="0" u="none" strike="noStrike">
                <a:solidFill>
                  <a:srgbClr val="ABAFFF"/>
                </a:solidFill>
                <a:effectLst/>
                <a:latin typeface="Space Grotesk" pitchFamily="2" charset="77"/>
              </a:rPr>
              <a:t>Up</a:t>
            </a:r>
            <a:r>
              <a:rPr lang="en-US" sz="2800" b="0" i="0" u="none" strike="noStrike">
                <a:effectLst/>
                <a:latin typeface="Space Grotesk" pitchFamily="2" charset="77"/>
              </a:rPr>
              <a:t>​</a:t>
            </a:r>
            <a:endParaRPr lang="en-US" sz="2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FA4BCB-A5FF-2AC5-4FC6-FAB4647A6DF0}"/>
              </a:ext>
            </a:extLst>
          </p:cNvPr>
          <p:cNvSpPr txBox="1"/>
          <p:nvPr/>
        </p:nvSpPr>
        <p:spPr>
          <a:xfrm>
            <a:off x="3374995" y="1195948"/>
            <a:ext cx="412645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800" b="1">
                <a:solidFill>
                  <a:srgbClr val="ABAFFF"/>
                </a:solidFill>
                <a:latin typeface="Space Grotesk"/>
              </a:rPr>
              <a:t>Special Guest Speaker </a:t>
            </a:r>
            <a:r>
              <a:rPr lang="en-US" sz="1800" b="1">
                <a:solidFill>
                  <a:schemeClr val="tx1"/>
                </a:solidFill>
                <a:latin typeface="Space Grotesk"/>
              </a:rPr>
              <a:t>Meret (10/9)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7449E2-F355-ED24-0E1A-0D6DE3A04726}"/>
              </a:ext>
            </a:extLst>
          </p:cNvPr>
          <p:cNvSpPr txBox="1"/>
          <p:nvPr/>
        </p:nvSpPr>
        <p:spPr>
          <a:xfrm>
            <a:off x="3374994" y="2346908"/>
            <a:ext cx="2379177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800" b="1">
                <a:solidFill>
                  <a:srgbClr val="ABAFFF"/>
                </a:solidFill>
                <a:latin typeface="Space Grotesk"/>
              </a:rPr>
              <a:t>Exploitation </a:t>
            </a:r>
            <a:r>
              <a:rPr lang="en-US" sz="1800" b="1">
                <a:solidFill>
                  <a:schemeClr val="tx1"/>
                </a:solidFill>
                <a:latin typeface="Space Grotesk"/>
              </a:rPr>
              <a:t>(10/16)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C474CF-8315-9261-09F0-BD0D4E4F6850}"/>
              </a:ext>
            </a:extLst>
          </p:cNvPr>
          <p:cNvSpPr txBox="1"/>
          <p:nvPr/>
        </p:nvSpPr>
        <p:spPr>
          <a:xfrm>
            <a:off x="3374994" y="2678830"/>
            <a:ext cx="4510467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Space Grotesk"/>
                <a:cs typeface="Space Grotesk"/>
              </a:rPr>
              <a:t>We have covered Active Reconnaissance and how to identify vulnerabilities. Now it is time to learn how to exploit those vulnerabilities and gain access to systems.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84CC6-275D-2B06-A21B-C2E8A138CD9D}"/>
              </a:ext>
            </a:extLst>
          </p:cNvPr>
          <p:cNvSpPr txBox="1"/>
          <p:nvPr/>
        </p:nvSpPr>
        <p:spPr>
          <a:xfrm>
            <a:off x="3374994" y="3648533"/>
            <a:ext cx="409919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800" b="1">
                <a:solidFill>
                  <a:srgbClr val="ABAFFF"/>
                </a:solidFill>
                <a:latin typeface="Space Grotesk"/>
              </a:rPr>
              <a:t>Special Guest Speaker </a:t>
            </a:r>
            <a:r>
              <a:rPr lang="en-US" sz="1800" b="1">
                <a:solidFill>
                  <a:schemeClr val="tx1"/>
                </a:solidFill>
                <a:latin typeface="Space Grotesk"/>
              </a:rPr>
              <a:t>TBD (10/23)</a:t>
            </a:r>
            <a:r>
              <a:rPr lang="en-US" sz="1800" b="1">
                <a:solidFill>
                  <a:srgbClr val="ABAFFF"/>
                </a:solidFill>
                <a:latin typeface="Space Grotesk"/>
              </a:rPr>
              <a:t> 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FFE02-BF96-E5EC-79A4-4A9780521CEB}"/>
              </a:ext>
            </a:extLst>
          </p:cNvPr>
          <p:cNvSpPr txBox="1"/>
          <p:nvPr/>
        </p:nvSpPr>
        <p:spPr>
          <a:xfrm>
            <a:off x="3374994" y="3974733"/>
            <a:ext cx="5266944" cy="5212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1725"/>
              </a:lnSpc>
            </a:pPr>
            <a:r>
              <a:rPr lang="en-US">
                <a:solidFill>
                  <a:srgbClr val="FFFFFF"/>
                </a:solidFill>
                <a:latin typeface="Space Grotesk"/>
              </a:rPr>
              <a:t>We will be having another UAlbany and CDO alum discuss red teaming.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0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2">
          <a:extLst>
            <a:ext uri="{FF2B5EF4-FFF2-40B4-BE49-F238E27FC236}">
              <a16:creationId xmlns:a16="http://schemas.microsoft.com/office/drawing/2014/main" id="{0B0AF751-8D9A-9FDA-FF70-BA21B19A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42">
            <a:extLst>
              <a:ext uri="{FF2B5EF4-FFF2-40B4-BE49-F238E27FC236}">
                <a16:creationId xmlns:a16="http://schemas.microsoft.com/office/drawing/2014/main" id="{F3C215EF-4934-1410-9DEE-E78DB29E2E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6493" y="2411935"/>
            <a:ext cx="3708408" cy="14648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0000"/>
                </a:solidFill>
              </a:rPr>
              <a:t>Lab</a:t>
            </a:r>
            <a:r>
              <a:rPr lang="en" sz="4800">
                <a:solidFill>
                  <a:schemeClr val="tx1"/>
                </a:solidFill>
              </a:rPr>
              <a:t> Time!</a:t>
            </a:r>
            <a:endParaRPr sz="4800">
              <a:solidFill>
                <a:srgbClr val="ABA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B02ED-F61D-E431-240B-2899BD328CC4}"/>
              </a:ext>
            </a:extLst>
          </p:cNvPr>
          <p:cNvSpPr txBox="1"/>
          <p:nvPr/>
        </p:nvSpPr>
        <p:spPr>
          <a:xfrm>
            <a:off x="2957805" y="1123437"/>
            <a:ext cx="1217096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" sz="6000" b="1">
                <a:solidFill>
                  <a:schemeClr val="dk1"/>
                </a:solidFill>
                <a:latin typeface="Space Grotesk"/>
                <a:cs typeface="Space Grotesk"/>
                <a:sym typeface="Space Grotesk"/>
              </a:rPr>
              <a:t>05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sz="6000" b="1">
              <a:solidFill>
                <a:schemeClr val="dk1"/>
              </a:solidFill>
              <a:latin typeface="Space Grotesk"/>
              <a:cs typeface="Space Grotesk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72CA35-7C73-0E16-4502-CB05F52719ED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</p:spTree>
    <p:extLst>
      <p:ext uri="{BB962C8B-B14F-4D97-AF65-F5344CB8AC3E}">
        <p14:creationId xmlns:p14="http://schemas.microsoft.com/office/powerpoint/2010/main" val="28751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omputer privacy and security by Slidesgo">
  <a:themeElements>
    <a:clrScheme name="Simple Light">
      <a:dk1>
        <a:srgbClr val="FFFFFF"/>
      </a:dk1>
      <a:lt1>
        <a:srgbClr val="000000"/>
      </a:lt1>
      <a:dk2>
        <a:srgbClr val="252525"/>
      </a:dk2>
      <a:lt2>
        <a:srgbClr val="666666"/>
      </a:lt2>
      <a:accent1>
        <a:srgbClr val="B7B7B7"/>
      </a:accent1>
      <a:accent2>
        <a:srgbClr val="D9D9D9"/>
      </a:accent2>
      <a:accent3>
        <a:srgbClr val="EFEFE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FEBDF40607CC4F8972B1AC3AA9E9B0" ma:contentTypeVersion="13" ma:contentTypeDescription="Create a new document." ma:contentTypeScope="" ma:versionID="16393dc613eeb4453ab15e909bfefd04">
  <xsd:schema xmlns:xsd="http://www.w3.org/2001/XMLSchema" xmlns:xs="http://www.w3.org/2001/XMLSchema" xmlns:p="http://schemas.microsoft.com/office/2006/metadata/properties" xmlns:ns2="0584762a-512f-4633-928a-9eebd0c55c01" xmlns:ns3="ca255574-7694-4a20-9eec-da848c697c9d" targetNamespace="http://schemas.microsoft.com/office/2006/metadata/properties" ma:root="true" ma:fieldsID="744a835d269ba09e837f09ee544bb7cc" ns2:_="" ns3:_="">
    <xsd:import namespace="0584762a-512f-4633-928a-9eebd0c55c01"/>
    <xsd:import namespace="ca255574-7694-4a20-9eec-da848c697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84762a-512f-4633-928a-9eebd0c55c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a2171c7-2f68-48d5-939d-db62c42d5d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255574-7694-4a20-9eec-da848c697c9d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e167307d-d2ff-4c3a-bc85-1eb4dd86bea1}" ma:internalName="TaxCatchAll" ma:showField="CatchAllData" ma:web="ca255574-7694-4a20-9eec-da848c697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84762a-512f-4633-928a-9eebd0c55c01">
      <Terms xmlns="http://schemas.microsoft.com/office/infopath/2007/PartnerControls"/>
    </lcf76f155ced4ddcb4097134ff3c332f>
    <TaxCatchAll xmlns="ca255574-7694-4a20-9eec-da848c697c9d" xsi:nil="true"/>
  </documentManagement>
</p:properties>
</file>

<file path=customXml/itemProps1.xml><?xml version="1.0" encoding="utf-8"?>
<ds:datastoreItem xmlns:ds="http://schemas.openxmlformats.org/officeDocument/2006/customXml" ds:itemID="{35AD0FB7-8AAE-4E11-BB1B-B3D67B0834DB}">
  <ds:schemaRefs>
    <ds:schemaRef ds:uri="0584762a-512f-4633-928a-9eebd0c55c01"/>
    <ds:schemaRef ds:uri="ca255574-7694-4a20-9eec-da848c697c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FB328B6-12A7-4573-B635-F883129F50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E0629B-EC74-457B-9D26-52701D692969}">
  <ds:schemaRefs>
    <ds:schemaRef ds:uri="0584762a-512f-4633-928a-9eebd0c55c01"/>
    <ds:schemaRef ds:uri="ca255574-7694-4a20-9eec-da848c697c9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(16:9)</PresentationFormat>
  <Slides>22</Slides>
  <Notes>21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Computer privacy and security by Slidesgo</vt:lpstr>
      <vt:lpstr>Cyber Defense Organization</vt:lpstr>
      <vt:lpstr>Présentation PowerPoint</vt:lpstr>
      <vt:lpstr>Sign-in QR Code</vt:lpstr>
      <vt:lpstr>Topic Week Breakdown</vt:lpstr>
      <vt:lpstr>Présentation PowerPoint</vt:lpstr>
      <vt:lpstr>Présentation PowerPoint</vt:lpstr>
      <vt:lpstr>Active Reconnaissance</vt:lpstr>
      <vt:lpstr>Passive vs. Active Recon</vt:lpstr>
      <vt:lpstr>Présentation PowerPoint</vt:lpstr>
      <vt:lpstr>Présentation PowerPoint</vt:lpstr>
      <vt:lpstr>Think of it like this…</vt:lpstr>
      <vt:lpstr>Nmap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Common Tools</vt:lpstr>
      <vt:lpstr>Useful Scanning Tools</vt:lpstr>
      <vt:lpstr>Présentation PowerPoint</vt:lpstr>
      <vt:lpstr>Présentation PowerPoint</vt:lpstr>
      <vt:lpstr>Lab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13</cp:revision>
  <dcterms:modified xsi:type="dcterms:W3CDTF">2025-12-17T10:25:30Z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0x0101003BFEBDF40607CC4F8972B1AC3AA9E9B0</vt:lpwstr>
  </property>
  <property fmtid="{D5CDD505-2E9C-101B-9397-08002B2CF9AE}" pid="3" name="MediaServiceImageTags">
    <vt:lpwstr/>
  </property>
</Properties>
</file>